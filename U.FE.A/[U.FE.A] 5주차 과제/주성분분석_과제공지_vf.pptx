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2" r:id="rId8"/>
    <p:sldId id="261" r:id="rId9"/>
    <p:sldId id="265" r:id="rId10"/>
  </p:sldIdLst>
  <p:sldSz cx="9144000" cy="6858000" type="screen4x3"/>
  <p:notesSz cx="6858000" cy="9144000"/>
  <p:embeddedFontLst>
    <p:embeddedFont>
      <p:font typeface="Pretendard" panose="020B0600000101010101" charset="-127"/>
      <p:regular r:id="rId11"/>
      <p:bold r:id="rId12"/>
    </p:embeddedFont>
    <p:embeddedFont>
      <p:font typeface="Pretendard ExtraBold" panose="020B0600000101010101" charset="-127"/>
      <p:bold r:id="rId13"/>
    </p:embeddedFont>
    <p:embeddedFont>
      <p:font typeface="Pretendard Light" panose="020B0600000101010101" charset="-127"/>
      <p:regular r:id="rId14"/>
    </p:embeddedFon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974" userDrawn="1">
          <p15:clr>
            <a:srgbClr val="F26B43"/>
          </p15:clr>
        </p15:guide>
        <p15:guide id="4" orient="horz" pos="346" userDrawn="1">
          <p15:clr>
            <a:srgbClr val="F26B43"/>
          </p15:clr>
        </p15:guide>
        <p15:guide id="5" pos="5602" userDrawn="1">
          <p15:clr>
            <a:srgbClr val="F26B43"/>
          </p15:clr>
        </p15:guide>
        <p15:guide id="6" pos="158" userDrawn="1">
          <p15:clr>
            <a:srgbClr val="F26B43"/>
          </p15:clr>
        </p15:guide>
        <p15:guide id="7" orient="horz" pos="504" userDrawn="1">
          <p15:clr>
            <a:srgbClr val="F26B43"/>
          </p15:clr>
        </p15:guide>
        <p15:guide id="8" pos="340" userDrawn="1">
          <p15:clr>
            <a:srgbClr val="F26B43"/>
          </p15:clr>
        </p15:guide>
        <p15:guide id="9" pos="5420" userDrawn="1">
          <p15:clr>
            <a:srgbClr val="F26B43"/>
          </p15:clr>
        </p15:guide>
        <p15:guide id="10" pos="2676" userDrawn="1">
          <p15:clr>
            <a:srgbClr val="F26B43"/>
          </p15:clr>
        </p15:guide>
        <p15:guide id="11" pos="3084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D1E"/>
    <a:srgbClr val="042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8" y="376"/>
      </p:cViewPr>
      <p:guideLst>
        <p:guide orient="horz" pos="2160"/>
        <p:guide pos="2880"/>
        <p:guide orient="horz" pos="3974"/>
        <p:guide orient="horz" pos="346"/>
        <p:guide pos="5602"/>
        <p:guide pos="158"/>
        <p:guide orient="horz" pos="504"/>
        <p:guide pos="340"/>
        <p:guide pos="5420"/>
        <p:guide pos="2676"/>
        <p:guide pos="30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49345;&#50896;\Downloads\PC1_PC2_scatter_dataset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49345;&#50896;\Documents\&#52852;&#52852;&#50724;&#53665;%20&#48155;&#51008;%20&#54028;&#51068;\NS%20and%20NS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49345;&#50896;\Downloads\PC1_PC2_scatter_dataset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49345;&#50896;\Downloads\pca_loadings_veronesi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PC1_PC2_scatter_dataset!$C$1</c:f>
              <c:strCache>
                <c:ptCount val="1"/>
                <c:pt idx="0">
                  <c:v>PC2_Slope</c:v>
                </c:pt>
              </c:strCache>
            </c:strRef>
          </c:tx>
          <c:spPr>
            <a:ln w="38100" cap="rnd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xVal>
            <c:numRef>
              <c:f>PC1_PC2_scatter_dataset!$B$2:$B$1207</c:f>
              <c:numCache>
                <c:formatCode>General</c:formatCode>
                <c:ptCount val="1206"/>
                <c:pt idx="0">
                  <c:v>4.2031327628356001</c:v>
                </c:pt>
                <c:pt idx="1">
                  <c:v>-10.779232612401101</c:v>
                </c:pt>
                <c:pt idx="2">
                  <c:v>-5.3537109100745202</c:v>
                </c:pt>
                <c:pt idx="3">
                  <c:v>10.753390191961</c:v>
                </c:pt>
                <c:pt idx="4">
                  <c:v>-3.5542394045151302</c:v>
                </c:pt>
                <c:pt idx="5">
                  <c:v>3.3120033198060499</c:v>
                </c:pt>
                <c:pt idx="6">
                  <c:v>5.1015921830219604</c:v>
                </c:pt>
                <c:pt idx="7">
                  <c:v>0.66850872284617402</c:v>
                </c:pt>
                <c:pt idx="8">
                  <c:v>2.4756627647090901</c:v>
                </c:pt>
                <c:pt idx="9">
                  <c:v>5.98845376440969</c:v>
                </c:pt>
                <c:pt idx="10">
                  <c:v>3.97907303391671</c:v>
                </c:pt>
                <c:pt idx="11">
                  <c:v>-5.14855594647186</c:v>
                </c:pt>
                <c:pt idx="12">
                  <c:v>0.66959941480301</c:v>
                </c:pt>
                <c:pt idx="13">
                  <c:v>-12.411091332994699</c:v>
                </c:pt>
                <c:pt idx="14">
                  <c:v>2.0422635943778298</c:v>
                </c:pt>
                <c:pt idx="15">
                  <c:v>2.5505786811354101</c:v>
                </c:pt>
                <c:pt idx="16">
                  <c:v>-2.4846924789346798</c:v>
                </c:pt>
                <c:pt idx="17">
                  <c:v>-11.150792100488699</c:v>
                </c:pt>
                <c:pt idx="18">
                  <c:v>5.2301154948803301</c:v>
                </c:pt>
                <c:pt idx="19">
                  <c:v>1.03897998713347</c:v>
                </c:pt>
                <c:pt idx="20">
                  <c:v>9.5814784007130491</c:v>
                </c:pt>
                <c:pt idx="21">
                  <c:v>-2.6118621482609501</c:v>
                </c:pt>
                <c:pt idx="22">
                  <c:v>5.1713539544140099</c:v>
                </c:pt>
                <c:pt idx="23">
                  <c:v>-2.9671959767785401</c:v>
                </c:pt>
                <c:pt idx="24">
                  <c:v>7.3244131097494298</c:v>
                </c:pt>
                <c:pt idx="25">
                  <c:v>-6.81011843010387</c:v>
                </c:pt>
                <c:pt idx="26">
                  <c:v>-0.674868086527737</c:v>
                </c:pt>
                <c:pt idx="27">
                  <c:v>6.1655134173970696</c:v>
                </c:pt>
                <c:pt idx="28">
                  <c:v>-3.1431413226538201</c:v>
                </c:pt>
                <c:pt idx="29">
                  <c:v>2.3033132631462498</c:v>
                </c:pt>
                <c:pt idx="30">
                  <c:v>1.5322710400797801</c:v>
                </c:pt>
                <c:pt idx="31">
                  <c:v>-6.2266009345062896</c:v>
                </c:pt>
                <c:pt idx="32">
                  <c:v>-4.8546853331082396</c:v>
                </c:pt>
                <c:pt idx="33">
                  <c:v>3.0857644127380799</c:v>
                </c:pt>
                <c:pt idx="34">
                  <c:v>-2.81259156168466</c:v>
                </c:pt>
                <c:pt idx="35">
                  <c:v>-2.6972594649141199</c:v>
                </c:pt>
                <c:pt idx="36">
                  <c:v>-6.1975703794915598</c:v>
                </c:pt>
                <c:pt idx="37">
                  <c:v>-1.0498292585018401</c:v>
                </c:pt>
                <c:pt idx="38">
                  <c:v>-6.0622047667501497E-2</c:v>
                </c:pt>
                <c:pt idx="39">
                  <c:v>4.4037249266849301</c:v>
                </c:pt>
                <c:pt idx="40">
                  <c:v>-1.9597154955229401</c:v>
                </c:pt>
                <c:pt idx="41">
                  <c:v>-0.46429449821609298</c:v>
                </c:pt>
                <c:pt idx="42">
                  <c:v>0.83956711045069399</c:v>
                </c:pt>
                <c:pt idx="43">
                  <c:v>1.77110731492235</c:v>
                </c:pt>
                <c:pt idx="44">
                  <c:v>-3.4146819570033302</c:v>
                </c:pt>
                <c:pt idx="45">
                  <c:v>-9.0077588861748006E-2</c:v>
                </c:pt>
                <c:pt idx="46">
                  <c:v>5.2710945876985003</c:v>
                </c:pt>
                <c:pt idx="47">
                  <c:v>0.30523648593925901</c:v>
                </c:pt>
                <c:pt idx="48">
                  <c:v>-2.2678173514361002</c:v>
                </c:pt>
                <c:pt idx="49">
                  <c:v>2.0194823063124399</c:v>
                </c:pt>
                <c:pt idx="50">
                  <c:v>-2.5794666853555199</c:v>
                </c:pt>
                <c:pt idx="51">
                  <c:v>-2.4759827221146402</c:v>
                </c:pt>
                <c:pt idx="52">
                  <c:v>-2.5201618771491301</c:v>
                </c:pt>
                <c:pt idx="53">
                  <c:v>5.2698393800400902</c:v>
                </c:pt>
                <c:pt idx="54">
                  <c:v>-6.5566936646820899</c:v>
                </c:pt>
                <c:pt idx="55">
                  <c:v>-11.360531450819201</c:v>
                </c:pt>
                <c:pt idx="56">
                  <c:v>1.8641189976158199</c:v>
                </c:pt>
                <c:pt idx="57">
                  <c:v>-1.5417020582524801</c:v>
                </c:pt>
                <c:pt idx="58">
                  <c:v>1.7670891626171601</c:v>
                </c:pt>
                <c:pt idx="59">
                  <c:v>-1.47971645517411</c:v>
                </c:pt>
                <c:pt idx="60">
                  <c:v>2.9702574322666302</c:v>
                </c:pt>
                <c:pt idx="61">
                  <c:v>6.0988552590837397</c:v>
                </c:pt>
                <c:pt idx="62">
                  <c:v>4.8049695808481099</c:v>
                </c:pt>
                <c:pt idx="63">
                  <c:v>-11.479717175842501</c:v>
                </c:pt>
                <c:pt idx="64">
                  <c:v>-3.4983016967782201</c:v>
                </c:pt>
                <c:pt idx="65">
                  <c:v>-0.97509097565078895</c:v>
                </c:pt>
                <c:pt idx="66">
                  <c:v>-2.0212290261244599</c:v>
                </c:pt>
                <c:pt idx="67">
                  <c:v>1.4940312269096601</c:v>
                </c:pt>
                <c:pt idx="68">
                  <c:v>-3.9980725620811501</c:v>
                </c:pt>
                <c:pt idx="69">
                  <c:v>4.5420626551910299</c:v>
                </c:pt>
                <c:pt idx="70">
                  <c:v>1.2232878738270201</c:v>
                </c:pt>
                <c:pt idx="71">
                  <c:v>-2.8164444073414998</c:v>
                </c:pt>
                <c:pt idx="72">
                  <c:v>0.49405139955132299</c:v>
                </c:pt>
                <c:pt idx="73">
                  <c:v>-6.5643223325407698</c:v>
                </c:pt>
                <c:pt idx="74">
                  <c:v>-12.1296929394048</c:v>
                </c:pt>
                <c:pt idx="75">
                  <c:v>-7.5909372734180298</c:v>
                </c:pt>
                <c:pt idx="76">
                  <c:v>3.6210428608743701</c:v>
                </c:pt>
                <c:pt idx="77">
                  <c:v>3.62628346909435</c:v>
                </c:pt>
                <c:pt idx="78">
                  <c:v>-0.954634625692244</c:v>
                </c:pt>
                <c:pt idx="79">
                  <c:v>-2.3927364260934101</c:v>
                </c:pt>
                <c:pt idx="80">
                  <c:v>4.4489184034330398</c:v>
                </c:pt>
                <c:pt idx="81">
                  <c:v>-3.6395875075525401</c:v>
                </c:pt>
                <c:pt idx="82">
                  <c:v>14.555318748975401</c:v>
                </c:pt>
                <c:pt idx="83">
                  <c:v>10.2053828013758</c:v>
                </c:pt>
                <c:pt idx="84">
                  <c:v>-3.7797367381039702</c:v>
                </c:pt>
                <c:pt idx="85">
                  <c:v>0.26194848375600199</c:v>
                </c:pt>
                <c:pt idx="86">
                  <c:v>-4.5884614767949996</c:v>
                </c:pt>
                <c:pt idx="87">
                  <c:v>6.1362871082322403</c:v>
                </c:pt>
                <c:pt idx="88">
                  <c:v>-15.2811804971779</c:v>
                </c:pt>
                <c:pt idx="89">
                  <c:v>5.1826694169770402</c:v>
                </c:pt>
                <c:pt idx="90">
                  <c:v>1.70422513081734</c:v>
                </c:pt>
                <c:pt idx="91">
                  <c:v>13.4055393786651</c:v>
                </c:pt>
                <c:pt idx="92">
                  <c:v>4.3338295050692599</c:v>
                </c:pt>
                <c:pt idx="93">
                  <c:v>-5.4018552226205196</c:v>
                </c:pt>
                <c:pt idx="94">
                  <c:v>3.6863614308065902</c:v>
                </c:pt>
                <c:pt idx="95">
                  <c:v>5.2076615256084002</c:v>
                </c:pt>
                <c:pt idx="96">
                  <c:v>-1.32959030460603</c:v>
                </c:pt>
                <c:pt idx="97">
                  <c:v>-3.81418709460065</c:v>
                </c:pt>
                <c:pt idx="98">
                  <c:v>-4.3180720297391098</c:v>
                </c:pt>
                <c:pt idx="99">
                  <c:v>3.9789882582907898</c:v>
                </c:pt>
                <c:pt idx="100">
                  <c:v>-4.2850879869455998</c:v>
                </c:pt>
                <c:pt idx="101">
                  <c:v>-0.184690478834522</c:v>
                </c:pt>
                <c:pt idx="102">
                  <c:v>5.3078199859451898</c:v>
                </c:pt>
                <c:pt idx="103">
                  <c:v>-0.62213215588321502</c:v>
                </c:pt>
                <c:pt idx="104">
                  <c:v>-4.8514648508800402</c:v>
                </c:pt>
                <c:pt idx="105">
                  <c:v>-1.3275759427426601</c:v>
                </c:pt>
                <c:pt idx="106">
                  <c:v>1.02331835656183</c:v>
                </c:pt>
                <c:pt idx="107">
                  <c:v>-0.33955439776943003</c:v>
                </c:pt>
                <c:pt idx="108">
                  <c:v>1.2016399415807899</c:v>
                </c:pt>
                <c:pt idx="109">
                  <c:v>-0.74860769268766303</c:v>
                </c:pt>
                <c:pt idx="110">
                  <c:v>3.9805453009273002</c:v>
                </c:pt>
                <c:pt idx="111">
                  <c:v>2.21407129618188</c:v>
                </c:pt>
                <c:pt idx="112">
                  <c:v>4.3794493706886097</c:v>
                </c:pt>
                <c:pt idx="113">
                  <c:v>0.80967576979921496</c:v>
                </c:pt>
                <c:pt idx="114">
                  <c:v>-7.29836477759663</c:v>
                </c:pt>
                <c:pt idx="115">
                  <c:v>-10.9939912117825</c:v>
                </c:pt>
                <c:pt idx="116">
                  <c:v>0.18127686788437899</c:v>
                </c:pt>
                <c:pt idx="117">
                  <c:v>4.8106114115834497</c:v>
                </c:pt>
                <c:pt idx="118">
                  <c:v>-2.2696041938685099</c:v>
                </c:pt>
                <c:pt idx="119">
                  <c:v>3.71016557131346</c:v>
                </c:pt>
                <c:pt idx="120">
                  <c:v>0.70861640574616702</c:v>
                </c:pt>
                <c:pt idx="121">
                  <c:v>-4.2996884060819696</c:v>
                </c:pt>
                <c:pt idx="122">
                  <c:v>-0.61259536056839303</c:v>
                </c:pt>
                <c:pt idx="123">
                  <c:v>-1.3644239064533701</c:v>
                </c:pt>
                <c:pt idx="124">
                  <c:v>-4.4791029700831402</c:v>
                </c:pt>
                <c:pt idx="125">
                  <c:v>-0.669525978153242</c:v>
                </c:pt>
                <c:pt idx="126">
                  <c:v>-6.7783536484465401</c:v>
                </c:pt>
                <c:pt idx="127">
                  <c:v>-0.75658576111963005</c:v>
                </c:pt>
                <c:pt idx="128">
                  <c:v>-1.23056820811107</c:v>
                </c:pt>
                <c:pt idx="129">
                  <c:v>-5.2516151419771404</c:v>
                </c:pt>
                <c:pt idx="130">
                  <c:v>-3.7943788911870802</c:v>
                </c:pt>
                <c:pt idx="131">
                  <c:v>7.6197408886320996</c:v>
                </c:pt>
                <c:pt idx="132">
                  <c:v>-4.3206144295106697</c:v>
                </c:pt>
                <c:pt idx="133">
                  <c:v>-5.0541961687682404</c:v>
                </c:pt>
                <c:pt idx="134">
                  <c:v>-4.5238622208281001</c:v>
                </c:pt>
                <c:pt idx="135">
                  <c:v>-7.7816607264373001</c:v>
                </c:pt>
                <c:pt idx="136">
                  <c:v>-1.7760840920816301</c:v>
                </c:pt>
                <c:pt idx="137">
                  <c:v>-13.451732793443</c:v>
                </c:pt>
                <c:pt idx="138">
                  <c:v>2.8169280873682401</c:v>
                </c:pt>
                <c:pt idx="139">
                  <c:v>-0.13497210385567601</c:v>
                </c:pt>
                <c:pt idx="140">
                  <c:v>-5.4125424925010099</c:v>
                </c:pt>
                <c:pt idx="141">
                  <c:v>-4.2365095299204896</c:v>
                </c:pt>
                <c:pt idx="142">
                  <c:v>-19.389145633714701</c:v>
                </c:pt>
                <c:pt idx="143">
                  <c:v>3.14680701480275</c:v>
                </c:pt>
                <c:pt idx="144">
                  <c:v>1.4146452999897801</c:v>
                </c:pt>
                <c:pt idx="145">
                  <c:v>-20.053838726084201</c:v>
                </c:pt>
                <c:pt idx="146">
                  <c:v>2.8999249269186702</c:v>
                </c:pt>
                <c:pt idx="147">
                  <c:v>7.0331433894564199</c:v>
                </c:pt>
                <c:pt idx="148">
                  <c:v>1.1057044162787499</c:v>
                </c:pt>
                <c:pt idx="149">
                  <c:v>-12.7177842573675</c:v>
                </c:pt>
                <c:pt idx="150">
                  <c:v>5.4565507825098702</c:v>
                </c:pt>
                <c:pt idx="151">
                  <c:v>0.657066058656948</c:v>
                </c:pt>
                <c:pt idx="152">
                  <c:v>0.54611937305529301</c:v>
                </c:pt>
                <c:pt idx="153">
                  <c:v>-10.1025973333445</c:v>
                </c:pt>
                <c:pt idx="154">
                  <c:v>-6.1349624096585398</c:v>
                </c:pt>
                <c:pt idx="155">
                  <c:v>-7.0372689127710801</c:v>
                </c:pt>
                <c:pt idx="156">
                  <c:v>-15.3233210630705</c:v>
                </c:pt>
                <c:pt idx="157">
                  <c:v>11.9630798260074</c:v>
                </c:pt>
                <c:pt idx="158">
                  <c:v>-28.229559950913</c:v>
                </c:pt>
                <c:pt idx="159">
                  <c:v>4.8729753131498903</c:v>
                </c:pt>
                <c:pt idx="160">
                  <c:v>9.8362171939063199</c:v>
                </c:pt>
                <c:pt idx="161">
                  <c:v>2.10333891110781</c:v>
                </c:pt>
                <c:pt idx="162">
                  <c:v>3.74821775427653</c:v>
                </c:pt>
                <c:pt idx="163">
                  <c:v>18.242536328040298</c:v>
                </c:pt>
                <c:pt idx="164">
                  <c:v>5.9284983476070403</c:v>
                </c:pt>
                <c:pt idx="165">
                  <c:v>7.4576193345926702</c:v>
                </c:pt>
                <c:pt idx="166">
                  <c:v>-1.26574088716605</c:v>
                </c:pt>
                <c:pt idx="167">
                  <c:v>-5.2222626085121204</c:v>
                </c:pt>
                <c:pt idx="168">
                  <c:v>-5.6704008291286598</c:v>
                </c:pt>
                <c:pt idx="169">
                  <c:v>9.6764356325115806</c:v>
                </c:pt>
                <c:pt idx="170">
                  <c:v>-7.5297621443152103</c:v>
                </c:pt>
                <c:pt idx="171">
                  <c:v>-3.1878478642007102</c:v>
                </c:pt>
                <c:pt idx="172">
                  <c:v>3.56354716461867</c:v>
                </c:pt>
                <c:pt idx="173">
                  <c:v>-5.1528266577265498</c:v>
                </c:pt>
                <c:pt idx="174">
                  <c:v>-8.94405443942372</c:v>
                </c:pt>
                <c:pt idx="175">
                  <c:v>-3.7112687572526202</c:v>
                </c:pt>
                <c:pt idx="176">
                  <c:v>2.2654519956738199</c:v>
                </c:pt>
                <c:pt idx="177">
                  <c:v>13.544254679253999</c:v>
                </c:pt>
                <c:pt idx="178">
                  <c:v>18.746681919482601</c:v>
                </c:pt>
                <c:pt idx="179">
                  <c:v>-1.71014354149652</c:v>
                </c:pt>
                <c:pt idx="180">
                  <c:v>10.4973656060802</c:v>
                </c:pt>
                <c:pt idx="181">
                  <c:v>3.70071744970438</c:v>
                </c:pt>
                <c:pt idx="182">
                  <c:v>-3.8640940036145</c:v>
                </c:pt>
                <c:pt idx="183">
                  <c:v>-10.743098387268899</c:v>
                </c:pt>
                <c:pt idx="184">
                  <c:v>4.8011007866116504</c:v>
                </c:pt>
                <c:pt idx="185">
                  <c:v>-4.3683555557523199</c:v>
                </c:pt>
                <c:pt idx="186">
                  <c:v>9.7684145131939601</c:v>
                </c:pt>
                <c:pt idx="187">
                  <c:v>3.7829049823882701</c:v>
                </c:pt>
                <c:pt idx="188">
                  <c:v>-3.7157746759631398</c:v>
                </c:pt>
                <c:pt idx="189">
                  <c:v>3.5799740685256598</c:v>
                </c:pt>
                <c:pt idx="190">
                  <c:v>1.6928914568303901</c:v>
                </c:pt>
                <c:pt idx="191">
                  <c:v>-1.4955482780379099</c:v>
                </c:pt>
                <c:pt idx="192">
                  <c:v>6.7673047313024801</c:v>
                </c:pt>
                <c:pt idx="193">
                  <c:v>-0.91114069575928103</c:v>
                </c:pt>
                <c:pt idx="194">
                  <c:v>7.0381014041018499</c:v>
                </c:pt>
                <c:pt idx="195">
                  <c:v>2.72112399592055</c:v>
                </c:pt>
                <c:pt idx="196">
                  <c:v>-8.0954288935184593</c:v>
                </c:pt>
                <c:pt idx="197">
                  <c:v>-13.1195746743958</c:v>
                </c:pt>
                <c:pt idx="198">
                  <c:v>2.6452755246753701</c:v>
                </c:pt>
                <c:pt idx="199">
                  <c:v>0.65536350783774899</c:v>
                </c:pt>
                <c:pt idx="200">
                  <c:v>-0.73700539894850003</c:v>
                </c:pt>
                <c:pt idx="201">
                  <c:v>1.87578120578059</c:v>
                </c:pt>
                <c:pt idx="202">
                  <c:v>-7.2672493873934796</c:v>
                </c:pt>
                <c:pt idx="203">
                  <c:v>-3.0646868943838401E-2</c:v>
                </c:pt>
                <c:pt idx="204">
                  <c:v>-12.7778666373195</c:v>
                </c:pt>
                <c:pt idx="205">
                  <c:v>-0.84510355701568096</c:v>
                </c:pt>
                <c:pt idx="206">
                  <c:v>-10.987380782004999</c:v>
                </c:pt>
                <c:pt idx="207">
                  <c:v>-23.030233645514201</c:v>
                </c:pt>
                <c:pt idx="208">
                  <c:v>2.1767858681839201</c:v>
                </c:pt>
                <c:pt idx="209">
                  <c:v>-4.4827802749851298</c:v>
                </c:pt>
                <c:pt idx="210">
                  <c:v>1.9342276689192801</c:v>
                </c:pt>
                <c:pt idx="211">
                  <c:v>11.0710625979622</c:v>
                </c:pt>
                <c:pt idx="212">
                  <c:v>7.2649873668809697</c:v>
                </c:pt>
                <c:pt idx="213">
                  <c:v>-15.5961065026674</c:v>
                </c:pt>
                <c:pt idx="214">
                  <c:v>-23.4048963187977</c:v>
                </c:pt>
                <c:pt idx="215">
                  <c:v>3.1286310327092202</c:v>
                </c:pt>
                <c:pt idx="216">
                  <c:v>8.8883053394023896</c:v>
                </c:pt>
                <c:pt idx="217">
                  <c:v>-8.7355586106494396</c:v>
                </c:pt>
                <c:pt idx="218">
                  <c:v>-0.26957556694942902</c:v>
                </c:pt>
                <c:pt idx="219">
                  <c:v>2.5835703831825501</c:v>
                </c:pt>
                <c:pt idx="220">
                  <c:v>-10.762519753848199</c:v>
                </c:pt>
                <c:pt idx="221">
                  <c:v>2.6939759585260901</c:v>
                </c:pt>
                <c:pt idx="222">
                  <c:v>-11.269558517160499</c:v>
                </c:pt>
                <c:pt idx="223">
                  <c:v>4.7375488023096599</c:v>
                </c:pt>
                <c:pt idx="224">
                  <c:v>5.5657176639850396</c:v>
                </c:pt>
                <c:pt idx="225">
                  <c:v>-9.6569939513120993</c:v>
                </c:pt>
                <c:pt idx="226">
                  <c:v>-8.6381135943020908</c:v>
                </c:pt>
                <c:pt idx="227">
                  <c:v>-15.262078767387299</c:v>
                </c:pt>
                <c:pt idx="228">
                  <c:v>7.1814185122734902</c:v>
                </c:pt>
                <c:pt idx="229">
                  <c:v>1.8297104522129199</c:v>
                </c:pt>
                <c:pt idx="230">
                  <c:v>-14.584556635838499</c:v>
                </c:pt>
                <c:pt idx="231">
                  <c:v>3.8757396923766101</c:v>
                </c:pt>
                <c:pt idx="232">
                  <c:v>-5.7658434988328601E-2</c:v>
                </c:pt>
                <c:pt idx="233">
                  <c:v>3.1217448057381301</c:v>
                </c:pt>
                <c:pt idx="234">
                  <c:v>3.00393389150469</c:v>
                </c:pt>
                <c:pt idx="235">
                  <c:v>-5.4466724351589297</c:v>
                </c:pt>
                <c:pt idx="236">
                  <c:v>-9.0911776493084506</c:v>
                </c:pt>
                <c:pt idx="237">
                  <c:v>10.4929630801714</c:v>
                </c:pt>
                <c:pt idx="238">
                  <c:v>0.78792698685135898</c:v>
                </c:pt>
                <c:pt idx="239">
                  <c:v>20.2169323285183</c:v>
                </c:pt>
                <c:pt idx="240">
                  <c:v>-8.2883662090811896</c:v>
                </c:pt>
                <c:pt idx="241">
                  <c:v>1.0707044539381401</c:v>
                </c:pt>
                <c:pt idx="242">
                  <c:v>11.6967484645995</c:v>
                </c:pt>
                <c:pt idx="243">
                  <c:v>-5.5250033396832299</c:v>
                </c:pt>
                <c:pt idx="244">
                  <c:v>-2.76759314055144</c:v>
                </c:pt>
                <c:pt idx="245">
                  <c:v>-12.690760519846799</c:v>
                </c:pt>
                <c:pt idx="246">
                  <c:v>0.31738236717408402</c:v>
                </c:pt>
                <c:pt idx="247">
                  <c:v>-1.8114820218510299</c:v>
                </c:pt>
                <c:pt idx="248">
                  <c:v>4.4115403253264001</c:v>
                </c:pt>
                <c:pt idx="249">
                  <c:v>-6.4484172688349597</c:v>
                </c:pt>
                <c:pt idx="250">
                  <c:v>-2.3219833804330698</c:v>
                </c:pt>
                <c:pt idx="251">
                  <c:v>1.6027045265212101</c:v>
                </c:pt>
                <c:pt idx="252">
                  <c:v>11.396225603302</c:v>
                </c:pt>
                <c:pt idx="253">
                  <c:v>-5.4296953414400999</c:v>
                </c:pt>
                <c:pt idx="254">
                  <c:v>-5.4904578227821004</c:v>
                </c:pt>
                <c:pt idx="255">
                  <c:v>-21.503086155676101</c:v>
                </c:pt>
                <c:pt idx="256">
                  <c:v>-2.79022905548912</c:v>
                </c:pt>
                <c:pt idx="257">
                  <c:v>-4.6715944411233696</c:v>
                </c:pt>
                <c:pt idx="258">
                  <c:v>-9.1511071811269495</c:v>
                </c:pt>
                <c:pt idx="259">
                  <c:v>-47.989467640809202</c:v>
                </c:pt>
                <c:pt idx="260">
                  <c:v>10.9323838411007</c:v>
                </c:pt>
                <c:pt idx="261">
                  <c:v>17.836719116912398</c:v>
                </c:pt>
                <c:pt idx="262">
                  <c:v>-12.5993403158364</c:v>
                </c:pt>
                <c:pt idx="263">
                  <c:v>-17.2119500977869</c:v>
                </c:pt>
                <c:pt idx="264">
                  <c:v>-16.008532176638699</c:v>
                </c:pt>
                <c:pt idx="265">
                  <c:v>-6.1182522080291397</c:v>
                </c:pt>
                <c:pt idx="266">
                  <c:v>-16.137332786943301</c:v>
                </c:pt>
                <c:pt idx="267">
                  <c:v>3.1161656071694801</c:v>
                </c:pt>
                <c:pt idx="268">
                  <c:v>-14.091510826893201</c:v>
                </c:pt>
                <c:pt idx="269">
                  <c:v>-38.887196192070697</c:v>
                </c:pt>
                <c:pt idx="270">
                  <c:v>4.13897566345263</c:v>
                </c:pt>
                <c:pt idx="271">
                  <c:v>17.081618936576</c:v>
                </c:pt>
                <c:pt idx="272">
                  <c:v>19.4156709884961</c:v>
                </c:pt>
                <c:pt idx="273">
                  <c:v>-10.1035377040558</c:v>
                </c:pt>
                <c:pt idx="274">
                  <c:v>-12.0861638566259</c:v>
                </c:pt>
                <c:pt idx="275">
                  <c:v>3.9097848231472798</c:v>
                </c:pt>
                <c:pt idx="276">
                  <c:v>4.2055979582742502</c:v>
                </c:pt>
                <c:pt idx="277">
                  <c:v>5.8513213540540301</c:v>
                </c:pt>
                <c:pt idx="278">
                  <c:v>-8.2141495553620203</c:v>
                </c:pt>
                <c:pt idx="279">
                  <c:v>25.341792459748</c:v>
                </c:pt>
                <c:pt idx="280">
                  <c:v>4.3417311989273797</c:v>
                </c:pt>
                <c:pt idx="281">
                  <c:v>-6.2633751086546203</c:v>
                </c:pt>
                <c:pt idx="282">
                  <c:v>-1.7830408493004</c:v>
                </c:pt>
                <c:pt idx="283">
                  <c:v>-11.8379571865102</c:v>
                </c:pt>
                <c:pt idx="284">
                  <c:v>-28.916417712580301</c:v>
                </c:pt>
                <c:pt idx="285">
                  <c:v>-6.26968505908716</c:v>
                </c:pt>
                <c:pt idx="286">
                  <c:v>-8.25360027841697</c:v>
                </c:pt>
                <c:pt idx="287">
                  <c:v>4.0467142522806201</c:v>
                </c:pt>
                <c:pt idx="288">
                  <c:v>9.5647989183832998</c:v>
                </c:pt>
                <c:pt idx="289">
                  <c:v>3.40060939690607</c:v>
                </c:pt>
                <c:pt idx="290">
                  <c:v>28.0178906405284</c:v>
                </c:pt>
                <c:pt idx="291">
                  <c:v>12.8913403675827</c:v>
                </c:pt>
                <c:pt idx="292">
                  <c:v>-4.1692932077311404</c:v>
                </c:pt>
                <c:pt idx="293">
                  <c:v>-21.157067300175001</c:v>
                </c:pt>
                <c:pt idx="294">
                  <c:v>0.67279842778103804</c:v>
                </c:pt>
                <c:pt idx="295">
                  <c:v>-6.9846410130271197</c:v>
                </c:pt>
                <c:pt idx="296">
                  <c:v>3.4761193840147899</c:v>
                </c:pt>
                <c:pt idx="297">
                  <c:v>9.1693311068106595</c:v>
                </c:pt>
                <c:pt idx="298">
                  <c:v>-2.3098033812066601</c:v>
                </c:pt>
                <c:pt idx="299">
                  <c:v>9.1174151231317708</c:v>
                </c:pt>
                <c:pt idx="300">
                  <c:v>7.2825677287266499</c:v>
                </c:pt>
                <c:pt idx="301">
                  <c:v>-8.6545980745265592</c:v>
                </c:pt>
                <c:pt idx="302">
                  <c:v>4.1908643578312104</c:v>
                </c:pt>
                <c:pt idx="303">
                  <c:v>1.2500035760264401</c:v>
                </c:pt>
                <c:pt idx="304">
                  <c:v>-21.4356242229297</c:v>
                </c:pt>
                <c:pt idx="305">
                  <c:v>-20.8698940943342</c:v>
                </c:pt>
                <c:pt idx="306">
                  <c:v>2.3614722470670499</c:v>
                </c:pt>
                <c:pt idx="307">
                  <c:v>-25.729940710595798</c:v>
                </c:pt>
                <c:pt idx="308">
                  <c:v>10.385603707325901</c:v>
                </c:pt>
                <c:pt idx="309">
                  <c:v>3.51533590890529</c:v>
                </c:pt>
                <c:pt idx="310">
                  <c:v>-19.0998821679019</c:v>
                </c:pt>
                <c:pt idx="311">
                  <c:v>-46.553365062731302</c:v>
                </c:pt>
                <c:pt idx="312">
                  <c:v>-11.710978017179301</c:v>
                </c:pt>
                <c:pt idx="313">
                  <c:v>-26.619452316880501</c:v>
                </c:pt>
                <c:pt idx="314">
                  <c:v>-7.4250771173794403</c:v>
                </c:pt>
                <c:pt idx="315">
                  <c:v>-8.6462291872799302</c:v>
                </c:pt>
                <c:pt idx="316">
                  <c:v>5.4856196700690498</c:v>
                </c:pt>
                <c:pt idx="317">
                  <c:v>3.4640894090917298</c:v>
                </c:pt>
                <c:pt idx="318">
                  <c:v>23.768660386931401</c:v>
                </c:pt>
                <c:pt idx="319">
                  <c:v>-12.6619321669258</c:v>
                </c:pt>
                <c:pt idx="320">
                  <c:v>18.9055322418196</c:v>
                </c:pt>
                <c:pt idx="321">
                  <c:v>-13.8829605793703</c:v>
                </c:pt>
                <c:pt idx="322">
                  <c:v>6.13494612520911</c:v>
                </c:pt>
                <c:pt idx="323">
                  <c:v>-0.237948643959112</c:v>
                </c:pt>
                <c:pt idx="324">
                  <c:v>3.1976019591051199</c:v>
                </c:pt>
                <c:pt idx="325">
                  <c:v>27.650143902008899</c:v>
                </c:pt>
                <c:pt idx="326">
                  <c:v>1.4464605000139901</c:v>
                </c:pt>
                <c:pt idx="327">
                  <c:v>26.1398746431653</c:v>
                </c:pt>
                <c:pt idx="328">
                  <c:v>16.620430436992802</c:v>
                </c:pt>
                <c:pt idx="329">
                  <c:v>-3.2633112197777501</c:v>
                </c:pt>
                <c:pt idx="330">
                  <c:v>-11.2992132269636</c:v>
                </c:pt>
                <c:pt idx="331">
                  <c:v>-3.6963937452875602</c:v>
                </c:pt>
                <c:pt idx="332">
                  <c:v>7.4638554627286098</c:v>
                </c:pt>
                <c:pt idx="333">
                  <c:v>15.177853318904999</c:v>
                </c:pt>
                <c:pt idx="334">
                  <c:v>-4.9949229221658902</c:v>
                </c:pt>
                <c:pt idx="335">
                  <c:v>9.3624203238702197</c:v>
                </c:pt>
                <c:pt idx="336">
                  <c:v>-4.1103047532302304</c:v>
                </c:pt>
                <c:pt idx="337">
                  <c:v>3.9308297479345802</c:v>
                </c:pt>
                <c:pt idx="338">
                  <c:v>-22.388651644975699</c:v>
                </c:pt>
                <c:pt idx="339">
                  <c:v>-0.25233428543458603</c:v>
                </c:pt>
                <c:pt idx="340">
                  <c:v>15.2247661845919</c:v>
                </c:pt>
                <c:pt idx="341">
                  <c:v>15.906894010944599</c:v>
                </c:pt>
                <c:pt idx="342">
                  <c:v>5.5155334424972802</c:v>
                </c:pt>
                <c:pt idx="343">
                  <c:v>8.6061385798063199</c:v>
                </c:pt>
                <c:pt idx="344">
                  <c:v>-10.159212689296799</c:v>
                </c:pt>
                <c:pt idx="345">
                  <c:v>21.450814558454901</c:v>
                </c:pt>
                <c:pt idx="346">
                  <c:v>-13.9806735576168</c:v>
                </c:pt>
                <c:pt idx="347">
                  <c:v>17.424561016312101</c:v>
                </c:pt>
                <c:pt idx="348">
                  <c:v>-10.445621494009901</c:v>
                </c:pt>
                <c:pt idx="349">
                  <c:v>-5.4872336184451598</c:v>
                </c:pt>
                <c:pt idx="350">
                  <c:v>7.6205650688705502</c:v>
                </c:pt>
                <c:pt idx="351">
                  <c:v>-11.499982011223199</c:v>
                </c:pt>
                <c:pt idx="352">
                  <c:v>-0.21615406111785901</c:v>
                </c:pt>
                <c:pt idx="353">
                  <c:v>-6.8349618504210898</c:v>
                </c:pt>
                <c:pt idx="354">
                  <c:v>1.34714730594349</c:v>
                </c:pt>
                <c:pt idx="355">
                  <c:v>-11.816533117652</c:v>
                </c:pt>
                <c:pt idx="356">
                  <c:v>25.416450720504798</c:v>
                </c:pt>
                <c:pt idx="357">
                  <c:v>-4.3003522802331098</c:v>
                </c:pt>
                <c:pt idx="358">
                  <c:v>-7.17877477921198</c:v>
                </c:pt>
                <c:pt idx="359">
                  <c:v>-17.794597726724401</c:v>
                </c:pt>
                <c:pt idx="360">
                  <c:v>-10.1630945131923</c:v>
                </c:pt>
                <c:pt idx="361">
                  <c:v>-7.4234858192149398</c:v>
                </c:pt>
                <c:pt idx="362">
                  <c:v>-10.6598512766727</c:v>
                </c:pt>
                <c:pt idx="363">
                  <c:v>-46.011038821222201</c:v>
                </c:pt>
                <c:pt idx="364">
                  <c:v>-3.0885359735317102</c:v>
                </c:pt>
                <c:pt idx="365">
                  <c:v>-28.759935920817199</c:v>
                </c:pt>
                <c:pt idx="366">
                  <c:v>5.3789264666814596</c:v>
                </c:pt>
                <c:pt idx="367">
                  <c:v>-9.08937201666029</c:v>
                </c:pt>
                <c:pt idx="368">
                  <c:v>-17.976879864931998</c:v>
                </c:pt>
                <c:pt idx="369">
                  <c:v>18.519751097632099</c:v>
                </c:pt>
                <c:pt idx="370">
                  <c:v>17.371188049659899</c:v>
                </c:pt>
                <c:pt idx="371">
                  <c:v>-10.8460731440326</c:v>
                </c:pt>
                <c:pt idx="372">
                  <c:v>-4.2555571212240197</c:v>
                </c:pt>
                <c:pt idx="373">
                  <c:v>31.091003979578701</c:v>
                </c:pt>
                <c:pt idx="374">
                  <c:v>1.3657439429432601</c:v>
                </c:pt>
                <c:pt idx="375">
                  <c:v>-9.4314721822834997</c:v>
                </c:pt>
                <c:pt idx="376">
                  <c:v>-31.805120927893501</c:v>
                </c:pt>
                <c:pt idx="377">
                  <c:v>-0.22138091041504901</c:v>
                </c:pt>
                <c:pt idx="378">
                  <c:v>-1.7710087435800601</c:v>
                </c:pt>
                <c:pt idx="379">
                  <c:v>-8.5094068784946106</c:v>
                </c:pt>
                <c:pt idx="380">
                  <c:v>-10.4942634097424</c:v>
                </c:pt>
                <c:pt idx="381">
                  <c:v>-41.187490576074701</c:v>
                </c:pt>
                <c:pt idx="382">
                  <c:v>-24.246265325865199</c:v>
                </c:pt>
                <c:pt idx="383">
                  <c:v>-70.749489395318307</c:v>
                </c:pt>
                <c:pt idx="384">
                  <c:v>39.3161945219329</c:v>
                </c:pt>
                <c:pt idx="385">
                  <c:v>-12.263777296034</c:v>
                </c:pt>
                <c:pt idx="386">
                  <c:v>12.666080916984001</c:v>
                </c:pt>
                <c:pt idx="387">
                  <c:v>30.220159032843998</c:v>
                </c:pt>
                <c:pt idx="388">
                  <c:v>23.807084284692699</c:v>
                </c:pt>
                <c:pt idx="389">
                  <c:v>-16.052288688094301</c:v>
                </c:pt>
                <c:pt idx="390">
                  <c:v>-0.74034854055208998</c:v>
                </c:pt>
                <c:pt idx="391">
                  <c:v>-23.416336956407601</c:v>
                </c:pt>
                <c:pt idx="392">
                  <c:v>-20.901095405522401</c:v>
                </c:pt>
                <c:pt idx="393">
                  <c:v>42.689711753153098</c:v>
                </c:pt>
                <c:pt idx="394">
                  <c:v>-23.842875241445402</c:v>
                </c:pt>
                <c:pt idx="395">
                  <c:v>3.7634452683884798</c:v>
                </c:pt>
                <c:pt idx="396">
                  <c:v>-6.9891173183141699</c:v>
                </c:pt>
                <c:pt idx="397">
                  <c:v>-6.0478286973878399</c:v>
                </c:pt>
                <c:pt idx="398">
                  <c:v>-24.5322258481063</c:v>
                </c:pt>
                <c:pt idx="399">
                  <c:v>-9.0894440144798399</c:v>
                </c:pt>
                <c:pt idx="400">
                  <c:v>-40.794809924262402</c:v>
                </c:pt>
                <c:pt idx="401">
                  <c:v>32.0200477761408</c:v>
                </c:pt>
                <c:pt idx="402">
                  <c:v>26.585217565333</c:v>
                </c:pt>
                <c:pt idx="403">
                  <c:v>10.3290975769848</c:v>
                </c:pt>
                <c:pt idx="404">
                  <c:v>-8.9539831649134598</c:v>
                </c:pt>
                <c:pt idx="405">
                  <c:v>29.523640933615599</c:v>
                </c:pt>
                <c:pt idx="406">
                  <c:v>-14.0580518034549</c:v>
                </c:pt>
                <c:pt idx="407">
                  <c:v>24.770919990748698</c:v>
                </c:pt>
                <c:pt idx="408">
                  <c:v>-8.2316915347145798</c:v>
                </c:pt>
                <c:pt idx="409">
                  <c:v>-12.7435922559744</c:v>
                </c:pt>
                <c:pt idx="410">
                  <c:v>5.1478272460966696</c:v>
                </c:pt>
                <c:pt idx="411">
                  <c:v>-17.0782429023878</c:v>
                </c:pt>
                <c:pt idx="412">
                  <c:v>4.9080803892394904</c:v>
                </c:pt>
                <c:pt idx="413">
                  <c:v>14.408713371038299</c:v>
                </c:pt>
                <c:pt idx="414">
                  <c:v>17.905580439124101</c:v>
                </c:pt>
                <c:pt idx="415">
                  <c:v>42.859503365420302</c:v>
                </c:pt>
                <c:pt idx="416">
                  <c:v>-7.3253362308514101</c:v>
                </c:pt>
                <c:pt idx="417">
                  <c:v>19.846531708525902</c:v>
                </c:pt>
                <c:pt idx="418">
                  <c:v>-9.9894242128447193</c:v>
                </c:pt>
                <c:pt idx="419">
                  <c:v>4.1695874105922304</c:v>
                </c:pt>
                <c:pt idx="420">
                  <c:v>7.44992842871594</c:v>
                </c:pt>
                <c:pt idx="421">
                  <c:v>-1.6953940734338</c:v>
                </c:pt>
                <c:pt idx="422">
                  <c:v>-3.04310361192515</c:v>
                </c:pt>
                <c:pt idx="423">
                  <c:v>-2.1962020575935601</c:v>
                </c:pt>
                <c:pt idx="424">
                  <c:v>33.789086623923303</c:v>
                </c:pt>
                <c:pt idx="425">
                  <c:v>6.1397939565638397</c:v>
                </c:pt>
                <c:pt idx="426">
                  <c:v>-2.6198179145503202</c:v>
                </c:pt>
                <c:pt idx="427">
                  <c:v>-11.503869770599</c:v>
                </c:pt>
                <c:pt idx="428">
                  <c:v>5.2273263274368196</c:v>
                </c:pt>
                <c:pt idx="429">
                  <c:v>4.8226849743810298</c:v>
                </c:pt>
                <c:pt idx="430">
                  <c:v>13.399839375215199</c:v>
                </c:pt>
                <c:pt idx="431">
                  <c:v>4.71951791225377</c:v>
                </c:pt>
                <c:pt idx="432">
                  <c:v>3.0847018708194001</c:v>
                </c:pt>
                <c:pt idx="433">
                  <c:v>-4.7943882959384103</c:v>
                </c:pt>
                <c:pt idx="434">
                  <c:v>-0.89018596342673595</c:v>
                </c:pt>
                <c:pt idx="435">
                  <c:v>7.61206827992096</c:v>
                </c:pt>
                <c:pt idx="436">
                  <c:v>3.6741713195098198</c:v>
                </c:pt>
                <c:pt idx="437">
                  <c:v>-1.0765417225344001</c:v>
                </c:pt>
                <c:pt idx="438">
                  <c:v>18.880036163995499</c:v>
                </c:pt>
                <c:pt idx="439">
                  <c:v>3.4267922889390201</c:v>
                </c:pt>
                <c:pt idx="440">
                  <c:v>1.1173634153404799</c:v>
                </c:pt>
                <c:pt idx="441">
                  <c:v>-3.51161248315666</c:v>
                </c:pt>
                <c:pt idx="442">
                  <c:v>-37.7239873568194</c:v>
                </c:pt>
                <c:pt idx="443">
                  <c:v>9.6075540053974908</c:v>
                </c:pt>
                <c:pt idx="444">
                  <c:v>12.752146501752801</c:v>
                </c:pt>
                <c:pt idx="445">
                  <c:v>-12.895263356400401</c:v>
                </c:pt>
                <c:pt idx="446">
                  <c:v>-12.425850894120201</c:v>
                </c:pt>
                <c:pt idx="447">
                  <c:v>3.0486829982144799</c:v>
                </c:pt>
                <c:pt idx="448">
                  <c:v>-6.3913380390300398</c:v>
                </c:pt>
                <c:pt idx="449">
                  <c:v>-11.843254507342101</c:v>
                </c:pt>
                <c:pt idx="450">
                  <c:v>0.142677105135912</c:v>
                </c:pt>
                <c:pt idx="451">
                  <c:v>-13.6853653531132</c:v>
                </c:pt>
                <c:pt idx="452">
                  <c:v>28.302022960008902</c:v>
                </c:pt>
                <c:pt idx="453">
                  <c:v>11.246423032284399</c:v>
                </c:pt>
                <c:pt idx="454">
                  <c:v>3.0868148473961798</c:v>
                </c:pt>
                <c:pt idx="455">
                  <c:v>-1.2005565967324701</c:v>
                </c:pt>
                <c:pt idx="456">
                  <c:v>23.061278895106899</c:v>
                </c:pt>
                <c:pt idx="457">
                  <c:v>1.24246186048214</c:v>
                </c:pt>
                <c:pt idx="458">
                  <c:v>14.265975095236399</c:v>
                </c:pt>
                <c:pt idx="459">
                  <c:v>0.47334573144819803</c:v>
                </c:pt>
                <c:pt idx="460">
                  <c:v>23.203201811391001</c:v>
                </c:pt>
                <c:pt idx="461">
                  <c:v>-16.929683406895599</c:v>
                </c:pt>
                <c:pt idx="462">
                  <c:v>-10.7161572728106</c:v>
                </c:pt>
                <c:pt idx="463">
                  <c:v>22.174386197216499</c:v>
                </c:pt>
                <c:pt idx="464">
                  <c:v>26.922634712031801</c:v>
                </c:pt>
                <c:pt idx="465">
                  <c:v>-14.485028989630999</c:v>
                </c:pt>
                <c:pt idx="466">
                  <c:v>8.6758705063989794</c:v>
                </c:pt>
                <c:pt idx="467">
                  <c:v>0.32009887482055099</c:v>
                </c:pt>
                <c:pt idx="468">
                  <c:v>-7.8770310316642398</c:v>
                </c:pt>
                <c:pt idx="469">
                  <c:v>7.8193332188111304</c:v>
                </c:pt>
                <c:pt idx="470">
                  <c:v>-12.7128435825945</c:v>
                </c:pt>
                <c:pt idx="471">
                  <c:v>12.853650844494499</c:v>
                </c:pt>
                <c:pt idx="472">
                  <c:v>13.4731873992652</c:v>
                </c:pt>
                <c:pt idx="473">
                  <c:v>15.875086288688699</c:v>
                </c:pt>
                <c:pt idx="474">
                  <c:v>-34.706725036760098</c:v>
                </c:pt>
                <c:pt idx="475">
                  <c:v>-4.4699429979616099</c:v>
                </c:pt>
                <c:pt idx="476">
                  <c:v>-3.59504462047158</c:v>
                </c:pt>
                <c:pt idx="477">
                  <c:v>-11.1839044182806</c:v>
                </c:pt>
                <c:pt idx="478">
                  <c:v>0.16094793664620999</c:v>
                </c:pt>
                <c:pt idx="479">
                  <c:v>-14.3314906838963</c:v>
                </c:pt>
                <c:pt idx="480">
                  <c:v>6.4438838561888403</c:v>
                </c:pt>
                <c:pt idx="481">
                  <c:v>-15.515949939670801</c:v>
                </c:pt>
                <c:pt idx="482">
                  <c:v>-1.4531983633273999</c:v>
                </c:pt>
                <c:pt idx="483">
                  <c:v>-31.402910521643999</c:v>
                </c:pt>
                <c:pt idx="484">
                  <c:v>-6.5699300667603104</c:v>
                </c:pt>
                <c:pt idx="485">
                  <c:v>8.5537899525261398</c:v>
                </c:pt>
                <c:pt idx="486">
                  <c:v>-8.0767989560419906</c:v>
                </c:pt>
                <c:pt idx="487">
                  <c:v>10.763591620590899</c:v>
                </c:pt>
                <c:pt idx="488">
                  <c:v>12.7842826477959</c:v>
                </c:pt>
                <c:pt idx="489">
                  <c:v>-24.022227140128901</c:v>
                </c:pt>
                <c:pt idx="490">
                  <c:v>-28.244509053335701</c:v>
                </c:pt>
                <c:pt idx="491">
                  <c:v>-19.012872419903999</c:v>
                </c:pt>
                <c:pt idx="492">
                  <c:v>18.054034178731101</c:v>
                </c:pt>
                <c:pt idx="493">
                  <c:v>6.8640473082542899</c:v>
                </c:pt>
                <c:pt idx="494">
                  <c:v>13.1035317652562</c:v>
                </c:pt>
                <c:pt idx="495">
                  <c:v>-19.993685694480298</c:v>
                </c:pt>
                <c:pt idx="496">
                  <c:v>-2.1996336527579401</c:v>
                </c:pt>
                <c:pt idx="497">
                  <c:v>37.477247881331401</c:v>
                </c:pt>
                <c:pt idx="498">
                  <c:v>49.0602390494575</c:v>
                </c:pt>
                <c:pt idx="499">
                  <c:v>14.370596872934801</c:v>
                </c:pt>
                <c:pt idx="500">
                  <c:v>-18.1910572873037</c:v>
                </c:pt>
                <c:pt idx="501">
                  <c:v>11.9488943982237</c:v>
                </c:pt>
                <c:pt idx="502">
                  <c:v>-2.45226519360159</c:v>
                </c:pt>
                <c:pt idx="503">
                  <c:v>26.140017928103099</c:v>
                </c:pt>
                <c:pt idx="504">
                  <c:v>-3.01622923593336</c:v>
                </c:pt>
                <c:pt idx="505">
                  <c:v>2.9188754338789802</c:v>
                </c:pt>
                <c:pt idx="506">
                  <c:v>12.2454567565015</c:v>
                </c:pt>
                <c:pt idx="507">
                  <c:v>10.3665272845346</c:v>
                </c:pt>
                <c:pt idx="508">
                  <c:v>-12.3983367299266</c:v>
                </c:pt>
                <c:pt idx="509">
                  <c:v>-7.3749544458046401</c:v>
                </c:pt>
                <c:pt idx="510">
                  <c:v>1.41493701713244</c:v>
                </c:pt>
                <c:pt idx="511">
                  <c:v>-0.82397224812314196</c:v>
                </c:pt>
                <c:pt idx="512">
                  <c:v>-7.3498441389866596</c:v>
                </c:pt>
                <c:pt idx="513">
                  <c:v>-13.481905308365301</c:v>
                </c:pt>
                <c:pt idx="514">
                  <c:v>15.9162266185534</c:v>
                </c:pt>
                <c:pt idx="515">
                  <c:v>2.4180353933860599</c:v>
                </c:pt>
                <c:pt idx="516">
                  <c:v>10.7359344345073</c:v>
                </c:pt>
                <c:pt idx="517">
                  <c:v>-3.0628568139570702</c:v>
                </c:pt>
                <c:pt idx="518">
                  <c:v>9.9189602884004309</c:v>
                </c:pt>
                <c:pt idx="519">
                  <c:v>-5.6989138510678004</c:v>
                </c:pt>
                <c:pt idx="520">
                  <c:v>-1.90187786831137</c:v>
                </c:pt>
                <c:pt idx="521">
                  <c:v>3.61236124416159</c:v>
                </c:pt>
                <c:pt idx="522">
                  <c:v>-1.8250051103440501</c:v>
                </c:pt>
                <c:pt idx="523">
                  <c:v>-15.131232945842701</c:v>
                </c:pt>
                <c:pt idx="524">
                  <c:v>-1.1789342598399799</c:v>
                </c:pt>
                <c:pt idx="525">
                  <c:v>-6.8739816438562897</c:v>
                </c:pt>
                <c:pt idx="526">
                  <c:v>-3.9241772383091398</c:v>
                </c:pt>
                <c:pt idx="527">
                  <c:v>14.584985566018799</c:v>
                </c:pt>
                <c:pt idx="528">
                  <c:v>5.2365280687509799</c:v>
                </c:pt>
                <c:pt idx="529">
                  <c:v>-5.76567187588671</c:v>
                </c:pt>
                <c:pt idx="530">
                  <c:v>1.89984812396747</c:v>
                </c:pt>
                <c:pt idx="531">
                  <c:v>-5.4472114274979404</c:v>
                </c:pt>
                <c:pt idx="532">
                  <c:v>-3.8427978633364002</c:v>
                </c:pt>
                <c:pt idx="533">
                  <c:v>-7.9879610821764704</c:v>
                </c:pt>
                <c:pt idx="534">
                  <c:v>10.2547930716756</c:v>
                </c:pt>
                <c:pt idx="535">
                  <c:v>12.629817501862201</c:v>
                </c:pt>
                <c:pt idx="536">
                  <c:v>-10.0758731958102</c:v>
                </c:pt>
                <c:pt idx="537">
                  <c:v>0.22832668370127401</c:v>
                </c:pt>
                <c:pt idx="538">
                  <c:v>-2.7815560485103199</c:v>
                </c:pt>
                <c:pt idx="539">
                  <c:v>9.9169690955072607</c:v>
                </c:pt>
                <c:pt idx="540">
                  <c:v>0.77260428480021404</c:v>
                </c:pt>
                <c:pt idx="541">
                  <c:v>-12.2734220968015</c:v>
                </c:pt>
                <c:pt idx="542">
                  <c:v>6.8884672638506599</c:v>
                </c:pt>
                <c:pt idx="543">
                  <c:v>-5.2773651934376096</c:v>
                </c:pt>
                <c:pt idx="544">
                  <c:v>-9.9939473895323694</c:v>
                </c:pt>
                <c:pt idx="545">
                  <c:v>-8.6849338605077708</c:v>
                </c:pt>
                <c:pt idx="546">
                  <c:v>4.1545352892891998</c:v>
                </c:pt>
                <c:pt idx="547">
                  <c:v>-13.477449513610299</c:v>
                </c:pt>
                <c:pt idx="548">
                  <c:v>-3.3772428715146199</c:v>
                </c:pt>
                <c:pt idx="549">
                  <c:v>-22.099266702234001</c:v>
                </c:pt>
                <c:pt idx="550">
                  <c:v>-11.089922161467101</c:v>
                </c:pt>
                <c:pt idx="551">
                  <c:v>-7.1227460421607498</c:v>
                </c:pt>
                <c:pt idx="552">
                  <c:v>23.839089010513501</c:v>
                </c:pt>
                <c:pt idx="553">
                  <c:v>-3.1171996333090299</c:v>
                </c:pt>
                <c:pt idx="554">
                  <c:v>11.4018254825749</c:v>
                </c:pt>
                <c:pt idx="555">
                  <c:v>-15.4467370670049</c:v>
                </c:pt>
                <c:pt idx="556">
                  <c:v>7.5942003315228304</c:v>
                </c:pt>
                <c:pt idx="557">
                  <c:v>-18.037582458057301</c:v>
                </c:pt>
                <c:pt idx="558">
                  <c:v>7.0785630084425897</c:v>
                </c:pt>
                <c:pt idx="559">
                  <c:v>2.7966338943596698</c:v>
                </c:pt>
                <c:pt idx="560">
                  <c:v>2.4904186803077799</c:v>
                </c:pt>
                <c:pt idx="561">
                  <c:v>-12.6547553548432</c:v>
                </c:pt>
                <c:pt idx="562">
                  <c:v>-12.958484290750899</c:v>
                </c:pt>
                <c:pt idx="563">
                  <c:v>7.68967962618028</c:v>
                </c:pt>
                <c:pt idx="564">
                  <c:v>0.81683861992024498</c:v>
                </c:pt>
                <c:pt idx="565">
                  <c:v>1.8593290938232401</c:v>
                </c:pt>
                <c:pt idx="566">
                  <c:v>0.14530771030418099</c:v>
                </c:pt>
                <c:pt idx="567">
                  <c:v>-4.3616347214465501</c:v>
                </c:pt>
                <c:pt idx="568">
                  <c:v>-4.3290957983747402</c:v>
                </c:pt>
                <c:pt idx="569">
                  <c:v>10.6391951549751</c:v>
                </c:pt>
                <c:pt idx="570">
                  <c:v>3.7317509020373798</c:v>
                </c:pt>
                <c:pt idx="571">
                  <c:v>-2.8149579789910999</c:v>
                </c:pt>
                <c:pt idx="572">
                  <c:v>-4.2252159376978797</c:v>
                </c:pt>
                <c:pt idx="573">
                  <c:v>-14.913423498442899</c:v>
                </c:pt>
                <c:pt idx="574">
                  <c:v>14.876578540053901</c:v>
                </c:pt>
                <c:pt idx="575">
                  <c:v>-2.2601945329295199</c:v>
                </c:pt>
                <c:pt idx="576">
                  <c:v>-1.49560474631496</c:v>
                </c:pt>
                <c:pt idx="577">
                  <c:v>-13.7850443537726</c:v>
                </c:pt>
                <c:pt idx="578">
                  <c:v>-11.2597904057157</c:v>
                </c:pt>
                <c:pt idx="579">
                  <c:v>-17.2810973507409</c:v>
                </c:pt>
                <c:pt idx="580">
                  <c:v>20.893841105657302</c:v>
                </c:pt>
                <c:pt idx="581">
                  <c:v>0.35207288935856401</c:v>
                </c:pt>
                <c:pt idx="582">
                  <c:v>22.069769203467601</c:v>
                </c:pt>
                <c:pt idx="583">
                  <c:v>-4.8545911465846698</c:v>
                </c:pt>
                <c:pt idx="584">
                  <c:v>2.6878087458096802</c:v>
                </c:pt>
                <c:pt idx="585">
                  <c:v>2.3212645182396798</c:v>
                </c:pt>
                <c:pt idx="586">
                  <c:v>13.2331357410966</c:v>
                </c:pt>
                <c:pt idx="587">
                  <c:v>-6.9665422895515103</c:v>
                </c:pt>
                <c:pt idx="588">
                  <c:v>-4.0469482264808496</c:v>
                </c:pt>
                <c:pt idx="589">
                  <c:v>-1.1307284447216599</c:v>
                </c:pt>
                <c:pt idx="590">
                  <c:v>-7.7767119068944801</c:v>
                </c:pt>
                <c:pt idx="591">
                  <c:v>4.3847660413907903</c:v>
                </c:pt>
                <c:pt idx="592">
                  <c:v>6.4903806606233196</c:v>
                </c:pt>
                <c:pt idx="593">
                  <c:v>-13.6978261249751</c:v>
                </c:pt>
                <c:pt idx="594">
                  <c:v>-7.3937963220335003</c:v>
                </c:pt>
                <c:pt idx="595">
                  <c:v>6.9522407300494597</c:v>
                </c:pt>
                <c:pt idx="596">
                  <c:v>-10.0152392176427</c:v>
                </c:pt>
                <c:pt idx="597">
                  <c:v>-8.8614269190683004</c:v>
                </c:pt>
                <c:pt idx="598">
                  <c:v>-5.3580280983115802</c:v>
                </c:pt>
                <c:pt idx="599">
                  <c:v>11.9206557265502</c:v>
                </c:pt>
                <c:pt idx="600">
                  <c:v>11.2613259651551</c:v>
                </c:pt>
                <c:pt idx="601">
                  <c:v>-5.4096925815472101</c:v>
                </c:pt>
                <c:pt idx="602">
                  <c:v>-3.08619326440013</c:v>
                </c:pt>
                <c:pt idx="603">
                  <c:v>-5.0200245972861799</c:v>
                </c:pt>
                <c:pt idx="604">
                  <c:v>-11.793327214622099</c:v>
                </c:pt>
                <c:pt idx="605">
                  <c:v>5.79929932805618</c:v>
                </c:pt>
                <c:pt idx="606">
                  <c:v>-19.052538267083801</c:v>
                </c:pt>
                <c:pt idx="607">
                  <c:v>13.4381638884023</c:v>
                </c:pt>
                <c:pt idx="608">
                  <c:v>-13.5553344714715</c:v>
                </c:pt>
                <c:pt idx="609">
                  <c:v>-2.73750737213564</c:v>
                </c:pt>
                <c:pt idx="610">
                  <c:v>9.6822136538839594</c:v>
                </c:pt>
                <c:pt idx="611">
                  <c:v>4.5004815393209201</c:v>
                </c:pt>
                <c:pt idx="612">
                  <c:v>-9.5444388805284994</c:v>
                </c:pt>
                <c:pt idx="613">
                  <c:v>9.4456173238179293</c:v>
                </c:pt>
                <c:pt idx="614">
                  <c:v>4.8784308611983898</c:v>
                </c:pt>
                <c:pt idx="615">
                  <c:v>0.24889069635099301</c:v>
                </c:pt>
                <c:pt idx="616">
                  <c:v>6.69921339941566</c:v>
                </c:pt>
                <c:pt idx="617">
                  <c:v>6.7754349172808102</c:v>
                </c:pt>
                <c:pt idx="618">
                  <c:v>-13.5053937529267</c:v>
                </c:pt>
                <c:pt idx="619">
                  <c:v>-6.9103150428991302</c:v>
                </c:pt>
                <c:pt idx="620">
                  <c:v>-0.61390455215600603</c:v>
                </c:pt>
                <c:pt idx="621">
                  <c:v>-16.804678019601798</c:v>
                </c:pt>
                <c:pt idx="622">
                  <c:v>12.4750697956308</c:v>
                </c:pt>
                <c:pt idx="623">
                  <c:v>-14.033966831452901</c:v>
                </c:pt>
                <c:pt idx="624">
                  <c:v>0.78765279083866202</c:v>
                </c:pt>
                <c:pt idx="625">
                  <c:v>2.37354949823564</c:v>
                </c:pt>
                <c:pt idx="626">
                  <c:v>5.0115979163767204</c:v>
                </c:pt>
                <c:pt idx="627">
                  <c:v>-3.8278067111121099</c:v>
                </c:pt>
                <c:pt idx="628">
                  <c:v>-10.8830180914695</c:v>
                </c:pt>
                <c:pt idx="629">
                  <c:v>3.3858936235958099</c:v>
                </c:pt>
                <c:pt idx="630">
                  <c:v>-0.68377304839588005</c:v>
                </c:pt>
                <c:pt idx="631">
                  <c:v>-11.141485438307299</c:v>
                </c:pt>
                <c:pt idx="632">
                  <c:v>9.4470064450733204</c:v>
                </c:pt>
                <c:pt idx="633">
                  <c:v>-1.10042156638455</c:v>
                </c:pt>
                <c:pt idx="634">
                  <c:v>-6.1851361587403302</c:v>
                </c:pt>
                <c:pt idx="635">
                  <c:v>2.5377741526516502</c:v>
                </c:pt>
                <c:pt idx="636">
                  <c:v>-58.208087402851902</c:v>
                </c:pt>
                <c:pt idx="637">
                  <c:v>5.3385790942785301</c:v>
                </c:pt>
                <c:pt idx="638">
                  <c:v>15.9823811083598</c:v>
                </c:pt>
                <c:pt idx="639">
                  <c:v>3.4632811308110698</c:v>
                </c:pt>
                <c:pt idx="640">
                  <c:v>10.9709426513236</c:v>
                </c:pt>
                <c:pt idx="641">
                  <c:v>8.3469665705852805</c:v>
                </c:pt>
                <c:pt idx="642">
                  <c:v>-9.5833239832378503</c:v>
                </c:pt>
                <c:pt idx="643">
                  <c:v>-5.2146508042994402</c:v>
                </c:pt>
                <c:pt idx="644">
                  <c:v>-4.7691453683661704</c:v>
                </c:pt>
                <c:pt idx="645">
                  <c:v>-10.7268700558971</c:v>
                </c:pt>
                <c:pt idx="646">
                  <c:v>-11.9254367702596</c:v>
                </c:pt>
                <c:pt idx="647">
                  <c:v>7.8282813347403604</c:v>
                </c:pt>
                <c:pt idx="648">
                  <c:v>-7.9748690575880996</c:v>
                </c:pt>
                <c:pt idx="649">
                  <c:v>16.233086168835801</c:v>
                </c:pt>
                <c:pt idx="650">
                  <c:v>-2.7921950038402099</c:v>
                </c:pt>
                <c:pt idx="651">
                  <c:v>-16.533232405311999</c:v>
                </c:pt>
                <c:pt idx="652">
                  <c:v>17.2549025589942</c:v>
                </c:pt>
                <c:pt idx="653">
                  <c:v>-6.1052552002406602</c:v>
                </c:pt>
                <c:pt idx="654">
                  <c:v>-0.42887661509710001</c:v>
                </c:pt>
                <c:pt idx="655">
                  <c:v>5.7805233336182598</c:v>
                </c:pt>
                <c:pt idx="656">
                  <c:v>20.755362328648101</c:v>
                </c:pt>
                <c:pt idx="657">
                  <c:v>8.6186452952680206</c:v>
                </c:pt>
                <c:pt idx="658">
                  <c:v>12.3547379223352</c:v>
                </c:pt>
                <c:pt idx="659">
                  <c:v>-1.76632741901443</c:v>
                </c:pt>
                <c:pt idx="660">
                  <c:v>6.61685740290915</c:v>
                </c:pt>
                <c:pt idx="661">
                  <c:v>9.3534716604346997</c:v>
                </c:pt>
                <c:pt idx="662">
                  <c:v>-3.8720619559536398</c:v>
                </c:pt>
                <c:pt idx="663">
                  <c:v>-5.5435145026385504</c:v>
                </c:pt>
                <c:pt idx="664">
                  <c:v>3.00618380107939</c:v>
                </c:pt>
                <c:pt idx="665">
                  <c:v>30.0172049026765</c:v>
                </c:pt>
                <c:pt idx="666">
                  <c:v>6.7138255506887399</c:v>
                </c:pt>
                <c:pt idx="667">
                  <c:v>1.9802811526912001</c:v>
                </c:pt>
                <c:pt idx="668">
                  <c:v>4.8196096585449002</c:v>
                </c:pt>
                <c:pt idx="669">
                  <c:v>5.82898722740675</c:v>
                </c:pt>
                <c:pt idx="670">
                  <c:v>-6.1888525336544697</c:v>
                </c:pt>
                <c:pt idx="671">
                  <c:v>6.3256361918833797</c:v>
                </c:pt>
                <c:pt idx="672">
                  <c:v>-9.7058681704958794</c:v>
                </c:pt>
                <c:pt idx="673">
                  <c:v>-0.35623736013152701</c:v>
                </c:pt>
                <c:pt idx="674">
                  <c:v>10.477671277097199</c:v>
                </c:pt>
                <c:pt idx="675">
                  <c:v>20.773339755868601</c:v>
                </c:pt>
                <c:pt idx="676">
                  <c:v>-8.3920369265497801</c:v>
                </c:pt>
                <c:pt idx="677">
                  <c:v>0.37697770209658099</c:v>
                </c:pt>
                <c:pt idx="678">
                  <c:v>14.1166717655498</c:v>
                </c:pt>
                <c:pt idx="679">
                  <c:v>8.7176863847335397</c:v>
                </c:pt>
                <c:pt idx="680">
                  <c:v>8.0272446159196402</c:v>
                </c:pt>
                <c:pt idx="681">
                  <c:v>-9.0879321724265001</c:v>
                </c:pt>
                <c:pt idx="682">
                  <c:v>8.29513814109057</c:v>
                </c:pt>
                <c:pt idx="683">
                  <c:v>-7.6307410983524004</c:v>
                </c:pt>
                <c:pt idx="684">
                  <c:v>8.4700714988641401</c:v>
                </c:pt>
                <c:pt idx="685">
                  <c:v>-1.20905274481878</c:v>
                </c:pt>
                <c:pt idx="686">
                  <c:v>45.417619611649997</c:v>
                </c:pt>
                <c:pt idx="687">
                  <c:v>-6.8209454387795203</c:v>
                </c:pt>
                <c:pt idx="688">
                  <c:v>2.8623798126989701</c:v>
                </c:pt>
                <c:pt idx="689">
                  <c:v>-1.47222073970976</c:v>
                </c:pt>
                <c:pt idx="690">
                  <c:v>12.0400320602417</c:v>
                </c:pt>
                <c:pt idx="691">
                  <c:v>-1.2673599236231099</c:v>
                </c:pt>
                <c:pt idx="692">
                  <c:v>0.15724044540759599</c:v>
                </c:pt>
                <c:pt idx="693">
                  <c:v>4.4241133190951301</c:v>
                </c:pt>
                <c:pt idx="694">
                  <c:v>1.88703055732933</c:v>
                </c:pt>
                <c:pt idx="695">
                  <c:v>15.1238513127155</c:v>
                </c:pt>
                <c:pt idx="696">
                  <c:v>0</c:v>
                </c:pt>
                <c:pt idx="697">
                  <c:v>-23.261353253331102</c:v>
                </c:pt>
                <c:pt idx="698">
                  <c:v>-7.3769688772596496</c:v>
                </c:pt>
                <c:pt idx="699">
                  <c:v>10.4697387567274</c:v>
                </c:pt>
                <c:pt idx="700">
                  <c:v>-11.2679169146448</c:v>
                </c:pt>
                <c:pt idx="701">
                  <c:v>-0.56149139723646901</c:v>
                </c:pt>
                <c:pt idx="702">
                  <c:v>7.01290894611925</c:v>
                </c:pt>
                <c:pt idx="703">
                  <c:v>-4.0102639005145502</c:v>
                </c:pt>
                <c:pt idx="704">
                  <c:v>8.2590166568663594</c:v>
                </c:pt>
                <c:pt idx="705">
                  <c:v>2.6926827118690801</c:v>
                </c:pt>
                <c:pt idx="706">
                  <c:v>4.5135441245292496</c:v>
                </c:pt>
                <c:pt idx="707">
                  <c:v>-8.0657004450352403</c:v>
                </c:pt>
                <c:pt idx="708">
                  <c:v>-9.0936772755676092</c:v>
                </c:pt>
                <c:pt idx="709">
                  <c:v>-1.7360183799172599</c:v>
                </c:pt>
                <c:pt idx="710">
                  <c:v>-6.0021983803380197</c:v>
                </c:pt>
                <c:pt idx="711">
                  <c:v>8.7927874859064694</c:v>
                </c:pt>
                <c:pt idx="712">
                  <c:v>-2.2140694701211401</c:v>
                </c:pt>
                <c:pt idx="713">
                  <c:v>-4.44124241753563</c:v>
                </c:pt>
                <c:pt idx="714">
                  <c:v>-4.2477586565085197</c:v>
                </c:pt>
                <c:pt idx="715">
                  <c:v>9.8474183811760803</c:v>
                </c:pt>
                <c:pt idx="716">
                  <c:v>-10.991079407074301</c:v>
                </c:pt>
                <c:pt idx="717">
                  <c:v>13.0503719074053</c:v>
                </c:pt>
                <c:pt idx="718">
                  <c:v>1.21579464824742</c:v>
                </c:pt>
                <c:pt idx="719">
                  <c:v>-0.11061304370208901</c:v>
                </c:pt>
                <c:pt idx="720">
                  <c:v>8.0300753764800792</c:v>
                </c:pt>
                <c:pt idx="721">
                  <c:v>-17.166157970210001</c:v>
                </c:pt>
                <c:pt idx="722">
                  <c:v>1.6133256248633401</c:v>
                </c:pt>
                <c:pt idx="723">
                  <c:v>0.233579406349189</c:v>
                </c:pt>
                <c:pt idx="724">
                  <c:v>-4.6965953972260097</c:v>
                </c:pt>
                <c:pt idx="725">
                  <c:v>-10.737499988056999</c:v>
                </c:pt>
                <c:pt idx="726">
                  <c:v>-13.3260540193131</c:v>
                </c:pt>
                <c:pt idx="727">
                  <c:v>5.6440423227510896</c:v>
                </c:pt>
                <c:pt idx="728">
                  <c:v>-1.8159342314173299</c:v>
                </c:pt>
                <c:pt idx="729">
                  <c:v>2.56924601921077</c:v>
                </c:pt>
                <c:pt idx="730">
                  <c:v>-5.0971565601114897</c:v>
                </c:pt>
                <c:pt idx="731">
                  <c:v>1.2677384633035</c:v>
                </c:pt>
                <c:pt idx="732">
                  <c:v>11.5158185686933</c:v>
                </c:pt>
                <c:pt idx="733">
                  <c:v>-8.2277388759932109</c:v>
                </c:pt>
                <c:pt idx="734">
                  <c:v>10.4665991263281</c:v>
                </c:pt>
                <c:pt idx="735">
                  <c:v>-5.0296935137793302</c:v>
                </c:pt>
                <c:pt idx="736">
                  <c:v>-1.1056938601875901</c:v>
                </c:pt>
                <c:pt idx="737">
                  <c:v>-6.4505007620411199</c:v>
                </c:pt>
                <c:pt idx="738">
                  <c:v>7.0423097671418997</c:v>
                </c:pt>
                <c:pt idx="739">
                  <c:v>3.7859154455702799</c:v>
                </c:pt>
                <c:pt idx="740">
                  <c:v>5.3609777655627404</c:v>
                </c:pt>
                <c:pt idx="741">
                  <c:v>-1.2651584151883899</c:v>
                </c:pt>
                <c:pt idx="742">
                  <c:v>12.322986542644299</c:v>
                </c:pt>
                <c:pt idx="743">
                  <c:v>2.36534007133905</c:v>
                </c:pt>
                <c:pt idx="744">
                  <c:v>1.2080722511272699</c:v>
                </c:pt>
                <c:pt idx="745">
                  <c:v>3.1257771981317601</c:v>
                </c:pt>
                <c:pt idx="746">
                  <c:v>-5.8443071379763696</c:v>
                </c:pt>
                <c:pt idx="747">
                  <c:v>-8.2689617821690504</c:v>
                </c:pt>
                <c:pt idx="748">
                  <c:v>-7.0755427593972504</c:v>
                </c:pt>
                <c:pt idx="749">
                  <c:v>-7.1852280960075001</c:v>
                </c:pt>
                <c:pt idx="750">
                  <c:v>4.09483565358512</c:v>
                </c:pt>
                <c:pt idx="751">
                  <c:v>12.3378442966323</c:v>
                </c:pt>
                <c:pt idx="752">
                  <c:v>6.6215092477558803</c:v>
                </c:pt>
                <c:pt idx="753">
                  <c:v>-1.3613313375343801</c:v>
                </c:pt>
                <c:pt idx="754">
                  <c:v>-4.2056934044390104</c:v>
                </c:pt>
                <c:pt idx="755">
                  <c:v>3.3559378645938098</c:v>
                </c:pt>
                <c:pt idx="756">
                  <c:v>-0.86481919604776303</c:v>
                </c:pt>
                <c:pt idx="757">
                  <c:v>-7.3457156417289298</c:v>
                </c:pt>
                <c:pt idx="758">
                  <c:v>7.0731439020408402</c:v>
                </c:pt>
                <c:pt idx="759">
                  <c:v>-8.2117687210616204</c:v>
                </c:pt>
                <c:pt idx="760">
                  <c:v>-3.2541059092997502</c:v>
                </c:pt>
                <c:pt idx="761">
                  <c:v>-1.9016071435459098E-2</c:v>
                </c:pt>
                <c:pt idx="762">
                  <c:v>3.1478467705848301</c:v>
                </c:pt>
                <c:pt idx="763">
                  <c:v>-12.4237524957557</c:v>
                </c:pt>
                <c:pt idx="764">
                  <c:v>-2.5656546929281498</c:v>
                </c:pt>
                <c:pt idx="765">
                  <c:v>-16.265632309681401</c:v>
                </c:pt>
                <c:pt idx="766">
                  <c:v>11.871804291437799</c:v>
                </c:pt>
                <c:pt idx="767">
                  <c:v>-6.9273308951009396</c:v>
                </c:pt>
                <c:pt idx="768">
                  <c:v>-8.3771946087407994</c:v>
                </c:pt>
                <c:pt idx="769">
                  <c:v>-1.99739984697314</c:v>
                </c:pt>
                <c:pt idx="770">
                  <c:v>12.6637026472409</c:v>
                </c:pt>
                <c:pt idx="771">
                  <c:v>-7.5978844686390303</c:v>
                </c:pt>
                <c:pt idx="772">
                  <c:v>-11.808479356479999</c:v>
                </c:pt>
                <c:pt idx="773">
                  <c:v>4.4732655361339697</c:v>
                </c:pt>
                <c:pt idx="774">
                  <c:v>-3.7202644882665199</c:v>
                </c:pt>
                <c:pt idx="775">
                  <c:v>-9.8614829653114597</c:v>
                </c:pt>
                <c:pt idx="776">
                  <c:v>2.9979011880946902</c:v>
                </c:pt>
                <c:pt idx="777">
                  <c:v>-3.5067033313135298</c:v>
                </c:pt>
                <c:pt idx="778">
                  <c:v>7.9448894925543403</c:v>
                </c:pt>
                <c:pt idx="779">
                  <c:v>4.3352852489646603</c:v>
                </c:pt>
                <c:pt idx="780">
                  <c:v>3.09630407742713</c:v>
                </c:pt>
                <c:pt idx="781">
                  <c:v>12.9240485047672</c:v>
                </c:pt>
                <c:pt idx="782">
                  <c:v>1.47321105902834</c:v>
                </c:pt>
                <c:pt idx="783">
                  <c:v>-4.3990518853714802</c:v>
                </c:pt>
                <c:pt idx="784">
                  <c:v>3.28779235553912</c:v>
                </c:pt>
                <c:pt idx="785">
                  <c:v>-3.1208079564037599</c:v>
                </c:pt>
                <c:pt idx="786">
                  <c:v>1.0392827311606201</c:v>
                </c:pt>
                <c:pt idx="787">
                  <c:v>17.8357879748377</c:v>
                </c:pt>
                <c:pt idx="788">
                  <c:v>-0.49242676423797899</c:v>
                </c:pt>
                <c:pt idx="789">
                  <c:v>-8.2645201135432096</c:v>
                </c:pt>
                <c:pt idx="790">
                  <c:v>1.3911259906470901</c:v>
                </c:pt>
                <c:pt idx="791">
                  <c:v>1.52028536331888</c:v>
                </c:pt>
                <c:pt idx="792">
                  <c:v>1.8455601179710699</c:v>
                </c:pt>
                <c:pt idx="793">
                  <c:v>-6.7694878508340297</c:v>
                </c:pt>
                <c:pt idx="794">
                  <c:v>2.6516413319055099</c:v>
                </c:pt>
                <c:pt idx="795">
                  <c:v>4.2501297586741096</c:v>
                </c:pt>
                <c:pt idx="796">
                  <c:v>-8.6927495193950008</c:v>
                </c:pt>
                <c:pt idx="797">
                  <c:v>-4.6794098845487797</c:v>
                </c:pt>
                <c:pt idx="798">
                  <c:v>-2.2135667435535602</c:v>
                </c:pt>
                <c:pt idx="799">
                  <c:v>7.6691783835961402</c:v>
                </c:pt>
                <c:pt idx="800">
                  <c:v>11.6409309812515</c:v>
                </c:pt>
                <c:pt idx="801">
                  <c:v>8.6544458218950702</c:v>
                </c:pt>
                <c:pt idx="802">
                  <c:v>8.9462433174854503</c:v>
                </c:pt>
                <c:pt idx="803">
                  <c:v>-11.7620610461701</c:v>
                </c:pt>
                <c:pt idx="804">
                  <c:v>2.57537513778371</c:v>
                </c:pt>
                <c:pt idx="805">
                  <c:v>7.7754738504865601</c:v>
                </c:pt>
                <c:pt idx="806">
                  <c:v>7.3836972836880799</c:v>
                </c:pt>
                <c:pt idx="807">
                  <c:v>6.7346953287658504</c:v>
                </c:pt>
                <c:pt idx="808">
                  <c:v>6.69501470834535</c:v>
                </c:pt>
                <c:pt idx="809">
                  <c:v>0.169024363048218</c:v>
                </c:pt>
                <c:pt idx="810">
                  <c:v>10.434530118870001</c:v>
                </c:pt>
                <c:pt idx="811">
                  <c:v>-7.8698321599241599</c:v>
                </c:pt>
                <c:pt idx="812">
                  <c:v>3.60332056599702</c:v>
                </c:pt>
                <c:pt idx="813">
                  <c:v>-2.9096535188754502</c:v>
                </c:pt>
                <c:pt idx="814">
                  <c:v>-1.0630410610598799</c:v>
                </c:pt>
                <c:pt idx="815">
                  <c:v>-2.2674930884475302</c:v>
                </c:pt>
                <c:pt idx="816">
                  <c:v>-3.1855696216849698</c:v>
                </c:pt>
                <c:pt idx="817">
                  <c:v>8.0509553735632693</c:v>
                </c:pt>
                <c:pt idx="818">
                  <c:v>-6.4673182233609099</c:v>
                </c:pt>
                <c:pt idx="819">
                  <c:v>8.5160340507447803</c:v>
                </c:pt>
                <c:pt idx="820">
                  <c:v>3.0537126304420901</c:v>
                </c:pt>
                <c:pt idx="821">
                  <c:v>7.9595998435003503</c:v>
                </c:pt>
                <c:pt idx="822">
                  <c:v>1.56109051570099</c:v>
                </c:pt>
                <c:pt idx="823">
                  <c:v>2.1129948769664901</c:v>
                </c:pt>
                <c:pt idx="824">
                  <c:v>2.2543860129079301</c:v>
                </c:pt>
                <c:pt idx="825">
                  <c:v>-0.78414560339815897</c:v>
                </c:pt>
                <c:pt idx="826">
                  <c:v>-9.0529451539517805</c:v>
                </c:pt>
                <c:pt idx="827">
                  <c:v>12.645066539210299</c:v>
                </c:pt>
                <c:pt idx="828">
                  <c:v>2.8479629338260302</c:v>
                </c:pt>
                <c:pt idx="829">
                  <c:v>8.6266924533483493</c:v>
                </c:pt>
                <c:pt idx="830">
                  <c:v>-1.1102653002324701</c:v>
                </c:pt>
                <c:pt idx="831">
                  <c:v>-1.16189596004398</c:v>
                </c:pt>
                <c:pt idx="832">
                  <c:v>-4.4950987497824304</c:v>
                </c:pt>
                <c:pt idx="833">
                  <c:v>2.15983684268453</c:v>
                </c:pt>
                <c:pt idx="834">
                  <c:v>-4.0632512974067101</c:v>
                </c:pt>
                <c:pt idx="835">
                  <c:v>7.4610066475447203</c:v>
                </c:pt>
                <c:pt idx="836">
                  <c:v>2.7567431417089798</c:v>
                </c:pt>
                <c:pt idx="837">
                  <c:v>2.1270338908711501</c:v>
                </c:pt>
                <c:pt idx="838">
                  <c:v>12.030018341134101</c:v>
                </c:pt>
                <c:pt idx="839">
                  <c:v>-2.5766058348577601</c:v>
                </c:pt>
                <c:pt idx="840">
                  <c:v>-2.6792331252160602</c:v>
                </c:pt>
                <c:pt idx="841">
                  <c:v>8.2222227303318896</c:v>
                </c:pt>
                <c:pt idx="842">
                  <c:v>7.4801651394823496</c:v>
                </c:pt>
                <c:pt idx="843">
                  <c:v>25.028319543616099</c:v>
                </c:pt>
                <c:pt idx="844">
                  <c:v>-26.780166615157199</c:v>
                </c:pt>
                <c:pt idx="845">
                  <c:v>1.1415413706508599</c:v>
                </c:pt>
                <c:pt idx="846">
                  <c:v>2.70543580927525</c:v>
                </c:pt>
                <c:pt idx="847">
                  <c:v>-4.5439778672785396</c:v>
                </c:pt>
                <c:pt idx="848">
                  <c:v>1.14881388003208</c:v>
                </c:pt>
                <c:pt idx="849">
                  <c:v>5.1243324197375504</c:v>
                </c:pt>
                <c:pt idx="850">
                  <c:v>7.0260763749483601</c:v>
                </c:pt>
                <c:pt idx="851">
                  <c:v>-7.5213894628961802</c:v>
                </c:pt>
                <c:pt idx="852">
                  <c:v>-1.0766299975021001</c:v>
                </c:pt>
                <c:pt idx="853">
                  <c:v>-3.8441178958176199</c:v>
                </c:pt>
                <c:pt idx="854">
                  <c:v>0.32168122557357298</c:v>
                </c:pt>
                <c:pt idx="855">
                  <c:v>4.8123719222834396</c:v>
                </c:pt>
                <c:pt idx="856">
                  <c:v>-4.1105238347402899</c:v>
                </c:pt>
                <c:pt idx="857">
                  <c:v>6.2516182253560997</c:v>
                </c:pt>
                <c:pt idx="858">
                  <c:v>-15.068515792721699</c:v>
                </c:pt>
                <c:pt idx="859">
                  <c:v>4.2029808327973797</c:v>
                </c:pt>
                <c:pt idx="860">
                  <c:v>-5.1738953722641696</c:v>
                </c:pt>
                <c:pt idx="861">
                  <c:v>-2.3739229544060501</c:v>
                </c:pt>
                <c:pt idx="862">
                  <c:v>-7.3601354514041004</c:v>
                </c:pt>
                <c:pt idx="863">
                  <c:v>1.5979123750062101E-2</c:v>
                </c:pt>
                <c:pt idx="864">
                  <c:v>12.371773570560499</c:v>
                </c:pt>
                <c:pt idx="865">
                  <c:v>4.92296051261164</c:v>
                </c:pt>
                <c:pt idx="866">
                  <c:v>7.4905161959944104</c:v>
                </c:pt>
                <c:pt idx="867">
                  <c:v>-5.8658186234042802</c:v>
                </c:pt>
                <c:pt idx="868">
                  <c:v>12.335869400780201</c:v>
                </c:pt>
                <c:pt idx="869">
                  <c:v>12.6294284594779</c:v>
                </c:pt>
                <c:pt idx="870">
                  <c:v>-6.1404858749916897</c:v>
                </c:pt>
                <c:pt idx="871">
                  <c:v>12.5997124610056</c:v>
                </c:pt>
                <c:pt idx="872">
                  <c:v>-8.8663152581429792</c:v>
                </c:pt>
                <c:pt idx="873">
                  <c:v>0.879542120995218</c:v>
                </c:pt>
                <c:pt idx="874">
                  <c:v>-5.94205083252655</c:v>
                </c:pt>
                <c:pt idx="875">
                  <c:v>0.69234350411419399</c:v>
                </c:pt>
                <c:pt idx="876">
                  <c:v>7.4095532212148303</c:v>
                </c:pt>
                <c:pt idx="877">
                  <c:v>0.47586381125428601</c:v>
                </c:pt>
                <c:pt idx="878">
                  <c:v>-1.3370515996321499</c:v>
                </c:pt>
                <c:pt idx="879">
                  <c:v>2.3349336118161301</c:v>
                </c:pt>
                <c:pt idx="880">
                  <c:v>9.5770342909101291</c:v>
                </c:pt>
                <c:pt idx="881">
                  <c:v>-11.5989357355457</c:v>
                </c:pt>
                <c:pt idx="882">
                  <c:v>-26.1378980601026</c:v>
                </c:pt>
                <c:pt idx="883">
                  <c:v>5.12582940528364</c:v>
                </c:pt>
                <c:pt idx="884">
                  <c:v>-3.4207886448926201</c:v>
                </c:pt>
                <c:pt idx="885">
                  <c:v>2.4379848222592</c:v>
                </c:pt>
                <c:pt idx="886">
                  <c:v>0.500872304490662</c:v>
                </c:pt>
                <c:pt idx="887">
                  <c:v>6.2122900308963196</c:v>
                </c:pt>
                <c:pt idx="888">
                  <c:v>7.4443872159566604</c:v>
                </c:pt>
                <c:pt idx="889">
                  <c:v>-4.3185013479311403</c:v>
                </c:pt>
                <c:pt idx="890">
                  <c:v>-6.0618248120470897</c:v>
                </c:pt>
                <c:pt idx="891">
                  <c:v>1.8924044219829099</c:v>
                </c:pt>
                <c:pt idx="892">
                  <c:v>-11.1031586162051</c:v>
                </c:pt>
                <c:pt idx="893">
                  <c:v>0.94310185619036302</c:v>
                </c:pt>
                <c:pt idx="894">
                  <c:v>10.6857696078864</c:v>
                </c:pt>
                <c:pt idx="895">
                  <c:v>2.2956189269685101</c:v>
                </c:pt>
                <c:pt idx="896">
                  <c:v>-11.9092378893563</c:v>
                </c:pt>
                <c:pt idx="897">
                  <c:v>-1.06087024196227</c:v>
                </c:pt>
                <c:pt idx="898">
                  <c:v>0.82731375953225506</c:v>
                </c:pt>
                <c:pt idx="899">
                  <c:v>0.44747593430091098</c:v>
                </c:pt>
                <c:pt idx="900">
                  <c:v>0.547276733345334</c:v>
                </c:pt>
                <c:pt idx="901">
                  <c:v>-0.40676362262815302</c:v>
                </c:pt>
                <c:pt idx="902">
                  <c:v>5.0329590645506297</c:v>
                </c:pt>
                <c:pt idx="903">
                  <c:v>-10.5414929569872</c:v>
                </c:pt>
                <c:pt idx="904">
                  <c:v>7.8294562400488399</c:v>
                </c:pt>
                <c:pt idx="905">
                  <c:v>7.6661067652427999</c:v>
                </c:pt>
                <c:pt idx="906">
                  <c:v>-0.93182789477563599</c:v>
                </c:pt>
                <c:pt idx="907">
                  <c:v>2.8091392111920999</c:v>
                </c:pt>
                <c:pt idx="908">
                  <c:v>-9.2612068621491996</c:v>
                </c:pt>
                <c:pt idx="909">
                  <c:v>3.4340285743280699E-2</c:v>
                </c:pt>
                <c:pt idx="910">
                  <c:v>-2.5689029856772798</c:v>
                </c:pt>
                <c:pt idx="911">
                  <c:v>4.2085223384416697</c:v>
                </c:pt>
                <c:pt idx="912">
                  <c:v>5.3538921396449899</c:v>
                </c:pt>
                <c:pt idx="913">
                  <c:v>3.5583082932841901</c:v>
                </c:pt>
                <c:pt idx="914">
                  <c:v>10.0540686164808</c:v>
                </c:pt>
                <c:pt idx="915">
                  <c:v>2.6071419196890901</c:v>
                </c:pt>
                <c:pt idx="916">
                  <c:v>9.5562958120485302</c:v>
                </c:pt>
                <c:pt idx="917">
                  <c:v>1.8555884473434801</c:v>
                </c:pt>
                <c:pt idx="918">
                  <c:v>6.0159038524091901</c:v>
                </c:pt>
                <c:pt idx="919">
                  <c:v>21.715457555762601</c:v>
                </c:pt>
                <c:pt idx="920">
                  <c:v>8.4066907551433108</c:v>
                </c:pt>
                <c:pt idx="921">
                  <c:v>10.330281246150999</c:v>
                </c:pt>
                <c:pt idx="922">
                  <c:v>-2.2628085824336699</c:v>
                </c:pt>
                <c:pt idx="923">
                  <c:v>-8.4957135868420295</c:v>
                </c:pt>
                <c:pt idx="924">
                  <c:v>5.5963040933469896</c:v>
                </c:pt>
                <c:pt idx="925">
                  <c:v>-2.0378130683419302</c:v>
                </c:pt>
                <c:pt idx="926">
                  <c:v>11.7631911405533</c:v>
                </c:pt>
                <c:pt idx="927">
                  <c:v>4.16373727934171</c:v>
                </c:pt>
                <c:pt idx="928">
                  <c:v>-5.4187097365395402</c:v>
                </c:pt>
                <c:pt idx="929">
                  <c:v>-2.1715787326192602</c:v>
                </c:pt>
                <c:pt idx="930">
                  <c:v>3.2280403732574201</c:v>
                </c:pt>
                <c:pt idx="931">
                  <c:v>-7.3331511014443604</c:v>
                </c:pt>
                <c:pt idx="932">
                  <c:v>-15.0189648213914</c:v>
                </c:pt>
                <c:pt idx="933">
                  <c:v>14.9643640049648</c:v>
                </c:pt>
                <c:pt idx="934">
                  <c:v>-15.6648216079892</c:v>
                </c:pt>
                <c:pt idx="935">
                  <c:v>-8.5951482709479095</c:v>
                </c:pt>
                <c:pt idx="936">
                  <c:v>3.7153291139232301</c:v>
                </c:pt>
                <c:pt idx="937">
                  <c:v>-7.3552789845591997</c:v>
                </c:pt>
                <c:pt idx="938">
                  <c:v>-4.9164515373603397</c:v>
                </c:pt>
                <c:pt idx="939">
                  <c:v>2.6500014714421498</c:v>
                </c:pt>
                <c:pt idx="940">
                  <c:v>4.2962715891062402</c:v>
                </c:pt>
                <c:pt idx="941">
                  <c:v>5.7027257400271897E-2</c:v>
                </c:pt>
                <c:pt idx="942">
                  <c:v>20.928664905482002</c:v>
                </c:pt>
                <c:pt idx="943">
                  <c:v>4.1704441186312202</c:v>
                </c:pt>
                <c:pt idx="944">
                  <c:v>-8.7008903960883401</c:v>
                </c:pt>
                <c:pt idx="945">
                  <c:v>5.19157643920739</c:v>
                </c:pt>
                <c:pt idx="946">
                  <c:v>2.0712313609047701</c:v>
                </c:pt>
                <c:pt idx="947">
                  <c:v>4.8813238596995498</c:v>
                </c:pt>
                <c:pt idx="948">
                  <c:v>-11.0261798594277</c:v>
                </c:pt>
                <c:pt idx="949">
                  <c:v>-14.1957844314599</c:v>
                </c:pt>
                <c:pt idx="950">
                  <c:v>4.9091101367597698</c:v>
                </c:pt>
                <c:pt idx="951">
                  <c:v>-5.1370528430326097</c:v>
                </c:pt>
                <c:pt idx="952">
                  <c:v>10.5168025543505</c:v>
                </c:pt>
                <c:pt idx="953">
                  <c:v>4.3918269347597603</c:v>
                </c:pt>
                <c:pt idx="954">
                  <c:v>-7.0256240871998203</c:v>
                </c:pt>
                <c:pt idx="955">
                  <c:v>7.5122329841498701</c:v>
                </c:pt>
                <c:pt idx="956">
                  <c:v>-1.3312349069081999</c:v>
                </c:pt>
                <c:pt idx="957">
                  <c:v>-3.3575576493330801</c:v>
                </c:pt>
                <c:pt idx="958">
                  <c:v>-1.2700185151133301</c:v>
                </c:pt>
                <c:pt idx="959">
                  <c:v>0.68512746850020501</c:v>
                </c:pt>
                <c:pt idx="960">
                  <c:v>1.45598203515985</c:v>
                </c:pt>
                <c:pt idx="961">
                  <c:v>-2.89803783002561</c:v>
                </c:pt>
                <c:pt idx="962">
                  <c:v>3.91870080196112</c:v>
                </c:pt>
                <c:pt idx="963">
                  <c:v>2.6828059547759402</c:v>
                </c:pt>
                <c:pt idx="964">
                  <c:v>-9.5942864523699694</c:v>
                </c:pt>
                <c:pt idx="965">
                  <c:v>0.68738080117321398</c:v>
                </c:pt>
                <c:pt idx="966">
                  <c:v>-0.91792811438974398</c:v>
                </c:pt>
                <c:pt idx="967">
                  <c:v>-5.0985250219409997</c:v>
                </c:pt>
                <c:pt idx="968">
                  <c:v>2.7390980609738498</c:v>
                </c:pt>
                <c:pt idx="969">
                  <c:v>3.99681688301049</c:v>
                </c:pt>
                <c:pt idx="970">
                  <c:v>-3.6066997093600199</c:v>
                </c:pt>
                <c:pt idx="971">
                  <c:v>-2.7037051489520301</c:v>
                </c:pt>
                <c:pt idx="972">
                  <c:v>1.93434932315803</c:v>
                </c:pt>
                <c:pt idx="973">
                  <c:v>-0.71779251014204204</c:v>
                </c:pt>
                <c:pt idx="974">
                  <c:v>4.3307127660401799</c:v>
                </c:pt>
                <c:pt idx="975">
                  <c:v>3.7068107337773402</c:v>
                </c:pt>
                <c:pt idx="976">
                  <c:v>3.38457902124363</c:v>
                </c:pt>
                <c:pt idx="977">
                  <c:v>5.0838042381938298</c:v>
                </c:pt>
                <c:pt idx="978">
                  <c:v>-0.38962267692987101</c:v>
                </c:pt>
                <c:pt idx="979">
                  <c:v>7.1298703625257902</c:v>
                </c:pt>
                <c:pt idx="980">
                  <c:v>1.94736738521277</c:v>
                </c:pt>
                <c:pt idx="981">
                  <c:v>-9.8946040687128107</c:v>
                </c:pt>
                <c:pt idx="982">
                  <c:v>-5.86595850054373</c:v>
                </c:pt>
                <c:pt idx="983">
                  <c:v>6.8045801936824404</c:v>
                </c:pt>
                <c:pt idx="984">
                  <c:v>-2.63741102145516</c:v>
                </c:pt>
                <c:pt idx="985">
                  <c:v>7.2699212341465698</c:v>
                </c:pt>
                <c:pt idx="986">
                  <c:v>1.6522773984661101</c:v>
                </c:pt>
                <c:pt idx="987">
                  <c:v>-1.67611394047735</c:v>
                </c:pt>
                <c:pt idx="988">
                  <c:v>-5.7875369416714104</c:v>
                </c:pt>
                <c:pt idx="989">
                  <c:v>7.3933388480053902E-2</c:v>
                </c:pt>
                <c:pt idx="990">
                  <c:v>2.03097874412728</c:v>
                </c:pt>
                <c:pt idx="991">
                  <c:v>-4.2448045876921503</c:v>
                </c:pt>
                <c:pt idx="992">
                  <c:v>4.5567420881538796</c:v>
                </c:pt>
                <c:pt idx="993">
                  <c:v>-1.52620951418365</c:v>
                </c:pt>
                <c:pt idx="994">
                  <c:v>-3.90545695686379</c:v>
                </c:pt>
                <c:pt idx="995">
                  <c:v>-2.2593288777425</c:v>
                </c:pt>
                <c:pt idx="996">
                  <c:v>-2.50340620667053</c:v>
                </c:pt>
                <c:pt idx="997">
                  <c:v>0.83728075453226203</c:v>
                </c:pt>
                <c:pt idx="998">
                  <c:v>-1.42427579856655</c:v>
                </c:pt>
                <c:pt idx="999">
                  <c:v>13.0539246365793</c:v>
                </c:pt>
                <c:pt idx="1000">
                  <c:v>-3.3910168954658202</c:v>
                </c:pt>
                <c:pt idx="1001">
                  <c:v>1.80912550875499</c:v>
                </c:pt>
                <c:pt idx="1002">
                  <c:v>9.4257502830384006</c:v>
                </c:pt>
                <c:pt idx="1003">
                  <c:v>13.4017294220815</c:v>
                </c:pt>
                <c:pt idx="1004">
                  <c:v>12.2341977561532</c:v>
                </c:pt>
                <c:pt idx="1005">
                  <c:v>-4.8441019357036996</c:v>
                </c:pt>
                <c:pt idx="1006">
                  <c:v>-6.5619512473728703</c:v>
                </c:pt>
                <c:pt idx="1007">
                  <c:v>2.8702628192574302</c:v>
                </c:pt>
                <c:pt idx="1008">
                  <c:v>2.8909032535547698</c:v>
                </c:pt>
                <c:pt idx="1009">
                  <c:v>1.2247260373281601</c:v>
                </c:pt>
                <c:pt idx="1010">
                  <c:v>4.1313806157495199</c:v>
                </c:pt>
                <c:pt idx="1011">
                  <c:v>8.8364124961738799</c:v>
                </c:pt>
                <c:pt idx="1012">
                  <c:v>-4.7351989664685998</c:v>
                </c:pt>
                <c:pt idx="1013">
                  <c:v>5.6553398243358197</c:v>
                </c:pt>
                <c:pt idx="1014">
                  <c:v>4.8773383475759102</c:v>
                </c:pt>
                <c:pt idx="1015">
                  <c:v>-1.84404030085131</c:v>
                </c:pt>
                <c:pt idx="1016">
                  <c:v>1.18325634003442</c:v>
                </c:pt>
                <c:pt idx="1017">
                  <c:v>-2.7216113986997001</c:v>
                </c:pt>
                <c:pt idx="1018">
                  <c:v>8.8279690684159302</c:v>
                </c:pt>
                <c:pt idx="1019">
                  <c:v>-2.1299827347281002</c:v>
                </c:pt>
                <c:pt idx="1020">
                  <c:v>-0.76154322477736203</c:v>
                </c:pt>
                <c:pt idx="1021">
                  <c:v>8.7137061346570093</c:v>
                </c:pt>
                <c:pt idx="1022">
                  <c:v>-3.5517760542773602</c:v>
                </c:pt>
                <c:pt idx="1023">
                  <c:v>2.7913296031576298</c:v>
                </c:pt>
                <c:pt idx="1024">
                  <c:v>-4.82999956326882</c:v>
                </c:pt>
                <c:pt idx="1025">
                  <c:v>-10.218573806163</c:v>
                </c:pt>
                <c:pt idx="1026">
                  <c:v>-1.3031820957528299</c:v>
                </c:pt>
                <c:pt idx="1027">
                  <c:v>-8.1888912013184196</c:v>
                </c:pt>
                <c:pt idx="1028">
                  <c:v>3.2554136058587302</c:v>
                </c:pt>
                <c:pt idx="1029">
                  <c:v>-1.7589011143276501</c:v>
                </c:pt>
                <c:pt idx="1030">
                  <c:v>9.5256353573061894</c:v>
                </c:pt>
                <c:pt idx="1031">
                  <c:v>-11.3534366927086</c:v>
                </c:pt>
                <c:pt idx="1032">
                  <c:v>7.2610906036528302</c:v>
                </c:pt>
                <c:pt idx="1033">
                  <c:v>-5.8032252787678198</c:v>
                </c:pt>
                <c:pt idx="1034">
                  <c:v>1.0753676714714999</c:v>
                </c:pt>
                <c:pt idx="1035">
                  <c:v>-1.2639881395942001</c:v>
                </c:pt>
                <c:pt idx="1036">
                  <c:v>-0.23469300632277201</c:v>
                </c:pt>
                <c:pt idx="1037">
                  <c:v>5.5540714665019699</c:v>
                </c:pt>
                <c:pt idx="1038">
                  <c:v>2.7178044629439899</c:v>
                </c:pt>
                <c:pt idx="1039">
                  <c:v>-6.9259142467735799</c:v>
                </c:pt>
                <c:pt idx="1040">
                  <c:v>-3.5279329970714302</c:v>
                </c:pt>
                <c:pt idx="1041">
                  <c:v>0.326508285255519</c:v>
                </c:pt>
                <c:pt idx="1042">
                  <c:v>-18.9280481263845</c:v>
                </c:pt>
                <c:pt idx="1043">
                  <c:v>1.55007031915704</c:v>
                </c:pt>
                <c:pt idx="1044">
                  <c:v>3.0156303182542601</c:v>
                </c:pt>
                <c:pt idx="1045">
                  <c:v>2.8373974229108399</c:v>
                </c:pt>
                <c:pt idx="1046">
                  <c:v>-3.5752711868966398</c:v>
                </c:pt>
                <c:pt idx="1047">
                  <c:v>-1.1701117608510101</c:v>
                </c:pt>
                <c:pt idx="1048">
                  <c:v>-2.8031795293606998</c:v>
                </c:pt>
                <c:pt idx="1049">
                  <c:v>-5.10308788749842</c:v>
                </c:pt>
                <c:pt idx="1050">
                  <c:v>3.8517985967160899</c:v>
                </c:pt>
                <c:pt idx="1051">
                  <c:v>-4.31738335414859</c:v>
                </c:pt>
                <c:pt idx="1052">
                  <c:v>-1.4479154423030101</c:v>
                </c:pt>
                <c:pt idx="1053">
                  <c:v>1.31884425459395</c:v>
                </c:pt>
                <c:pt idx="1054">
                  <c:v>-5.2440197939040596</c:v>
                </c:pt>
                <c:pt idx="1055">
                  <c:v>9.0906689587648799</c:v>
                </c:pt>
                <c:pt idx="1056">
                  <c:v>0.46484208552179601</c:v>
                </c:pt>
                <c:pt idx="1057">
                  <c:v>4.4928403379850401</c:v>
                </c:pt>
                <c:pt idx="1058">
                  <c:v>-0.83672695913042805</c:v>
                </c:pt>
                <c:pt idx="1059">
                  <c:v>-1.1979872726543399</c:v>
                </c:pt>
                <c:pt idx="1060">
                  <c:v>3.1802761845513299</c:v>
                </c:pt>
                <c:pt idx="1061">
                  <c:v>-7.5368837686130403</c:v>
                </c:pt>
                <c:pt idx="1062">
                  <c:v>5.7814093992169404</c:v>
                </c:pt>
                <c:pt idx="1063">
                  <c:v>-4.3491816974275803</c:v>
                </c:pt>
                <c:pt idx="1064">
                  <c:v>-3.1319507526072798</c:v>
                </c:pt>
                <c:pt idx="1065">
                  <c:v>0.52471379219419201</c:v>
                </c:pt>
                <c:pt idx="1066">
                  <c:v>-2.6343165822504198E-2</c:v>
                </c:pt>
                <c:pt idx="1067">
                  <c:v>8.5797419989256305</c:v>
                </c:pt>
                <c:pt idx="1068">
                  <c:v>-2.31868126764628</c:v>
                </c:pt>
                <c:pt idx="1069">
                  <c:v>-9.0759846772365993</c:v>
                </c:pt>
                <c:pt idx="1070">
                  <c:v>2.1483603105590099</c:v>
                </c:pt>
                <c:pt idx="1071">
                  <c:v>0.25846950991805701</c:v>
                </c:pt>
                <c:pt idx="1072">
                  <c:v>-4.9537170988998103</c:v>
                </c:pt>
                <c:pt idx="1073">
                  <c:v>3.4146009222971698</c:v>
                </c:pt>
                <c:pt idx="1074">
                  <c:v>3.5591535863130899</c:v>
                </c:pt>
                <c:pt idx="1075">
                  <c:v>1.13305981719709</c:v>
                </c:pt>
                <c:pt idx="1076">
                  <c:v>1.21666063068893</c:v>
                </c:pt>
                <c:pt idx="1077">
                  <c:v>-2.5834885880793701</c:v>
                </c:pt>
                <c:pt idx="1078">
                  <c:v>-1.50791501969464</c:v>
                </c:pt>
                <c:pt idx="1079">
                  <c:v>4.7941084006262296</c:v>
                </c:pt>
                <c:pt idx="1080">
                  <c:v>1.33190734692228</c:v>
                </c:pt>
                <c:pt idx="1081">
                  <c:v>2.8157570950143098</c:v>
                </c:pt>
                <c:pt idx="1082">
                  <c:v>0.30259660115352899</c:v>
                </c:pt>
                <c:pt idx="1083">
                  <c:v>-7.1730440668650299</c:v>
                </c:pt>
                <c:pt idx="1084">
                  <c:v>12.6389491277003</c:v>
                </c:pt>
                <c:pt idx="1085">
                  <c:v>1.5535199905586199</c:v>
                </c:pt>
                <c:pt idx="1086">
                  <c:v>-1.7921649764208301</c:v>
                </c:pt>
                <c:pt idx="1087">
                  <c:v>2.7973119534995901</c:v>
                </c:pt>
                <c:pt idx="1088">
                  <c:v>-0.18139026056552701</c:v>
                </c:pt>
                <c:pt idx="1089">
                  <c:v>-2.0614393325189502</c:v>
                </c:pt>
                <c:pt idx="1090">
                  <c:v>-3.6646330108553</c:v>
                </c:pt>
                <c:pt idx="1091">
                  <c:v>0.57234206930935305</c:v>
                </c:pt>
                <c:pt idx="1092">
                  <c:v>3.3709333991196302</c:v>
                </c:pt>
                <c:pt idx="1093">
                  <c:v>-7.2266779163832</c:v>
                </c:pt>
                <c:pt idx="1094">
                  <c:v>-3.5718584036604302</c:v>
                </c:pt>
                <c:pt idx="1095">
                  <c:v>0.81646490053114296</c:v>
                </c:pt>
                <c:pt idx="1096">
                  <c:v>1.31211453982809</c:v>
                </c:pt>
                <c:pt idx="1097">
                  <c:v>-3.2520320020821001</c:v>
                </c:pt>
                <c:pt idx="1098">
                  <c:v>3.8269574076699602</c:v>
                </c:pt>
                <c:pt idx="1099">
                  <c:v>0.35749936918774899</c:v>
                </c:pt>
                <c:pt idx="1100">
                  <c:v>5.3994584426591601</c:v>
                </c:pt>
                <c:pt idx="1101">
                  <c:v>-0.98510166768282603</c:v>
                </c:pt>
                <c:pt idx="1102">
                  <c:v>-1.0671198002279001</c:v>
                </c:pt>
                <c:pt idx="1103">
                  <c:v>-4.4295416254821802</c:v>
                </c:pt>
                <c:pt idx="1104">
                  <c:v>-3.9345818007430702</c:v>
                </c:pt>
                <c:pt idx="1105">
                  <c:v>-6.9513454232916398</c:v>
                </c:pt>
                <c:pt idx="1106">
                  <c:v>2.66017750352185</c:v>
                </c:pt>
                <c:pt idx="1107">
                  <c:v>3.9131437755571699</c:v>
                </c:pt>
                <c:pt idx="1108">
                  <c:v>1.9998821577905801</c:v>
                </c:pt>
                <c:pt idx="1109">
                  <c:v>4.6031687946902302</c:v>
                </c:pt>
                <c:pt idx="1110">
                  <c:v>5.3745690625168201E-2</c:v>
                </c:pt>
                <c:pt idx="1111">
                  <c:v>2.8348870167042999</c:v>
                </c:pt>
                <c:pt idx="1112">
                  <c:v>-0.86817567699783504</c:v>
                </c:pt>
                <c:pt idx="1113">
                  <c:v>-2.4122755068980801</c:v>
                </c:pt>
                <c:pt idx="1114">
                  <c:v>4.61949128350303</c:v>
                </c:pt>
                <c:pt idx="1115">
                  <c:v>1.24464570272501</c:v>
                </c:pt>
                <c:pt idx="1116">
                  <c:v>5.0057985247701202</c:v>
                </c:pt>
                <c:pt idx="1117">
                  <c:v>-8.9211875088835804</c:v>
                </c:pt>
                <c:pt idx="1118">
                  <c:v>-3.8837106453757402</c:v>
                </c:pt>
                <c:pt idx="1119">
                  <c:v>0.85918038635929395</c:v>
                </c:pt>
                <c:pt idx="1120">
                  <c:v>-6.1317883438319702</c:v>
                </c:pt>
                <c:pt idx="1121">
                  <c:v>-7.74793619642697</c:v>
                </c:pt>
                <c:pt idx="1122">
                  <c:v>-9.2336873746186399</c:v>
                </c:pt>
                <c:pt idx="1123">
                  <c:v>-1.31410699906819</c:v>
                </c:pt>
                <c:pt idx="1124">
                  <c:v>-3.4356912228068901</c:v>
                </c:pt>
                <c:pt idx="1125">
                  <c:v>-1.6897629791051201</c:v>
                </c:pt>
                <c:pt idx="1126">
                  <c:v>2.30786319895258</c:v>
                </c:pt>
                <c:pt idx="1127">
                  <c:v>-1.1089502494525001</c:v>
                </c:pt>
                <c:pt idx="1128">
                  <c:v>10.518153725666</c:v>
                </c:pt>
                <c:pt idx="1129">
                  <c:v>5.3059257011540799</c:v>
                </c:pt>
                <c:pt idx="1130">
                  <c:v>2.4712596560920299</c:v>
                </c:pt>
                <c:pt idx="1131">
                  <c:v>-10.116961895856999</c:v>
                </c:pt>
                <c:pt idx="1132">
                  <c:v>4.2233673441758697</c:v>
                </c:pt>
                <c:pt idx="1133">
                  <c:v>-3.3351054644273499</c:v>
                </c:pt>
                <c:pt idx="1134">
                  <c:v>-5.0282940078023701</c:v>
                </c:pt>
                <c:pt idx="1135">
                  <c:v>6.0488653322571597</c:v>
                </c:pt>
                <c:pt idx="1136">
                  <c:v>-8.4409708075437493</c:v>
                </c:pt>
                <c:pt idx="1137">
                  <c:v>1.43375693291994</c:v>
                </c:pt>
                <c:pt idx="1138">
                  <c:v>-7.9297501662219201</c:v>
                </c:pt>
                <c:pt idx="1139">
                  <c:v>-9.4998499041496307E-2</c:v>
                </c:pt>
                <c:pt idx="1140">
                  <c:v>-10.033973023000501</c:v>
                </c:pt>
                <c:pt idx="1141">
                  <c:v>-14.2780403417363</c:v>
                </c:pt>
                <c:pt idx="1142">
                  <c:v>0.26979297366687099</c:v>
                </c:pt>
                <c:pt idx="1143">
                  <c:v>-6.5446393529067803</c:v>
                </c:pt>
                <c:pt idx="1144">
                  <c:v>0.96446575075072005</c:v>
                </c:pt>
                <c:pt idx="1145">
                  <c:v>-7.8945068105120102</c:v>
                </c:pt>
                <c:pt idx="1146">
                  <c:v>-15.731170129968399</c:v>
                </c:pt>
                <c:pt idx="1147">
                  <c:v>-9.6613054020454392</c:v>
                </c:pt>
                <c:pt idx="1148">
                  <c:v>1.4263553970427401</c:v>
                </c:pt>
                <c:pt idx="1149">
                  <c:v>7.8143091499452604</c:v>
                </c:pt>
                <c:pt idx="1150">
                  <c:v>-19.2276197060778</c:v>
                </c:pt>
                <c:pt idx="1151">
                  <c:v>1.5513071155468099</c:v>
                </c:pt>
                <c:pt idx="1152">
                  <c:v>-7.0402739310832301</c:v>
                </c:pt>
                <c:pt idx="1153">
                  <c:v>4.7156381420951003</c:v>
                </c:pt>
                <c:pt idx="1154">
                  <c:v>8.9144322914699199</c:v>
                </c:pt>
                <c:pt idx="1155">
                  <c:v>-9.4233814236535304E-2</c:v>
                </c:pt>
                <c:pt idx="1156">
                  <c:v>-6.9934953106542199</c:v>
                </c:pt>
                <c:pt idx="1157">
                  <c:v>10.104061133109401</c:v>
                </c:pt>
                <c:pt idx="1158">
                  <c:v>-5.0829068934151902</c:v>
                </c:pt>
                <c:pt idx="1159">
                  <c:v>2.4128349407968601</c:v>
                </c:pt>
                <c:pt idx="1160">
                  <c:v>1.66736201157483</c:v>
                </c:pt>
                <c:pt idx="1161">
                  <c:v>-24.041997347777102</c:v>
                </c:pt>
                <c:pt idx="1162">
                  <c:v>2.8070992691591599</c:v>
                </c:pt>
                <c:pt idx="1163">
                  <c:v>-11.493657570825899</c:v>
                </c:pt>
                <c:pt idx="1164">
                  <c:v>5.2850454396905899</c:v>
                </c:pt>
                <c:pt idx="1165">
                  <c:v>-4.8389839199407296</c:v>
                </c:pt>
                <c:pt idx="1166">
                  <c:v>3.1049158251153002</c:v>
                </c:pt>
                <c:pt idx="1167">
                  <c:v>6.2607946305670596</c:v>
                </c:pt>
                <c:pt idx="1168">
                  <c:v>-7.5089278701758797</c:v>
                </c:pt>
                <c:pt idx="1169">
                  <c:v>-10.771325193289201</c:v>
                </c:pt>
                <c:pt idx="1170">
                  <c:v>0.330294349789435</c:v>
                </c:pt>
                <c:pt idx="1171">
                  <c:v>-2.5747463987296602</c:v>
                </c:pt>
                <c:pt idx="1172">
                  <c:v>0.72765887167143795</c:v>
                </c:pt>
                <c:pt idx="1173">
                  <c:v>18.179290186456502</c:v>
                </c:pt>
                <c:pt idx="1174">
                  <c:v>2.2555719194998201</c:v>
                </c:pt>
                <c:pt idx="1175">
                  <c:v>-0.60373143577903698</c:v>
                </c:pt>
                <c:pt idx="1176">
                  <c:v>3.6726896339388602</c:v>
                </c:pt>
                <c:pt idx="1177">
                  <c:v>-7.9715892080362902</c:v>
                </c:pt>
                <c:pt idx="1178">
                  <c:v>0.35760085284163501</c:v>
                </c:pt>
                <c:pt idx="1179">
                  <c:v>1.0772280466111599</c:v>
                </c:pt>
                <c:pt idx="1180">
                  <c:v>6.0235978541184396</c:v>
                </c:pt>
                <c:pt idx="1181">
                  <c:v>-5.2974804873175501</c:v>
                </c:pt>
                <c:pt idx="1182">
                  <c:v>4.4194345301058897</c:v>
                </c:pt>
                <c:pt idx="1183">
                  <c:v>-4.5873466046882498</c:v>
                </c:pt>
                <c:pt idx="1184">
                  <c:v>-4.5887056315037998E-2</c:v>
                </c:pt>
                <c:pt idx="1185">
                  <c:v>1.2420643224491299</c:v>
                </c:pt>
                <c:pt idx="1186">
                  <c:v>-3.2303387943332398</c:v>
                </c:pt>
                <c:pt idx="1187">
                  <c:v>0.20603342137137601</c:v>
                </c:pt>
                <c:pt idx="1188">
                  <c:v>9.0406327644219502</c:v>
                </c:pt>
                <c:pt idx="1189">
                  <c:v>2.5455533415370901</c:v>
                </c:pt>
                <c:pt idx="1190">
                  <c:v>-7.5256194611017202</c:v>
                </c:pt>
                <c:pt idx="1191">
                  <c:v>-2.7167650229746698</c:v>
                </c:pt>
                <c:pt idx="1192">
                  <c:v>-5.0544412156126102</c:v>
                </c:pt>
                <c:pt idx="1193">
                  <c:v>0.51897395520979595</c:v>
                </c:pt>
                <c:pt idx="1194">
                  <c:v>-17.597201983341499</c:v>
                </c:pt>
                <c:pt idx="1195">
                  <c:v>1.92222546526553</c:v>
                </c:pt>
                <c:pt idx="1196">
                  <c:v>-13.1184485726557</c:v>
                </c:pt>
                <c:pt idx="1197">
                  <c:v>-16.417878313132601</c:v>
                </c:pt>
                <c:pt idx="1198">
                  <c:v>9.3902929368272208</c:v>
                </c:pt>
                <c:pt idx="1199">
                  <c:v>6.99201641044582</c:v>
                </c:pt>
                <c:pt idx="1200">
                  <c:v>-7.0755655655794296</c:v>
                </c:pt>
                <c:pt idx="1201">
                  <c:v>7.6044923376285301</c:v>
                </c:pt>
                <c:pt idx="1202">
                  <c:v>0.88882160306576097</c:v>
                </c:pt>
                <c:pt idx="1203">
                  <c:v>3.6130501243595599</c:v>
                </c:pt>
                <c:pt idx="1204">
                  <c:v>-8.5973897354140103</c:v>
                </c:pt>
                <c:pt idx="1205">
                  <c:v>-8.0793270173828997</c:v>
                </c:pt>
              </c:numCache>
            </c:numRef>
          </c:xVal>
          <c:yVal>
            <c:numRef>
              <c:f>PC1_PC2_scatter_dataset!$C$2:$C$1207</c:f>
              <c:numCache>
                <c:formatCode>General</c:formatCode>
                <c:ptCount val="1206"/>
                <c:pt idx="0">
                  <c:v>0.61874505369802302</c:v>
                </c:pt>
                <c:pt idx="1">
                  <c:v>4.1716708054092502</c:v>
                </c:pt>
                <c:pt idx="2">
                  <c:v>3.9300948694713802</c:v>
                </c:pt>
                <c:pt idx="3">
                  <c:v>1.83688655677715</c:v>
                </c:pt>
                <c:pt idx="4">
                  <c:v>3.75226320412039</c:v>
                </c:pt>
                <c:pt idx="5">
                  <c:v>1.31189657914076</c:v>
                </c:pt>
                <c:pt idx="6">
                  <c:v>-6.5184038000757099</c:v>
                </c:pt>
                <c:pt idx="7">
                  <c:v>-4.3015092966462403</c:v>
                </c:pt>
                <c:pt idx="8">
                  <c:v>-1.92368598862469</c:v>
                </c:pt>
                <c:pt idx="9">
                  <c:v>-2.64984438403433</c:v>
                </c:pt>
                <c:pt idx="10">
                  <c:v>1.99541258621179</c:v>
                </c:pt>
                <c:pt idx="11">
                  <c:v>1.0917985400474499</c:v>
                </c:pt>
                <c:pt idx="12">
                  <c:v>-1.0262622687745</c:v>
                </c:pt>
                <c:pt idx="13">
                  <c:v>4.6451376854922399</c:v>
                </c:pt>
                <c:pt idx="14">
                  <c:v>3.57601258373905</c:v>
                </c:pt>
                <c:pt idx="15">
                  <c:v>-2.6627146747707502</c:v>
                </c:pt>
                <c:pt idx="16">
                  <c:v>2.7160880597815802</c:v>
                </c:pt>
                <c:pt idx="17">
                  <c:v>1.68606151163332</c:v>
                </c:pt>
                <c:pt idx="18">
                  <c:v>4.5986716133815803E-2</c:v>
                </c:pt>
                <c:pt idx="19">
                  <c:v>-0.44430133124813598</c:v>
                </c:pt>
                <c:pt idx="20">
                  <c:v>-4.9098914001480702</c:v>
                </c:pt>
                <c:pt idx="21">
                  <c:v>-2.0066840450434</c:v>
                </c:pt>
                <c:pt idx="22">
                  <c:v>0.37989987699726202</c:v>
                </c:pt>
                <c:pt idx="23">
                  <c:v>1.5980279385640901</c:v>
                </c:pt>
                <c:pt idx="24">
                  <c:v>-0.63539503851443302</c:v>
                </c:pt>
                <c:pt idx="25">
                  <c:v>-1.9893491030702799</c:v>
                </c:pt>
                <c:pt idx="26">
                  <c:v>-0.45418788664221299</c:v>
                </c:pt>
                <c:pt idx="27">
                  <c:v>-1.6617447471914499</c:v>
                </c:pt>
                <c:pt idx="28">
                  <c:v>1.9467093856996101</c:v>
                </c:pt>
                <c:pt idx="29">
                  <c:v>2.25761308775756</c:v>
                </c:pt>
                <c:pt idx="30">
                  <c:v>-0.61071155397996602</c:v>
                </c:pt>
                <c:pt idx="31">
                  <c:v>3.6878607932382099</c:v>
                </c:pt>
                <c:pt idx="32">
                  <c:v>4.5559889118010597</c:v>
                </c:pt>
                <c:pt idx="33">
                  <c:v>-1.4640384017955799E-2</c:v>
                </c:pt>
                <c:pt idx="34">
                  <c:v>-4.9235455094760898E-2</c:v>
                </c:pt>
                <c:pt idx="35">
                  <c:v>0.71860872815936605</c:v>
                </c:pt>
                <c:pt idx="36">
                  <c:v>3.1154529993367399</c:v>
                </c:pt>
                <c:pt idx="37">
                  <c:v>8.6789075498114196E-2</c:v>
                </c:pt>
                <c:pt idx="38">
                  <c:v>-1.2285503949365899</c:v>
                </c:pt>
                <c:pt idx="39">
                  <c:v>4.9286074474993299E-3</c:v>
                </c:pt>
                <c:pt idx="40">
                  <c:v>1.8390363207812399</c:v>
                </c:pt>
                <c:pt idx="41">
                  <c:v>1.1477785532501801</c:v>
                </c:pt>
                <c:pt idx="42">
                  <c:v>1.1317281529541401</c:v>
                </c:pt>
                <c:pt idx="43">
                  <c:v>-2.2217149421633602</c:v>
                </c:pt>
                <c:pt idx="44">
                  <c:v>2.67160552765437</c:v>
                </c:pt>
                <c:pt idx="45">
                  <c:v>0.80793074967648204</c:v>
                </c:pt>
                <c:pt idx="46">
                  <c:v>-1.95483311679776</c:v>
                </c:pt>
                <c:pt idx="47">
                  <c:v>1.7178926195303701</c:v>
                </c:pt>
                <c:pt idx="48">
                  <c:v>0.73991428425239503</c:v>
                </c:pt>
                <c:pt idx="49">
                  <c:v>0.55925982461153301</c:v>
                </c:pt>
                <c:pt idx="50">
                  <c:v>-1.2408240906879999</c:v>
                </c:pt>
                <c:pt idx="51">
                  <c:v>-0.98141619057186302</c:v>
                </c:pt>
                <c:pt idx="52">
                  <c:v>-2.6799841166979999</c:v>
                </c:pt>
                <c:pt idx="53">
                  <c:v>2.02927923352402</c:v>
                </c:pt>
                <c:pt idx="54">
                  <c:v>-1.8612468050278801</c:v>
                </c:pt>
                <c:pt idx="55">
                  <c:v>-1.1317064458881201</c:v>
                </c:pt>
                <c:pt idx="56">
                  <c:v>0.89544237629505996</c:v>
                </c:pt>
                <c:pt idx="57">
                  <c:v>0.75438146493201097</c:v>
                </c:pt>
                <c:pt idx="58">
                  <c:v>0.47123205342278801</c:v>
                </c:pt>
                <c:pt idx="59">
                  <c:v>-5.3057482047345204</c:v>
                </c:pt>
                <c:pt idx="60">
                  <c:v>-1.22608222980028</c:v>
                </c:pt>
                <c:pt idx="61">
                  <c:v>-2.7460492603444902</c:v>
                </c:pt>
                <c:pt idx="62">
                  <c:v>-2.48370582618124E-2</c:v>
                </c:pt>
                <c:pt idx="63">
                  <c:v>-14.544186910593901</c:v>
                </c:pt>
                <c:pt idx="64">
                  <c:v>-1.02785526428839</c:v>
                </c:pt>
                <c:pt idx="65">
                  <c:v>-0.61947038116630604</c:v>
                </c:pt>
                <c:pt idx="66">
                  <c:v>-6.1837290376412204</c:v>
                </c:pt>
                <c:pt idx="67">
                  <c:v>-0.63621296251125903</c:v>
                </c:pt>
                <c:pt idx="68">
                  <c:v>-2.57641153051935</c:v>
                </c:pt>
                <c:pt idx="69">
                  <c:v>-2.0241549809266601</c:v>
                </c:pt>
                <c:pt idx="70">
                  <c:v>-5.5249114687043397</c:v>
                </c:pt>
                <c:pt idx="71">
                  <c:v>6.97264434451629</c:v>
                </c:pt>
                <c:pt idx="72">
                  <c:v>0.38855081676125502</c:v>
                </c:pt>
                <c:pt idx="73">
                  <c:v>-3.2827924942985298</c:v>
                </c:pt>
                <c:pt idx="74">
                  <c:v>-2.5220661953669801</c:v>
                </c:pt>
                <c:pt idx="75">
                  <c:v>-0.35476276681330998</c:v>
                </c:pt>
                <c:pt idx="76">
                  <c:v>-1.41286676892753</c:v>
                </c:pt>
                <c:pt idx="77">
                  <c:v>-0.16534059826234901</c:v>
                </c:pt>
                <c:pt idx="78">
                  <c:v>-2.2217775530517399</c:v>
                </c:pt>
                <c:pt idx="79">
                  <c:v>-0.53024271878930895</c:v>
                </c:pt>
                <c:pt idx="80">
                  <c:v>0.71553277050155994</c:v>
                </c:pt>
                <c:pt idx="81">
                  <c:v>2.0748757523507799</c:v>
                </c:pt>
                <c:pt idx="82">
                  <c:v>-2.08560886716191</c:v>
                </c:pt>
                <c:pt idx="83">
                  <c:v>1.0234181751689699</c:v>
                </c:pt>
                <c:pt idx="84">
                  <c:v>2.52668896745628</c:v>
                </c:pt>
                <c:pt idx="85">
                  <c:v>-0.81013392257018702</c:v>
                </c:pt>
                <c:pt idx="86">
                  <c:v>-3.3936315482059798</c:v>
                </c:pt>
                <c:pt idx="87">
                  <c:v>0.766828894362097</c:v>
                </c:pt>
                <c:pt idx="88">
                  <c:v>-9.4528769596722793</c:v>
                </c:pt>
                <c:pt idx="89">
                  <c:v>0.92687116198859598</c:v>
                </c:pt>
                <c:pt idx="90">
                  <c:v>-4.4111197520797898</c:v>
                </c:pt>
                <c:pt idx="91">
                  <c:v>-4.0396947474321303</c:v>
                </c:pt>
                <c:pt idx="92">
                  <c:v>0.87547467994594397</c:v>
                </c:pt>
                <c:pt idx="93">
                  <c:v>3.2829471010426499</c:v>
                </c:pt>
                <c:pt idx="94">
                  <c:v>-2.8469318189902202</c:v>
                </c:pt>
                <c:pt idx="95">
                  <c:v>0.872573931859559</c:v>
                </c:pt>
                <c:pt idx="96">
                  <c:v>-0.66162916409169903</c:v>
                </c:pt>
                <c:pt idx="97">
                  <c:v>-4.2221348600884401</c:v>
                </c:pt>
                <c:pt idx="98">
                  <c:v>2.6554579143466799</c:v>
                </c:pt>
                <c:pt idx="99">
                  <c:v>-1.71091374138771</c:v>
                </c:pt>
                <c:pt idx="100">
                  <c:v>1.30505462192042</c:v>
                </c:pt>
                <c:pt idx="101">
                  <c:v>-3.1128671622482198</c:v>
                </c:pt>
                <c:pt idx="102">
                  <c:v>0.84206403827934995</c:v>
                </c:pt>
                <c:pt idx="103">
                  <c:v>1.62494903964018</c:v>
                </c:pt>
                <c:pt idx="104">
                  <c:v>-2.1393906055005498</c:v>
                </c:pt>
                <c:pt idx="105">
                  <c:v>1.6665671661543</c:v>
                </c:pt>
                <c:pt idx="106">
                  <c:v>0.72777188100949297</c:v>
                </c:pt>
                <c:pt idx="107">
                  <c:v>2.4533276209627402</c:v>
                </c:pt>
                <c:pt idx="108">
                  <c:v>-0.69090450318591201</c:v>
                </c:pt>
                <c:pt idx="109">
                  <c:v>-6.5274944018800907E-2</c:v>
                </c:pt>
                <c:pt idx="110">
                  <c:v>-2.7430307244487699</c:v>
                </c:pt>
                <c:pt idx="111">
                  <c:v>0.802593059097788</c:v>
                </c:pt>
                <c:pt idx="112">
                  <c:v>1.52500908843727</c:v>
                </c:pt>
                <c:pt idx="113">
                  <c:v>-1.80156793173409</c:v>
                </c:pt>
                <c:pt idx="114">
                  <c:v>0.725866380166165</c:v>
                </c:pt>
                <c:pt idx="115">
                  <c:v>1.07032386563428E-2</c:v>
                </c:pt>
                <c:pt idx="116">
                  <c:v>-1.0914544394150301</c:v>
                </c:pt>
                <c:pt idx="117">
                  <c:v>2.4378291722588501</c:v>
                </c:pt>
                <c:pt idx="118">
                  <c:v>0.20288865403497899</c:v>
                </c:pt>
                <c:pt idx="119">
                  <c:v>-1.6852122052120799</c:v>
                </c:pt>
                <c:pt idx="120">
                  <c:v>0.100562610450737</c:v>
                </c:pt>
                <c:pt idx="121">
                  <c:v>1.0419515559752599</c:v>
                </c:pt>
                <c:pt idx="122">
                  <c:v>-0.38140326030255201</c:v>
                </c:pt>
                <c:pt idx="123">
                  <c:v>-1.00311725360524</c:v>
                </c:pt>
                <c:pt idx="124">
                  <c:v>1.8382555587690299</c:v>
                </c:pt>
                <c:pt idx="125">
                  <c:v>5.8394684571170898E-2</c:v>
                </c:pt>
                <c:pt idx="126">
                  <c:v>1.93559845955641</c:v>
                </c:pt>
                <c:pt idx="127">
                  <c:v>-4.3235986503043398</c:v>
                </c:pt>
                <c:pt idx="128">
                  <c:v>-2.7007118850693099</c:v>
                </c:pt>
                <c:pt idx="129">
                  <c:v>1.0537204841607399</c:v>
                </c:pt>
                <c:pt idx="130">
                  <c:v>0.98631766647081098</c:v>
                </c:pt>
                <c:pt idx="131">
                  <c:v>1.4189571515997399</c:v>
                </c:pt>
                <c:pt idx="132">
                  <c:v>-0.84591162690719301</c:v>
                </c:pt>
                <c:pt idx="133">
                  <c:v>1.2808741055911399</c:v>
                </c:pt>
                <c:pt idx="134">
                  <c:v>-0.191190440875879</c:v>
                </c:pt>
                <c:pt idx="135">
                  <c:v>5.0155258192777099</c:v>
                </c:pt>
                <c:pt idx="136">
                  <c:v>2.6774283172070401</c:v>
                </c:pt>
                <c:pt idx="137">
                  <c:v>4.3321641558764901</c:v>
                </c:pt>
                <c:pt idx="138">
                  <c:v>-3.0277828797919901</c:v>
                </c:pt>
                <c:pt idx="139">
                  <c:v>3.3274914886411699</c:v>
                </c:pt>
                <c:pt idx="140">
                  <c:v>-2.9960702529915899</c:v>
                </c:pt>
                <c:pt idx="141">
                  <c:v>2.5775472461245199</c:v>
                </c:pt>
                <c:pt idx="142">
                  <c:v>1.2612936206190499</c:v>
                </c:pt>
                <c:pt idx="143">
                  <c:v>-0.35462486860081099</c:v>
                </c:pt>
                <c:pt idx="144">
                  <c:v>1.2745591620085399</c:v>
                </c:pt>
                <c:pt idx="145">
                  <c:v>-4.6177710372626004</c:v>
                </c:pt>
                <c:pt idx="146">
                  <c:v>-3.8322270007535502</c:v>
                </c:pt>
                <c:pt idx="147">
                  <c:v>-3.93568505360339</c:v>
                </c:pt>
                <c:pt idx="148">
                  <c:v>2.7803396368672701</c:v>
                </c:pt>
                <c:pt idx="149">
                  <c:v>-1.9248396916283601</c:v>
                </c:pt>
                <c:pt idx="150">
                  <c:v>-1.2142341260719001</c:v>
                </c:pt>
                <c:pt idx="151">
                  <c:v>2.5816673479585899</c:v>
                </c:pt>
                <c:pt idx="152">
                  <c:v>2.2638384542929502</c:v>
                </c:pt>
                <c:pt idx="153">
                  <c:v>-0.14053374626716</c:v>
                </c:pt>
                <c:pt idx="154">
                  <c:v>1.4419086294196</c:v>
                </c:pt>
                <c:pt idx="155">
                  <c:v>2.2008103355650701</c:v>
                </c:pt>
                <c:pt idx="156">
                  <c:v>-9.6037937490917393</c:v>
                </c:pt>
                <c:pt idx="157">
                  <c:v>-8.1433582312256192</c:v>
                </c:pt>
                <c:pt idx="158">
                  <c:v>5.8377248783549298</c:v>
                </c:pt>
                <c:pt idx="159">
                  <c:v>-9.4989245189390097</c:v>
                </c:pt>
                <c:pt idx="160">
                  <c:v>2.28890804446982</c:v>
                </c:pt>
                <c:pt idx="161">
                  <c:v>1.97395467135308</c:v>
                </c:pt>
                <c:pt idx="162">
                  <c:v>-4.2283945125298104</c:v>
                </c:pt>
                <c:pt idx="163">
                  <c:v>-0.96567185636608399</c:v>
                </c:pt>
                <c:pt idx="164">
                  <c:v>-2.1933774772637899E-3</c:v>
                </c:pt>
                <c:pt idx="165">
                  <c:v>1.35488247447823</c:v>
                </c:pt>
                <c:pt idx="166">
                  <c:v>2.08705492906499</c:v>
                </c:pt>
                <c:pt idx="167">
                  <c:v>-5.6129466647672897E-2</c:v>
                </c:pt>
                <c:pt idx="168">
                  <c:v>-4.3573735549119803</c:v>
                </c:pt>
                <c:pt idx="169">
                  <c:v>2.3733092330229199E-2</c:v>
                </c:pt>
                <c:pt idx="170">
                  <c:v>-1.49810342623489</c:v>
                </c:pt>
                <c:pt idx="171">
                  <c:v>1.72708124343891</c:v>
                </c:pt>
                <c:pt idx="172">
                  <c:v>1.06723720541435</c:v>
                </c:pt>
                <c:pt idx="173">
                  <c:v>2.9999204309335701</c:v>
                </c:pt>
                <c:pt idx="174">
                  <c:v>-3.7369212580844202</c:v>
                </c:pt>
                <c:pt idx="175">
                  <c:v>2.08503088918</c:v>
                </c:pt>
                <c:pt idx="176">
                  <c:v>0.66016663010749199</c:v>
                </c:pt>
                <c:pt idx="177">
                  <c:v>2.8114219643916201</c:v>
                </c:pt>
                <c:pt idx="178">
                  <c:v>-2.97298703497732</c:v>
                </c:pt>
                <c:pt idx="179">
                  <c:v>2.8960123399561302</c:v>
                </c:pt>
                <c:pt idx="180">
                  <c:v>-3.24598609366002</c:v>
                </c:pt>
                <c:pt idx="181">
                  <c:v>-8.1836867171504206</c:v>
                </c:pt>
                <c:pt idx="182">
                  <c:v>-0.92912181512090997</c:v>
                </c:pt>
                <c:pt idx="183">
                  <c:v>-1.10132955798804</c:v>
                </c:pt>
                <c:pt idx="184">
                  <c:v>1.9139328619095199</c:v>
                </c:pt>
                <c:pt idx="185">
                  <c:v>1.26352421619217</c:v>
                </c:pt>
                <c:pt idx="186">
                  <c:v>-1.5655712653996301</c:v>
                </c:pt>
                <c:pt idx="187">
                  <c:v>2.86587546393686</c:v>
                </c:pt>
                <c:pt idx="188">
                  <c:v>0.48654765596838701</c:v>
                </c:pt>
                <c:pt idx="189">
                  <c:v>0.115851239648672</c:v>
                </c:pt>
                <c:pt idx="190">
                  <c:v>1.09105132826586</c:v>
                </c:pt>
                <c:pt idx="191">
                  <c:v>-2.0248305553226098</c:v>
                </c:pt>
                <c:pt idx="192">
                  <c:v>0.82834651810014703</c:v>
                </c:pt>
                <c:pt idx="193">
                  <c:v>0.51590343660363702</c:v>
                </c:pt>
                <c:pt idx="194">
                  <c:v>-1.28444659702566</c:v>
                </c:pt>
                <c:pt idx="195">
                  <c:v>0.42103459751627398</c:v>
                </c:pt>
                <c:pt idx="196">
                  <c:v>0.70335409025097395</c:v>
                </c:pt>
                <c:pt idx="197">
                  <c:v>1.1597388659946199</c:v>
                </c:pt>
                <c:pt idx="198">
                  <c:v>1.81036163337099</c:v>
                </c:pt>
                <c:pt idx="199">
                  <c:v>2.6344379446018702</c:v>
                </c:pt>
                <c:pt idx="200">
                  <c:v>-1.78765043722907</c:v>
                </c:pt>
                <c:pt idx="201">
                  <c:v>-0.13394372240031999</c:v>
                </c:pt>
                <c:pt idx="202">
                  <c:v>4.3238423011873497</c:v>
                </c:pt>
                <c:pt idx="203">
                  <c:v>0.29076513185048702</c:v>
                </c:pt>
                <c:pt idx="204">
                  <c:v>1.88743759285091</c:v>
                </c:pt>
                <c:pt idx="205">
                  <c:v>-2.0337502155515099</c:v>
                </c:pt>
                <c:pt idx="206">
                  <c:v>-0.53638094216864196</c:v>
                </c:pt>
                <c:pt idx="207">
                  <c:v>-1.27851991081889</c:v>
                </c:pt>
                <c:pt idx="208">
                  <c:v>-2.1436512474704799</c:v>
                </c:pt>
                <c:pt idx="209">
                  <c:v>-0.60091753697380401</c:v>
                </c:pt>
                <c:pt idx="210">
                  <c:v>1.36824845640022</c:v>
                </c:pt>
                <c:pt idx="211">
                  <c:v>-1.1951886806409699</c:v>
                </c:pt>
                <c:pt idx="212">
                  <c:v>0.85783010821374805</c:v>
                </c:pt>
                <c:pt idx="213">
                  <c:v>-2.74623556819293</c:v>
                </c:pt>
                <c:pt idx="214">
                  <c:v>1.6142356140970899</c:v>
                </c:pt>
                <c:pt idx="215">
                  <c:v>0.353724948037348</c:v>
                </c:pt>
                <c:pt idx="216">
                  <c:v>4.7089972782705001</c:v>
                </c:pt>
                <c:pt idx="217">
                  <c:v>-1.8205984843152001</c:v>
                </c:pt>
                <c:pt idx="218">
                  <c:v>-1.7415327733152499</c:v>
                </c:pt>
                <c:pt idx="219">
                  <c:v>2.9551708863232502</c:v>
                </c:pt>
                <c:pt idx="220">
                  <c:v>-0.67586415025103896</c:v>
                </c:pt>
                <c:pt idx="221">
                  <c:v>-0.62135430130399305</c:v>
                </c:pt>
                <c:pt idx="222">
                  <c:v>-2.9420225025843298</c:v>
                </c:pt>
                <c:pt idx="223">
                  <c:v>1.72673629634437</c:v>
                </c:pt>
                <c:pt idx="224">
                  <c:v>1.7420184384539801</c:v>
                </c:pt>
                <c:pt idx="225">
                  <c:v>2.6446394439021499</c:v>
                </c:pt>
                <c:pt idx="226">
                  <c:v>-1.1457340065427699</c:v>
                </c:pt>
                <c:pt idx="227">
                  <c:v>1.1063355097146801</c:v>
                </c:pt>
                <c:pt idx="228">
                  <c:v>-1.6289938386706</c:v>
                </c:pt>
                <c:pt idx="229">
                  <c:v>1.2596722041370101</c:v>
                </c:pt>
                <c:pt idx="230">
                  <c:v>-2.2448103369590102</c:v>
                </c:pt>
                <c:pt idx="231">
                  <c:v>-3.5219382151432499</c:v>
                </c:pt>
                <c:pt idx="232">
                  <c:v>-1.0080479659171599</c:v>
                </c:pt>
                <c:pt idx="233">
                  <c:v>2.26701779387865</c:v>
                </c:pt>
                <c:pt idx="234">
                  <c:v>2.9569586626181099</c:v>
                </c:pt>
                <c:pt idx="235">
                  <c:v>-0.43962003089600499</c:v>
                </c:pt>
                <c:pt idx="236">
                  <c:v>1.6793827508831001</c:v>
                </c:pt>
                <c:pt idx="237">
                  <c:v>-1.5416269409160701</c:v>
                </c:pt>
                <c:pt idx="238">
                  <c:v>0.893067949017884</c:v>
                </c:pt>
                <c:pt idx="239">
                  <c:v>-2.2414941073766901</c:v>
                </c:pt>
                <c:pt idx="240">
                  <c:v>5.0026157558615196</c:v>
                </c:pt>
                <c:pt idx="241">
                  <c:v>1.8814848753809701</c:v>
                </c:pt>
                <c:pt idx="242">
                  <c:v>-1.34663598777642</c:v>
                </c:pt>
                <c:pt idx="243">
                  <c:v>2.5645270083426799</c:v>
                </c:pt>
                <c:pt idx="244">
                  <c:v>1.0478037285498301</c:v>
                </c:pt>
                <c:pt idx="245">
                  <c:v>-5.9038474253852904</c:v>
                </c:pt>
                <c:pt idx="246">
                  <c:v>2.55897576658881</c:v>
                </c:pt>
                <c:pt idx="247">
                  <c:v>-2.3748757731843901</c:v>
                </c:pt>
                <c:pt idx="248">
                  <c:v>-0.26851259801223298</c:v>
                </c:pt>
                <c:pt idx="249">
                  <c:v>2.4136193381939601</c:v>
                </c:pt>
                <c:pt idx="250">
                  <c:v>1.7213944228348199</c:v>
                </c:pt>
                <c:pt idx="251">
                  <c:v>3.2598200804807602</c:v>
                </c:pt>
                <c:pt idx="252">
                  <c:v>-0.680401248073773</c:v>
                </c:pt>
                <c:pt idx="253">
                  <c:v>1.0405540824445301</c:v>
                </c:pt>
                <c:pt idx="254">
                  <c:v>-3.00279367003919</c:v>
                </c:pt>
                <c:pt idx="255">
                  <c:v>-2.89181242131205</c:v>
                </c:pt>
                <c:pt idx="256">
                  <c:v>-2.1176595460480798</c:v>
                </c:pt>
                <c:pt idx="257">
                  <c:v>0.96213766744586604</c:v>
                </c:pt>
                <c:pt idx="258">
                  <c:v>-2.3400400632678098</c:v>
                </c:pt>
                <c:pt idx="259">
                  <c:v>-7.7534095361589097</c:v>
                </c:pt>
                <c:pt idx="260">
                  <c:v>-2.3773852129491599</c:v>
                </c:pt>
                <c:pt idx="261">
                  <c:v>-2.98838956654975</c:v>
                </c:pt>
                <c:pt idx="262">
                  <c:v>4.6283525832664703</c:v>
                </c:pt>
                <c:pt idx="263">
                  <c:v>-6.8353768347933501</c:v>
                </c:pt>
                <c:pt idx="264">
                  <c:v>-0.78145684770019797</c:v>
                </c:pt>
                <c:pt idx="265">
                  <c:v>-1.5099119195826001</c:v>
                </c:pt>
                <c:pt idx="266">
                  <c:v>-5.4094979155614702</c:v>
                </c:pt>
                <c:pt idx="267">
                  <c:v>1.3398166953171999</c:v>
                </c:pt>
                <c:pt idx="268">
                  <c:v>-7.0239763361076601</c:v>
                </c:pt>
                <c:pt idx="269">
                  <c:v>-6.4698134757275696</c:v>
                </c:pt>
                <c:pt idx="270">
                  <c:v>3.3141293754583598</c:v>
                </c:pt>
                <c:pt idx="271">
                  <c:v>6.6150753925054397</c:v>
                </c:pt>
                <c:pt idx="272">
                  <c:v>7.6779165393350297</c:v>
                </c:pt>
                <c:pt idx="273">
                  <c:v>6.4712624927026896</c:v>
                </c:pt>
                <c:pt idx="274">
                  <c:v>5.2772251591966599</c:v>
                </c:pt>
                <c:pt idx="275">
                  <c:v>-0.68762099107378705</c:v>
                </c:pt>
                <c:pt idx="276">
                  <c:v>0.257214272557027</c:v>
                </c:pt>
                <c:pt idx="277">
                  <c:v>1.2741296507404201</c:v>
                </c:pt>
                <c:pt idx="278">
                  <c:v>-0.96830603160093398</c:v>
                </c:pt>
                <c:pt idx="279">
                  <c:v>-3.20577538361196</c:v>
                </c:pt>
                <c:pt idx="280">
                  <c:v>1.77829065478933</c:v>
                </c:pt>
                <c:pt idx="281">
                  <c:v>-5.8443555269385499</c:v>
                </c:pt>
                <c:pt idx="282">
                  <c:v>-4.6614683581890501</c:v>
                </c:pt>
                <c:pt idx="283">
                  <c:v>3.4717852045377602</c:v>
                </c:pt>
                <c:pt idx="284">
                  <c:v>2.1592771546963001</c:v>
                </c:pt>
                <c:pt idx="285">
                  <c:v>-1.5930878961053501</c:v>
                </c:pt>
                <c:pt idx="286">
                  <c:v>-1.3806260271211499</c:v>
                </c:pt>
                <c:pt idx="287">
                  <c:v>2.5977069616137101</c:v>
                </c:pt>
                <c:pt idx="288">
                  <c:v>5.9600293172362697</c:v>
                </c:pt>
                <c:pt idx="289">
                  <c:v>1.2378652680368001</c:v>
                </c:pt>
                <c:pt idx="290">
                  <c:v>-1.74588015931211</c:v>
                </c:pt>
                <c:pt idx="291">
                  <c:v>-9.2879239943904306</c:v>
                </c:pt>
                <c:pt idx="292">
                  <c:v>4.0821492204783496</c:v>
                </c:pt>
                <c:pt idx="293">
                  <c:v>-8.7685178581431291</c:v>
                </c:pt>
                <c:pt idx="294">
                  <c:v>1.6735139128743</c:v>
                </c:pt>
                <c:pt idx="295">
                  <c:v>1.9575686877468299</c:v>
                </c:pt>
                <c:pt idx="296">
                  <c:v>0.99153265000486202</c:v>
                </c:pt>
                <c:pt idx="297">
                  <c:v>-0.33360852700692201</c:v>
                </c:pt>
                <c:pt idx="298">
                  <c:v>-1.1235458972262</c:v>
                </c:pt>
                <c:pt idx="299">
                  <c:v>0.80170628732861604</c:v>
                </c:pt>
                <c:pt idx="300">
                  <c:v>-3.2500369124614998</c:v>
                </c:pt>
                <c:pt idx="301">
                  <c:v>4.2534875456763404</c:v>
                </c:pt>
                <c:pt idx="302">
                  <c:v>-1.5018554064573799</c:v>
                </c:pt>
                <c:pt idx="303">
                  <c:v>-1.1308445115775201</c:v>
                </c:pt>
                <c:pt idx="304">
                  <c:v>0.65770653362271703</c:v>
                </c:pt>
                <c:pt idx="305">
                  <c:v>2.91434074831986</c:v>
                </c:pt>
                <c:pt idx="306">
                  <c:v>-3.7034394133356101</c:v>
                </c:pt>
                <c:pt idx="307">
                  <c:v>2.06929593116379</c:v>
                </c:pt>
                <c:pt idx="308">
                  <c:v>-4.4936072161676099</c:v>
                </c:pt>
                <c:pt idx="309">
                  <c:v>3.4164559754705799</c:v>
                </c:pt>
                <c:pt idx="310">
                  <c:v>-9.3324623013596693</c:v>
                </c:pt>
                <c:pt idx="311">
                  <c:v>-7.9680740539360704</c:v>
                </c:pt>
                <c:pt idx="312">
                  <c:v>-3.8339426997789698</c:v>
                </c:pt>
                <c:pt idx="313">
                  <c:v>-4.6478735310082699</c:v>
                </c:pt>
                <c:pt idx="314">
                  <c:v>-7.4924117868403703</c:v>
                </c:pt>
                <c:pt idx="315">
                  <c:v>-3.5832974279965502</c:v>
                </c:pt>
                <c:pt idx="316">
                  <c:v>2.5129972918742101</c:v>
                </c:pt>
                <c:pt idx="317">
                  <c:v>0.97678819505272996</c:v>
                </c:pt>
                <c:pt idx="318">
                  <c:v>2.2764511976944699</c:v>
                </c:pt>
                <c:pt idx="319">
                  <c:v>-3.3591558944774098</c:v>
                </c:pt>
                <c:pt idx="320">
                  <c:v>-0.71740730883644399</c:v>
                </c:pt>
                <c:pt idx="321">
                  <c:v>1.6110288767011001</c:v>
                </c:pt>
                <c:pt idx="322">
                  <c:v>-2.5090450109969402</c:v>
                </c:pt>
                <c:pt idx="323">
                  <c:v>-1.4845265775890299</c:v>
                </c:pt>
                <c:pt idx="324">
                  <c:v>-3.7286931324616699</c:v>
                </c:pt>
                <c:pt idx="325">
                  <c:v>-6.1457123501341799</c:v>
                </c:pt>
                <c:pt idx="326">
                  <c:v>-1.75616088910669</c:v>
                </c:pt>
                <c:pt idx="327">
                  <c:v>-1.8783701058379501</c:v>
                </c:pt>
                <c:pt idx="328">
                  <c:v>-1.4814356167552101</c:v>
                </c:pt>
                <c:pt idx="329">
                  <c:v>-1.09817432801721</c:v>
                </c:pt>
                <c:pt idx="330">
                  <c:v>7.1957227853190503E-2</c:v>
                </c:pt>
                <c:pt idx="331">
                  <c:v>2.3968722409864398</c:v>
                </c:pt>
                <c:pt idx="332">
                  <c:v>-1.67205223894202</c:v>
                </c:pt>
                <c:pt idx="333">
                  <c:v>1.90496581154265</c:v>
                </c:pt>
                <c:pt idx="334">
                  <c:v>-7.6441967536488402</c:v>
                </c:pt>
                <c:pt idx="335">
                  <c:v>3.0516258828912801</c:v>
                </c:pt>
                <c:pt idx="336">
                  <c:v>3.4470838250084999</c:v>
                </c:pt>
                <c:pt idx="337">
                  <c:v>6.5823621730299797E-3</c:v>
                </c:pt>
                <c:pt idx="338">
                  <c:v>1.1227692421561</c:v>
                </c:pt>
                <c:pt idx="339">
                  <c:v>0.62189679842745904</c:v>
                </c:pt>
                <c:pt idx="340">
                  <c:v>1.12175641794373</c:v>
                </c:pt>
                <c:pt idx="341">
                  <c:v>-4.57151163914014</c:v>
                </c:pt>
                <c:pt idx="342">
                  <c:v>-0.34510719241735599</c:v>
                </c:pt>
                <c:pt idx="343">
                  <c:v>-3.0643333799807801</c:v>
                </c:pt>
                <c:pt idx="344">
                  <c:v>4.5839219212451701</c:v>
                </c:pt>
                <c:pt idx="345">
                  <c:v>4.4273024967276697</c:v>
                </c:pt>
                <c:pt idx="346">
                  <c:v>1.9415105690126699</c:v>
                </c:pt>
                <c:pt idx="347">
                  <c:v>-0.99976833231040796</c:v>
                </c:pt>
                <c:pt idx="348">
                  <c:v>-2.4353185369827202</c:v>
                </c:pt>
                <c:pt idx="349">
                  <c:v>-4.8400868576783298E-3</c:v>
                </c:pt>
                <c:pt idx="350">
                  <c:v>-0.45222558227057003</c:v>
                </c:pt>
                <c:pt idx="351">
                  <c:v>-1.92585368588684</c:v>
                </c:pt>
                <c:pt idx="352">
                  <c:v>-0.74889275931538202</c:v>
                </c:pt>
                <c:pt idx="353">
                  <c:v>3.5546071990708299</c:v>
                </c:pt>
                <c:pt idx="354">
                  <c:v>4.9874776706852098</c:v>
                </c:pt>
                <c:pt idx="355">
                  <c:v>1.11552984889123</c:v>
                </c:pt>
                <c:pt idx="356">
                  <c:v>-2.1638482614163101</c:v>
                </c:pt>
                <c:pt idx="357">
                  <c:v>1.11241291285831</c:v>
                </c:pt>
                <c:pt idx="358">
                  <c:v>0.15718217004225499</c:v>
                </c:pt>
                <c:pt idx="359">
                  <c:v>1.6343676651813801</c:v>
                </c:pt>
                <c:pt idx="360">
                  <c:v>-1.9879925879009399</c:v>
                </c:pt>
                <c:pt idx="361">
                  <c:v>-1.89000894368723</c:v>
                </c:pt>
                <c:pt idx="362">
                  <c:v>1.66269762196807</c:v>
                </c:pt>
                <c:pt idx="363">
                  <c:v>-8.2087067561278708</c:v>
                </c:pt>
                <c:pt idx="364">
                  <c:v>2.3171532321940802</c:v>
                </c:pt>
                <c:pt idx="365">
                  <c:v>-2.9199460289969599</c:v>
                </c:pt>
                <c:pt idx="366">
                  <c:v>-1.6977534778948</c:v>
                </c:pt>
                <c:pt idx="367">
                  <c:v>-2.46102504146076</c:v>
                </c:pt>
                <c:pt idx="368">
                  <c:v>-6.3872016597754499E-3</c:v>
                </c:pt>
                <c:pt idx="369">
                  <c:v>5.1109025512175004</c:v>
                </c:pt>
                <c:pt idx="370">
                  <c:v>-0.34597581036816599</c:v>
                </c:pt>
                <c:pt idx="371">
                  <c:v>-2.5307507481457798</c:v>
                </c:pt>
                <c:pt idx="372">
                  <c:v>2.6593446668803198</c:v>
                </c:pt>
                <c:pt idx="373">
                  <c:v>2.5568535712422902</c:v>
                </c:pt>
                <c:pt idx="374">
                  <c:v>-2.1433598863807202</c:v>
                </c:pt>
                <c:pt idx="375">
                  <c:v>-5.5997408854818396</c:v>
                </c:pt>
                <c:pt idx="376">
                  <c:v>2.8439256988641399</c:v>
                </c:pt>
                <c:pt idx="377">
                  <c:v>-0.82186915308752995</c:v>
                </c:pt>
                <c:pt idx="378">
                  <c:v>0.83409688731089304</c:v>
                </c:pt>
                <c:pt idx="379">
                  <c:v>-2.1303796331064802</c:v>
                </c:pt>
                <c:pt idx="380">
                  <c:v>0.71901128629764299</c:v>
                </c:pt>
                <c:pt idx="381">
                  <c:v>-12.0882813857604</c:v>
                </c:pt>
                <c:pt idx="382">
                  <c:v>2.7403654412696201</c:v>
                </c:pt>
                <c:pt idx="383">
                  <c:v>-14.1908162637235</c:v>
                </c:pt>
                <c:pt idx="384">
                  <c:v>13.409434202779901</c:v>
                </c:pt>
                <c:pt idx="385">
                  <c:v>11.7591779673771</c:v>
                </c:pt>
                <c:pt idx="386">
                  <c:v>-8.6107769724351808</c:v>
                </c:pt>
                <c:pt idx="387">
                  <c:v>-2.6542743860603402</c:v>
                </c:pt>
                <c:pt idx="388">
                  <c:v>3.5112900176717901</c:v>
                </c:pt>
                <c:pt idx="389">
                  <c:v>1.68965872648643</c:v>
                </c:pt>
                <c:pt idx="390">
                  <c:v>1.4798729873026299</c:v>
                </c:pt>
                <c:pt idx="391">
                  <c:v>-0.46782463121852902</c:v>
                </c:pt>
                <c:pt idx="392">
                  <c:v>-0.580635185112929</c:v>
                </c:pt>
                <c:pt idx="393">
                  <c:v>5.0197744996754601</c:v>
                </c:pt>
                <c:pt idx="394">
                  <c:v>1.02761223223146</c:v>
                </c:pt>
                <c:pt idx="395">
                  <c:v>-5.1030759431324304</c:v>
                </c:pt>
                <c:pt idx="396">
                  <c:v>-0.52644602047742795</c:v>
                </c:pt>
                <c:pt idx="397">
                  <c:v>4.3459479624593103</c:v>
                </c:pt>
                <c:pt idx="398">
                  <c:v>2.6078659932714499</c:v>
                </c:pt>
                <c:pt idx="399">
                  <c:v>4.4043263933475201</c:v>
                </c:pt>
                <c:pt idx="400">
                  <c:v>4.51249544853634</c:v>
                </c:pt>
                <c:pt idx="401">
                  <c:v>7.0366133880966997</c:v>
                </c:pt>
                <c:pt idx="402">
                  <c:v>-10.074763976234101</c:v>
                </c:pt>
                <c:pt idx="403">
                  <c:v>-9.4764494084948208</c:v>
                </c:pt>
                <c:pt idx="404">
                  <c:v>0.55132659621260705</c:v>
                </c:pt>
                <c:pt idx="405">
                  <c:v>-0.191462902282381</c:v>
                </c:pt>
                <c:pt idx="406">
                  <c:v>-3.59901469279299</c:v>
                </c:pt>
                <c:pt idx="407">
                  <c:v>3.55686171276602</c:v>
                </c:pt>
                <c:pt idx="408">
                  <c:v>-6.6331370932567602</c:v>
                </c:pt>
                <c:pt idx="409">
                  <c:v>-2.00229726181658</c:v>
                </c:pt>
                <c:pt idx="410">
                  <c:v>2.9314406216067299</c:v>
                </c:pt>
                <c:pt idx="411">
                  <c:v>2.2906939049264201</c:v>
                </c:pt>
                <c:pt idx="412">
                  <c:v>-0.115767554308049</c:v>
                </c:pt>
                <c:pt idx="413">
                  <c:v>1.14328590756522</c:v>
                </c:pt>
                <c:pt idx="414">
                  <c:v>-6.7744931320128998</c:v>
                </c:pt>
                <c:pt idx="415">
                  <c:v>2.2286040411622401</c:v>
                </c:pt>
                <c:pt idx="416">
                  <c:v>1.36523886528454</c:v>
                </c:pt>
                <c:pt idx="417">
                  <c:v>2.0303875992144902</c:v>
                </c:pt>
                <c:pt idx="418">
                  <c:v>-1.58446546698335</c:v>
                </c:pt>
                <c:pt idx="419">
                  <c:v>-4.5492291004589402</c:v>
                </c:pt>
                <c:pt idx="420">
                  <c:v>-3.54188271757958</c:v>
                </c:pt>
                <c:pt idx="421">
                  <c:v>-6.4500482080124204</c:v>
                </c:pt>
                <c:pt idx="422">
                  <c:v>0.48563662067771401</c:v>
                </c:pt>
                <c:pt idx="423">
                  <c:v>-2.32027572187044</c:v>
                </c:pt>
                <c:pt idx="424">
                  <c:v>9.5775019642437606E-2</c:v>
                </c:pt>
                <c:pt idx="425">
                  <c:v>5.7630814413529903</c:v>
                </c:pt>
                <c:pt idx="426">
                  <c:v>-2.8483246622776801</c:v>
                </c:pt>
                <c:pt idx="427">
                  <c:v>-0.82714349183913904</c:v>
                </c:pt>
                <c:pt idx="428">
                  <c:v>3.9114410008770601</c:v>
                </c:pt>
                <c:pt idx="429">
                  <c:v>2.1660144392230101</c:v>
                </c:pt>
                <c:pt idx="430">
                  <c:v>-7.4670821018237596</c:v>
                </c:pt>
                <c:pt idx="431">
                  <c:v>-1.1251353444946099</c:v>
                </c:pt>
                <c:pt idx="432">
                  <c:v>-7.5909829617910596</c:v>
                </c:pt>
                <c:pt idx="433">
                  <c:v>-0.46204407855666502</c:v>
                </c:pt>
                <c:pt idx="434">
                  <c:v>0.42613246556432599</c:v>
                </c:pt>
                <c:pt idx="435">
                  <c:v>-4.06504058661156</c:v>
                </c:pt>
                <c:pt idx="436">
                  <c:v>0.57101263296375804</c:v>
                </c:pt>
                <c:pt idx="437">
                  <c:v>1.27026407445357</c:v>
                </c:pt>
                <c:pt idx="438">
                  <c:v>2.97821284380051</c:v>
                </c:pt>
                <c:pt idx="439">
                  <c:v>-2.16328551431419</c:v>
                </c:pt>
                <c:pt idx="440">
                  <c:v>-3.9818631790242902</c:v>
                </c:pt>
                <c:pt idx="441">
                  <c:v>2.3027465337302302</c:v>
                </c:pt>
                <c:pt idx="442">
                  <c:v>6.4006685510849</c:v>
                </c:pt>
                <c:pt idx="443">
                  <c:v>2.0041691191769901</c:v>
                </c:pt>
                <c:pt idx="444">
                  <c:v>0.52375954863557495</c:v>
                </c:pt>
                <c:pt idx="445">
                  <c:v>0.509520280968352</c:v>
                </c:pt>
                <c:pt idx="446">
                  <c:v>2.5286872700543701</c:v>
                </c:pt>
                <c:pt idx="447">
                  <c:v>-2.15116825094655</c:v>
                </c:pt>
                <c:pt idx="448">
                  <c:v>4.0191403669763304</c:v>
                </c:pt>
                <c:pt idx="449">
                  <c:v>2.2789499549346299</c:v>
                </c:pt>
                <c:pt idx="450">
                  <c:v>0.407117137736632</c:v>
                </c:pt>
                <c:pt idx="451">
                  <c:v>2.9248206477969001</c:v>
                </c:pt>
                <c:pt idx="452">
                  <c:v>-0.33348432353521201</c:v>
                </c:pt>
                <c:pt idx="453">
                  <c:v>-1.36054077399715</c:v>
                </c:pt>
                <c:pt idx="454">
                  <c:v>-3.9450068629303501</c:v>
                </c:pt>
                <c:pt idx="455">
                  <c:v>-2.33005569319984</c:v>
                </c:pt>
                <c:pt idx="456">
                  <c:v>2.3971407082913498</c:v>
                </c:pt>
                <c:pt idx="457">
                  <c:v>-0.65859027623099198</c:v>
                </c:pt>
                <c:pt idx="458">
                  <c:v>2.8765283528723198</c:v>
                </c:pt>
                <c:pt idx="459">
                  <c:v>-0.63980738036895102</c:v>
                </c:pt>
                <c:pt idx="460">
                  <c:v>-1.1945917647584099</c:v>
                </c:pt>
                <c:pt idx="461">
                  <c:v>-0.451309052476985</c:v>
                </c:pt>
                <c:pt idx="462">
                  <c:v>1.3668826176937099</c:v>
                </c:pt>
                <c:pt idx="463">
                  <c:v>-1.9792808184951001</c:v>
                </c:pt>
                <c:pt idx="464">
                  <c:v>-0.93284556957114595</c:v>
                </c:pt>
                <c:pt idx="465">
                  <c:v>-0.456298619516676</c:v>
                </c:pt>
                <c:pt idx="466">
                  <c:v>-0.91067613452512397</c:v>
                </c:pt>
                <c:pt idx="467">
                  <c:v>2.43674874864125</c:v>
                </c:pt>
                <c:pt idx="468">
                  <c:v>1.8544123403286299</c:v>
                </c:pt>
                <c:pt idx="469">
                  <c:v>0.85438019246054597</c:v>
                </c:pt>
                <c:pt idx="470">
                  <c:v>-1.2216190512388301</c:v>
                </c:pt>
                <c:pt idx="471">
                  <c:v>0.98005476266608604</c:v>
                </c:pt>
                <c:pt idx="472">
                  <c:v>4.3186251347754698</c:v>
                </c:pt>
                <c:pt idx="473">
                  <c:v>0.16702818048238799</c:v>
                </c:pt>
                <c:pt idx="474">
                  <c:v>-2.8977340870006998</c:v>
                </c:pt>
                <c:pt idx="475">
                  <c:v>-2.0549579648680698</c:v>
                </c:pt>
                <c:pt idx="476">
                  <c:v>0.86748892408371103</c:v>
                </c:pt>
                <c:pt idx="477">
                  <c:v>-2.26511735926813</c:v>
                </c:pt>
                <c:pt idx="478">
                  <c:v>1.4368545155046999</c:v>
                </c:pt>
                <c:pt idx="479">
                  <c:v>1.5657702102392099</c:v>
                </c:pt>
                <c:pt idx="480">
                  <c:v>-3.3579219442758301</c:v>
                </c:pt>
                <c:pt idx="481">
                  <c:v>-1.84176412603546</c:v>
                </c:pt>
                <c:pt idx="482">
                  <c:v>0.62864319061433305</c:v>
                </c:pt>
                <c:pt idx="483">
                  <c:v>1.32049029170981</c:v>
                </c:pt>
                <c:pt idx="484">
                  <c:v>1.0464935799355601E-2</c:v>
                </c:pt>
                <c:pt idx="485">
                  <c:v>1.2792901399880101</c:v>
                </c:pt>
                <c:pt idx="486">
                  <c:v>1.7347193964038601</c:v>
                </c:pt>
                <c:pt idx="487">
                  <c:v>-0.54756953594509095</c:v>
                </c:pt>
                <c:pt idx="488">
                  <c:v>-4.2460658908759399</c:v>
                </c:pt>
                <c:pt idx="489">
                  <c:v>-4.3542553234078003</c:v>
                </c:pt>
                <c:pt idx="490">
                  <c:v>1.4647859516433599</c:v>
                </c:pt>
                <c:pt idx="491">
                  <c:v>1.91884154145073</c:v>
                </c:pt>
                <c:pt idx="492">
                  <c:v>3.9888255478761501</c:v>
                </c:pt>
                <c:pt idx="493">
                  <c:v>-2.8223178275715202</c:v>
                </c:pt>
                <c:pt idx="494">
                  <c:v>-0.85554755751809397</c:v>
                </c:pt>
                <c:pt idx="495">
                  <c:v>-7.1380867449440499</c:v>
                </c:pt>
                <c:pt idx="496">
                  <c:v>0.46104765931041097</c:v>
                </c:pt>
                <c:pt idx="497">
                  <c:v>0.400352199404022</c:v>
                </c:pt>
                <c:pt idx="498">
                  <c:v>10.877763160900001</c:v>
                </c:pt>
                <c:pt idx="499">
                  <c:v>-0.86268605448617397</c:v>
                </c:pt>
                <c:pt idx="500">
                  <c:v>6.7891808969565606E-2</c:v>
                </c:pt>
                <c:pt idx="501">
                  <c:v>7.8619909610871499</c:v>
                </c:pt>
                <c:pt idx="502">
                  <c:v>0.20369016169103299</c:v>
                </c:pt>
                <c:pt idx="503">
                  <c:v>4.0188643130614103</c:v>
                </c:pt>
                <c:pt idx="504">
                  <c:v>-3.4456939137087499</c:v>
                </c:pt>
                <c:pt idx="505">
                  <c:v>-0.612800889542779</c:v>
                </c:pt>
                <c:pt idx="506">
                  <c:v>4.9080595658721098</c:v>
                </c:pt>
                <c:pt idx="507">
                  <c:v>-2.9102125361744902</c:v>
                </c:pt>
                <c:pt idx="508">
                  <c:v>-0.85730864761579195</c:v>
                </c:pt>
                <c:pt idx="509">
                  <c:v>-0.104617767293211</c:v>
                </c:pt>
                <c:pt idx="510">
                  <c:v>0.755953782445558</c:v>
                </c:pt>
                <c:pt idx="511">
                  <c:v>6.2100583219582104</c:v>
                </c:pt>
                <c:pt idx="512">
                  <c:v>1.7973947379838999</c:v>
                </c:pt>
                <c:pt idx="513">
                  <c:v>-1.24572898798807</c:v>
                </c:pt>
                <c:pt idx="514">
                  <c:v>-1.14441823805903</c:v>
                </c:pt>
                <c:pt idx="515">
                  <c:v>1.13683680959629</c:v>
                </c:pt>
                <c:pt idx="516">
                  <c:v>-2.5753334180802399</c:v>
                </c:pt>
                <c:pt idx="517">
                  <c:v>-2.75926549736164</c:v>
                </c:pt>
                <c:pt idx="518">
                  <c:v>0.52016216513447999</c:v>
                </c:pt>
                <c:pt idx="519">
                  <c:v>-2.3418780853273402</c:v>
                </c:pt>
                <c:pt idx="520">
                  <c:v>0.38936734048569199</c:v>
                </c:pt>
                <c:pt idx="521">
                  <c:v>6.53702130540686</c:v>
                </c:pt>
                <c:pt idx="522">
                  <c:v>-0.71684665502988099</c:v>
                </c:pt>
                <c:pt idx="523">
                  <c:v>-6.0265957810662997E-2</c:v>
                </c:pt>
                <c:pt idx="524">
                  <c:v>3.1928094092212901E-2</c:v>
                </c:pt>
                <c:pt idx="525">
                  <c:v>-2.53933281605239</c:v>
                </c:pt>
                <c:pt idx="526">
                  <c:v>5.5505609551019397</c:v>
                </c:pt>
                <c:pt idx="527">
                  <c:v>-1.96159296956375</c:v>
                </c:pt>
                <c:pt idx="528">
                  <c:v>1.22519362205384</c:v>
                </c:pt>
                <c:pt idx="529">
                  <c:v>-0.242953652438785</c:v>
                </c:pt>
                <c:pt idx="530">
                  <c:v>-0.70879155589864895</c:v>
                </c:pt>
                <c:pt idx="531">
                  <c:v>-0.82431557818487899</c:v>
                </c:pt>
                <c:pt idx="532">
                  <c:v>0.28457639037215299</c:v>
                </c:pt>
                <c:pt idx="533">
                  <c:v>-2.5386156978318999</c:v>
                </c:pt>
                <c:pt idx="534">
                  <c:v>-0.377168252146177</c:v>
                </c:pt>
                <c:pt idx="535">
                  <c:v>1.91716505322113</c:v>
                </c:pt>
                <c:pt idx="536">
                  <c:v>-1.8671720205151301</c:v>
                </c:pt>
                <c:pt idx="537">
                  <c:v>-0.22956319551958701</c:v>
                </c:pt>
                <c:pt idx="538">
                  <c:v>0.34170024966482199</c:v>
                </c:pt>
                <c:pt idx="539">
                  <c:v>0.73130388329163198</c:v>
                </c:pt>
                <c:pt idx="540">
                  <c:v>-2.6197394565228702</c:v>
                </c:pt>
                <c:pt idx="541">
                  <c:v>1.05698049148533</c:v>
                </c:pt>
                <c:pt idx="542">
                  <c:v>0.52146012238836004</c:v>
                </c:pt>
                <c:pt idx="543">
                  <c:v>-2.0361272894436202</c:v>
                </c:pt>
                <c:pt idx="544">
                  <c:v>0.76248386464773099</c:v>
                </c:pt>
                <c:pt idx="545">
                  <c:v>2.2651818472779901</c:v>
                </c:pt>
                <c:pt idx="546">
                  <c:v>8.2188516646042903E-2</c:v>
                </c:pt>
                <c:pt idx="547">
                  <c:v>3.0225392452466502</c:v>
                </c:pt>
                <c:pt idx="548">
                  <c:v>3.19091399793763</c:v>
                </c:pt>
                <c:pt idx="549">
                  <c:v>-0.67425170489578401</c:v>
                </c:pt>
                <c:pt idx="550">
                  <c:v>-0.43710825441648299</c:v>
                </c:pt>
                <c:pt idx="551">
                  <c:v>-1.5560375357124601</c:v>
                </c:pt>
                <c:pt idx="552">
                  <c:v>-2.80853994683237</c:v>
                </c:pt>
                <c:pt idx="553">
                  <c:v>-0.28294347423661198</c:v>
                </c:pt>
                <c:pt idx="554">
                  <c:v>-1.39681533829381</c:v>
                </c:pt>
                <c:pt idx="555">
                  <c:v>-0.76035474725933705</c:v>
                </c:pt>
                <c:pt idx="556">
                  <c:v>0.54175929540707801</c:v>
                </c:pt>
                <c:pt idx="557">
                  <c:v>4.8115597604366602</c:v>
                </c:pt>
                <c:pt idx="558">
                  <c:v>3.1605676397424598</c:v>
                </c:pt>
                <c:pt idx="559">
                  <c:v>-1.5316053000572301</c:v>
                </c:pt>
                <c:pt idx="560">
                  <c:v>1.4549119438951099</c:v>
                </c:pt>
                <c:pt idx="561">
                  <c:v>-1.08196159818405</c:v>
                </c:pt>
                <c:pt idx="562">
                  <c:v>-3.7532116852770301</c:v>
                </c:pt>
                <c:pt idx="563">
                  <c:v>1.76224764959517</c:v>
                </c:pt>
                <c:pt idx="564">
                  <c:v>-1.2796436518963299</c:v>
                </c:pt>
                <c:pt idx="565">
                  <c:v>3.5003821061981002</c:v>
                </c:pt>
                <c:pt idx="566">
                  <c:v>-2.8417572668426301</c:v>
                </c:pt>
                <c:pt idx="567">
                  <c:v>-1.9633573616049001E-2</c:v>
                </c:pt>
                <c:pt idx="568">
                  <c:v>0.94152537637275902</c:v>
                </c:pt>
                <c:pt idx="569">
                  <c:v>-2.7650026869693898</c:v>
                </c:pt>
                <c:pt idx="570">
                  <c:v>0.70798892672612701</c:v>
                </c:pt>
                <c:pt idx="571">
                  <c:v>-0.97816424595649598</c:v>
                </c:pt>
                <c:pt idx="572">
                  <c:v>-1.29997423576431</c:v>
                </c:pt>
                <c:pt idx="573">
                  <c:v>-3.6212483438427898</c:v>
                </c:pt>
                <c:pt idx="574">
                  <c:v>-3.4454158820432901</c:v>
                </c:pt>
                <c:pt idx="575">
                  <c:v>1.6869202873084399</c:v>
                </c:pt>
                <c:pt idx="576">
                  <c:v>0.98766782934856301</c:v>
                </c:pt>
                <c:pt idx="577">
                  <c:v>0.52721665464057699</c:v>
                </c:pt>
                <c:pt idx="578">
                  <c:v>-1.7864730690878701</c:v>
                </c:pt>
                <c:pt idx="579">
                  <c:v>3.0126968035458801</c:v>
                </c:pt>
                <c:pt idx="580">
                  <c:v>-1.14556238127696</c:v>
                </c:pt>
                <c:pt idx="581">
                  <c:v>-1.57388451733449</c:v>
                </c:pt>
                <c:pt idx="582">
                  <c:v>2.98278096627305</c:v>
                </c:pt>
                <c:pt idx="583">
                  <c:v>1.2776899479815</c:v>
                </c:pt>
                <c:pt idx="584">
                  <c:v>-1.7701346388727299</c:v>
                </c:pt>
                <c:pt idx="585">
                  <c:v>2.18453944015361</c:v>
                </c:pt>
                <c:pt idx="586">
                  <c:v>-1.30691916974716</c:v>
                </c:pt>
                <c:pt idx="587">
                  <c:v>-2.1423316012593099</c:v>
                </c:pt>
                <c:pt idx="588">
                  <c:v>-1.97195041560734E-2</c:v>
                </c:pt>
                <c:pt idx="589">
                  <c:v>-1.0635764238549501</c:v>
                </c:pt>
                <c:pt idx="590">
                  <c:v>1.8188804788970601</c:v>
                </c:pt>
                <c:pt idx="591">
                  <c:v>1.4071767407411999</c:v>
                </c:pt>
                <c:pt idx="592">
                  <c:v>3.1400702235765299</c:v>
                </c:pt>
                <c:pt idx="593">
                  <c:v>3.45640374864371</c:v>
                </c:pt>
                <c:pt idx="594">
                  <c:v>-3.0350918167140701</c:v>
                </c:pt>
                <c:pt idx="595">
                  <c:v>0.79015977251629299</c:v>
                </c:pt>
                <c:pt idx="596">
                  <c:v>3.4118034332324698</c:v>
                </c:pt>
                <c:pt idx="597">
                  <c:v>2.0375043036335798</c:v>
                </c:pt>
                <c:pt idx="598">
                  <c:v>1.79168468264685</c:v>
                </c:pt>
                <c:pt idx="599">
                  <c:v>-1.336467451029</c:v>
                </c:pt>
                <c:pt idx="600">
                  <c:v>-3.4440118400408899</c:v>
                </c:pt>
                <c:pt idx="601">
                  <c:v>0.35264656888652401</c:v>
                </c:pt>
                <c:pt idx="602">
                  <c:v>-0.36324154573811002</c:v>
                </c:pt>
                <c:pt idx="603">
                  <c:v>3.86536336295545</c:v>
                </c:pt>
                <c:pt idx="604">
                  <c:v>2.3708043121617099</c:v>
                </c:pt>
                <c:pt idx="605">
                  <c:v>2.00531265471498</c:v>
                </c:pt>
                <c:pt idx="606">
                  <c:v>3.6952314619947302</c:v>
                </c:pt>
                <c:pt idx="607">
                  <c:v>-1.0982539324213101</c:v>
                </c:pt>
                <c:pt idx="608">
                  <c:v>-1.7654803859675601</c:v>
                </c:pt>
                <c:pt idx="609">
                  <c:v>3.0718518662613699</c:v>
                </c:pt>
                <c:pt idx="610">
                  <c:v>-2.9533325402439599</c:v>
                </c:pt>
                <c:pt idx="611">
                  <c:v>-3.27967500152366</c:v>
                </c:pt>
                <c:pt idx="612">
                  <c:v>2.4479653369639398</c:v>
                </c:pt>
                <c:pt idx="613">
                  <c:v>-3.9075093872848901</c:v>
                </c:pt>
                <c:pt idx="614">
                  <c:v>-0.62238083540598099</c:v>
                </c:pt>
                <c:pt idx="615">
                  <c:v>1.1996990041962801</c:v>
                </c:pt>
                <c:pt idx="616">
                  <c:v>-1.6392058223846899</c:v>
                </c:pt>
                <c:pt idx="617">
                  <c:v>-3.5462996893888299</c:v>
                </c:pt>
                <c:pt idx="618">
                  <c:v>1.0724291112306901</c:v>
                </c:pt>
                <c:pt idx="619">
                  <c:v>1.2034193071188</c:v>
                </c:pt>
                <c:pt idx="620">
                  <c:v>1.7820694239122701</c:v>
                </c:pt>
                <c:pt idx="621">
                  <c:v>-1.65538240962429</c:v>
                </c:pt>
                <c:pt idx="622">
                  <c:v>-2.6316017834999399</c:v>
                </c:pt>
                <c:pt idx="623">
                  <c:v>-1.6961985478017501</c:v>
                </c:pt>
                <c:pt idx="624">
                  <c:v>0.483662784829547</c:v>
                </c:pt>
                <c:pt idx="625">
                  <c:v>-1.29880584422461</c:v>
                </c:pt>
                <c:pt idx="626">
                  <c:v>-2.56716916965755</c:v>
                </c:pt>
                <c:pt idx="627">
                  <c:v>-0.23338945365569999</c:v>
                </c:pt>
                <c:pt idx="628">
                  <c:v>1.0999727569214299</c:v>
                </c:pt>
                <c:pt idx="629">
                  <c:v>-0.21324104575662001</c:v>
                </c:pt>
                <c:pt idx="630">
                  <c:v>0.64028294149464404</c:v>
                </c:pt>
                <c:pt idx="631">
                  <c:v>1.95105201540803</c:v>
                </c:pt>
                <c:pt idx="632">
                  <c:v>2.2010224236159801</c:v>
                </c:pt>
                <c:pt idx="633">
                  <c:v>3.4507041996209198</c:v>
                </c:pt>
                <c:pt idx="634">
                  <c:v>2.8511650376747002</c:v>
                </c:pt>
                <c:pt idx="635">
                  <c:v>-1.5141825738484</c:v>
                </c:pt>
                <c:pt idx="636">
                  <c:v>12.389713355830599</c:v>
                </c:pt>
                <c:pt idx="637">
                  <c:v>0.88069651450845499</c:v>
                </c:pt>
                <c:pt idx="638">
                  <c:v>-1.9974795379450501</c:v>
                </c:pt>
                <c:pt idx="639">
                  <c:v>0.79276688471960699</c:v>
                </c:pt>
                <c:pt idx="640">
                  <c:v>-3.2625458505525899</c:v>
                </c:pt>
                <c:pt idx="641">
                  <c:v>-3.6760518257812</c:v>
                </c:pt>
                <c:pt idx="642">
                  <c:v>5.3585545156963796</c:v>
                </c:pt>
                <c:pt idx="643">
                  <c:v>1.8729290727965799</c:v>
                </c:pt>
                <c:pt idx="644">
                  <c:v>1.77812022909753</c:v>
                </c:pt>
                <c:pt idx="645">
                  <c:v>2.0603518739951099</c:v>
                </c:pt>
                <c:pt idx="646">
                  <c:v>5.4558509128236699</c:v>
                </c:pt>
                <c:pt idx="647">
                  <c:v>0.21949364260179899</c:v>
                </c:pt>
                <c:pt idx="648">
                  <c:v>3.2085404676458502</c:v>
                </c:pt>
                <c:pt idx="649">
                  <c:v>-5.88822945427746</c:v>
                </c:pt>
                <c:pt idx="650">
                  <c:v>-4.1202540319547802</c:v>
                </c:pt>
                <c:pt idx="651">
                  <c:v>3.74841274615533</c:v>
                </c:pt>
                <c:pt idx="652">
                  <c:v>-13.1348900517308</c:v>
                </c:pt>
                <c:pt idx="653">
                  <c:v>2.96357415735431</c:v>
                </c:pt>
                <c:pt idx="654">
                  <c:v>0.214589934997925</c:v>
                </c:pt>
                <c:pt idx="655">
                  <c:v>-2.6624153351546598</c:v>
                </c:pt>
                <c:pt idx="656">
                  <c:v>0.85171560941912405</c:v>
                </c:pt>
                <c:pt idx="657">
                  <c:v>-5.1062804191686402</c:v>
                </c:pt>
                <c:pt idx="658">
                  <c:v>-1.9034292980287498E-2</c:v>
                </c:pt>
                <c:pt idx="659">
                  <c:v>-3.5561333401594002</c:v>
                </c:pt>
                <c:pt idx="660">
                  <c:v>-3.5197664993614302</c:v>
                </c:pt>
                <c:pt idx="661">
                  <c:v>-7.2167520251263202</c:v>
                </c:pt>
                <c:pt idx="662">
                  <c:v>-0.76791399262139304</c:v>
                </c:pt>
                <c:pt idx="663">
                  <c:v>0.60936609164380995</c:v>
                </c:pt>
                <c:pt idx="664">
                  <c:v>0.46527122692129302</c:v>
                </c:pt>
                <c:pt idx="665">
                  <c:v>-6.2353536876886997</c:v>
                </c:pt>
                <c:pt idx="666">
                  <c:v>1.4508663513865601</c:v>
                </c:pt>
                <c:pt idx="667">
                  <c:v>3.5443044568199298</c:v>
                </c:pt>
                <c:pt idx="668">
                  <c:v>-1.3447904037540901</c:v>
                </c:pt>
                <c:pt idx="669">
                  <c:v>-1.01659352639687</c:v>
                </c:pt>
                <c:pt idx="670">
                  <c:v>1.8221199279453899</c:v>
                </c:pt>
                <c:pt idx="671">
                  <c:v>-1.79663869616623</c:v>
                </c:pt>
                <c:pt idx="672">
                  <c:v>3.7842122334063002</c:v>
                </c:pt>
                <c:pt idx="673">
                  <c:v>-1.36576429148656</c:v>
                </c:pt>
                <c:pt idx="674">
                  <c:v>-1.17060986424304</c:v>
                </c:pt>
                <c:pt idx="675">
                  <c:v>-0.23323441629879799</c:v>
                </c:pt>
                <c:pt idx="676">
                  <c:v>2.7810444738047</c:v>
                </c:pt>
                <c:pt idx="677">
                  <c:v>-0.328809554322813</c:v>
                </c:pt>
                <c:pt idx="678">
                  <c:v>-0.74188459828091002</c:v>
                </c:pt>
                <c:pt idx="679">
                  <c:v>-0.40116550024756997</c:v>
                </c:pt>
                <c:pt idx="680">
                  <c:v>-2.7133128835174798</c:v>
                </c:pt>
                <c:pt idx="681">
                  <c:v>-2.0829707354055701E-2</c:v>
                </c:pt>
                <c:pt idx="682">
                  <c:v>0.87594439758974796</c:v>
                </c:pt>
                <c:pt idx="683">
                  <c:v>0.27904403633848401</c:v>
                </c:pt>
                <c:pt idx="684">
                  <c:v>-1.15207059096241</c:v>
                </c:pt>
                <c:pt idx="685">
                  <c:v>-4.3815121704150597</c:v>
                </c:pt>
                <c:pt idx="686">
                  <c:v>1.5615044779074001</c:v>
                </c:pt>
                <c:pt idx="687">
                  <c:v>1.26528163962304</c:v>
                </c:pt>
                <c:pt idx="688">
                  <c:v>-1.6455575643459399</c:v>
                </c:pt>
                <c:pt idx="689">
                  <c:v>-3.2057618072989098</c:v>
                </c:pt>
                <c:pt idx="690">
                  <c:v>2.8350286671609699</c:v>
                </c:pt>
                <c:pt idx="691">
                  <c:v>2.1045765411709398</c:v>
                </c:pt>
                <c:pt idx="692">
                  <c:v>0.79881228894600298</c:v>
                </c:pt>
                <c:pt idx="693">
                  <c:v>-2.7983856795630602</c:v>
                </c:pt>
                <c:pt idx="694">
                  <c:v>-3.3133877498966799</c:v>
                </c:pt>
                <c:pt idx="695">
                  <c:v>-1.5938469565184299</c:v>
                </c:pt>
                <c:pt idx="696">
                  <c:v>0</c:v>
                </c:pt>
                <c:pt idx="697">
                  <c:v>5.9538683655533999</c:v>
                </c:pt>
                <c:pt idx="698">
                  <c:v>-1.8691633090565201</c:v>
                </c:pt>
                <c:pt idx="699">
                  <c:v>-0.31618828746629002</c:v>
                </c:pt>
                <c:pt idx="700">
                  <c:v>0.56472383541984905</c:v>
                </c:pt>
                <c:pt idx="701">
                  <c:v>-1.84805293274803</c:v>
                </c:pt>
                <c:pt idx="702">
                  <c:v>3.1297942925649398</c:v>
                </c:pt>
                <c:pt idx="703">
                  <c:v>1.3327716521908699</c:v>
                </c:pt>
                <c:pt idx="704">
                  <c:v>1.2610452095667899</c:v>
                </c:pt>
                <c:pt idx="705">
                  <c:v>4.3426266333688197</c:v>
                </c:pt>
                <c:pt idx="706">
                  <c:v>0.45774897338112602</c:v>
                </c:pt>
                <c:pt idx="707">
                  <c:v>-1.0982952414217499</c:v>
                </c:pt>
                <c:pt idx="708">
                  <c:v>1.04168474121816</c:v>
                </c:pt>
                <c:pt idx="709">
                  <c:v>-0.78309901533283099</c:v>
                </c:pt>
                <c:pt idx="710">
                  <c:v>2.5704407874538302</c:v>
                </c:pt>
                <c:pt idx="711">
                  <c:v>0.146629084940989</c:v>
                </c:pt>
                <c:pt idx="712">
                  <c:v>-0.11856077057722</c:v>
                </c:pt>
                <c:pt idx="713">
                  <c:v>1.14885228973216</c:v>
                </c:pt>
                <c:pt idx="714">
                  <c:v>1.93960189051514</c:v>
                </c:pt>
                <c:pt idx="715">
                  <c:v>2.33793332330684</c:v>
                </c:pt>
                <c:pt idx="716">
                  <c:v>2.3951129164140998</c:v>
                </c:pt>
                <c:pt idx="717">
                  <c:v>-5.5265090390159797</c:v>
                </c:pt>
                <c:pt idx="718">
                  <c:v>-1.24619427616828</c:v>
                </c:pt>
                <c:pt idx="719">
                  <c:v>-0.46964587216589099</c:v>
                </c:pt>
                <c:pt idx="720">
                  <c:v>-5.1953862566559996</c:v>
                </c:pt>
                <c:pt idx="721">
                  <c:v>1.14422620650107</c:v>
                </c:pt>
                <c:pt idx="722">
                  <c:v>2.26028090484398</c:v>
                </c:pt>
                <c:pt idx="723">
                  <c:v>0.49191404769966901</c:v>
                </c:pt>
                <c:pt idx="724">
                  <c:v>5.88536150173046E-2</c:v>
                </c:pt>
                <c:pt idx="725">
                  <c:v>0.151360830283087</c:v>
                </c:pt>
                <c:pt idx="726">
                  <c:v>-2.5185063674052102</c:v>
                </c:pt>
                <c:pt idx="727">
                  <c:v>-0.26056197301760398</c:v>
                </c:pt>
                <c:pt idx="728">
                  <c:v>1.15790279537209</c:v>
                </c:pt>
                <c:pt idx="729">
                  <c:v>-0.71680589469902001</c:v>
                </c:pt>
                <c:pt idx="730">
                  <c:v>2.0739153087492102</c:v>
                </c:pt>
                <c:pt idx="731">
                  <c:v>-1.6031719455007001</c:v>
                </c:pt>
                <c:pt idx="732">
                  <c:v>1.1106973596991201</c:v>
                </c:pt>
                <c:pt idx="733">
                  <c:v>0.197858450711729</c:v>
                </c:pt>
                <c:pt idx="734">
                  <c:v>-3.67258566090036</c:v>
                </c:pt>
                <c:pt idx="735">
                  <c:v>-5.4866919802478098E-2</c:v>
                </c:pt>
                <c:pt idx="736">
                  <c:v>2.4078210841203598</c:v>
                </c:pt>
                <c:pt idx="737">
                  <c:v>0.87179646489617002</c:v>
                </c:pt>
                <c:pt idx="738">
                  <c:v>-1.1066563662970701E-2</c:v>
                </c:pt>
                <c:pt idx="739">
                  <c:v>-2.9038114872343401</c:v>
                </c:pt>
                <c:pt idx="740">
                  <c:v>0.131267912110171</c:v>
                </c:pt>
                <c:pt idx="741">
                  <c:v>2.11312976438639</c:v>
                </c:pt>
                <c:pt idx="742">
                  <c:v>-1.48878567412425</c:v>
                </c:pt>
                <c:pt idx="743">
                  <c:v>2.23469633127818</c:v>
                </c:pt>
                <c:pt idx="744">
                  <c:v>-0.96016494505128602</c:v>
                </c:pt>
                <c:pt idx="745">
                  <c:v>1.3437177147351</c:v>
                </c:pt>
                <c:pt idx="746">
                  <c:v>1.06026558332839</c:v>
                </c:pt>
                <c:pt idx="747">
                  <c:v>2.34072377204888</c:v>
                </c:pt>
                <c:pt idx="748">
                  <c:v>-0.79630248691463401</c:v>
                </c:pt>
                <c:pt idx="749">
                  <c:v>-8.4917620439011396E-2</c:v>
                </c:pt>
                <c:pt idx="750">
                  <c:v>-0.49796830208486598</c:v>
                </c:pt>
                <c:pt idx="751">
                  <c:v>2.7684882425247901</c:v>
                </c:pt>
                <c:pt idx="752">
                  <c:v>-2.41235847164159</c:v>
                </c:pt>
                <c:pt idx="753">
                  <c:v>2.29765067583411</c:v>
                </c:pt>
                <c:pt idx="754">
                  <c:v>0.882918842265903</c:v>
                </c:pt>
                <c:pt idx="755">
                  <c:v>-1.3965314477835999</c:v>
                </c:pt>
                <c:pt idx="756">
                  <c:v>-0.57755413935118805</c:v>
                </c:pt>
                <c:pt idx="757">
                  <c:v>-0.40226893576025002</c:v>
                </c:pt>
                <c:pt idx="758">
                  <c:v>-0.641594273361898</c:v>
                </c:pt>
                <c:pt idx="759">
                  <c:v>0.14046212431910199</c:v>
                </c:pt>
                <c:pt idx="760">
                  <c:v>1.1340246536307901</c:v>
                </c:pt>
                <c:pt idx="761">
                  <c:v>0.98424262280410502</c:v>
                </c:pt>
                <c:pt idx="762">
                  <c:v>-1.1198132172525199</c:v>
                </c:pt>
                <c:pt idx="763">
                  <c:v>-0.39469966045898602</c:v>
                </c:pt>
                <c:pt idx="764">
                  <c:v>-0.16226757733764</c:v>
                </c:pt>
                <c:pt idx="765">
                  <c:v>0.425977863980878</c:v>
                </c:pt>
                <c:pt idx="766">
                  <c:v>0.90504840704339795</c:v>
                </c:pt>
                <c:pt idx="767">
                  <c:v>-6.5299156305050399E-2</c:v>
                </c:pt>
                <c:pt idx="768">
                  <c:v>2.3867246077748399</c:v>
                </c:pt>
                <c:pt idx="769">
                  <c:v>6.7578670191232093E-2</c:v>
                </c:pt>
                <c:pt idx="770">
                  <c:v>-0.93608318353277498</c:v>
                </c:pt>
                <c:pt idx="771">
                  <c:v>-2.2989139617704302</c:v>
                </c:pt>
                <c:pt idx="772">
                  <c:v>1.9402003921456501</c:v>
                </c:pt>
                <c:pt idx="773">
                  <c:v>1.86476177312578</c:v>
                </c:pt>
                <c:pt idx="774">
                  <c:v>0.11140868278794</c:v>
                </c:pt>
                <c:pt idx="775">
                  <c:v>3.21174040907764</c:v>
                </c:pt>
                <c:pt idx="776">
                  <c:v>0.49117978004906998</c:v>
                </c:pt>
                <c:pt idx="777">
                  <c:v>-0.75329237516713898</c:v>
                </c:pt>
                <c:pt idx="778">
                  <c:v>-3.0393294672409001</c:v>
                </c:pt>
                <c:pt idx="779">
                  <c:v>-0.24068511355536701</c:v>
                </c:pt>
                <c:pt idx="780">
                  <c:v>-2.5468798809248301</c:v>
                </c:pt>
                <c:pt idx="781">
                  <c:v>-2.5268249501673901</c:v>
                </c:pt>
                <c:pt idx="782">
                  <c:v>-0.65724419961196801</c:v>
                </c:pt>
                <c:pt idx="783">
                  <c:v>2.1908893269818499</c:v>
                </c:pt>
                <c:pt idx="784">
                  <c:v>-1.0772776241316599</c:v>
                </c:pt>
                <c:pt idx="785">
                  <c:v>0.15759478014997999</c:v>
                </c:pt>
                <c:pt idx="786">
                  <c:v>-1.0095790488115799</c:v>
                </c:pt>
                <c:pt idx="787">
                  <c:v>-1.8638760743914</c:v>
                </c:pt>
                <c:pt idx="788">
                  <c:v>-0.51713018991721105</c:v>
                </c:pt>
                <c:pt idx="789">
                  <c:v>2.5983186132075899</c:v>
                </c:pt>
                <c:pt idx="790">
                  <c:v>-1.32305464562204</c:v>
                </c:pt>
                <c:pt idx="791">
                  <c:v>-1.8689269602679901</c:v>
                </c:pt>
                <c:pt idx="792">
                  <c:v>1.1848185416374</c:v>
                </c:pt>
                <c:pt idx="793">
                  <c:v>2.3429456359788698</c:v>
                </c:pt>
                <c:pt idx="794">
                  <c:v>-0.41131901813605498</c:v>
                </c:pt>
                <c:pt idx="795">
                  <c:v>0.78651903039856697</c:v>
                </c:pt>
                <c:pt idx="796">
                  <c:v>2.7016192703402999</c:v>
                </c:pt>
                <c:pt idx="797">
                  <c:v>0.96005602646739896</c:v>
                </c:pt>
                <c:pt idx="798">
                  <c:v>1.00901354913948</c:v>
                </c:pt>
                <c:pt idx="799">
                  <c:v>-3.6715602069661299</c:v>
                </c:pt>
                <c:pt idx="800">
                  <c:v>-1.80364795174127</c:v>
                </c:pt>
                <c:pt idx="801">
                  <c:v>0.16048649472934701</c:v>
                </c:pt>
                <c:pt idx="802">
                  <c:v>-0.83264714301476295</c:v>
                </c:pt>
                <c:pt idx="803">
                  <c:v>-0.664139452837189</c:v>
                </c:pt>
                <c:pt idx="804">
                  <c:v>0.205646690360443</c:v>
                </c:pt>
                <c:pt idx="805">
                  <c:v>-1.32825664877338</c:v>
                </c:pt>
                <c:pt idx="806">
                  <c:v>-0.983961260140647</c:v>
                </c:pt>
                <c:pt idx="807">
                  <c:v>-1.61481035054137</c:v>
                </c:pt>
                <c:pt idx="808">
                  <c:v>2.4013340700419001</c:v>
                </c:pt>
                <c:pt idx="809">
                  <c:v>-1.06558724460424</c:v>
                </c:pt>
                <c:pt idx="810">
                  <c:v>-1.02328127403041</c:v>
                </c:pt>
                <c:pt idx="811">
                  <c:v>1.0477958403991099</c:v>
                </c:pt>
                <c:pt idx="812">
                  <c:v>1.46981160953137</c:v>
                </c:pt>
                <c:pt idx="813">
                  <c:v>-0.96517379656536495</c:v>
                </c:pt>
                <c:pt idx="814">
                  <c:v>0.18352602879421201</c:v>
                </c:pt>
                <c:pt idx="815">
                  <c:v>-0.39995231376551998</c:v>
                </c:pt>
                <c:pt idx="816">
                  <c:v>1.82668997600572</c:v>
                </c:pt>
                <c:pt idx="817">
                  <c:v>0.65880404646583701</c:v>
                </c:pt>
                <c:pt idx="818">
                  <c:v>1.94615342243844</c:v>
                </c:pt>
                <c:pt idx="819">
                  <c:v>3.2975737720954301</c:v>
                </c:pt>
                <c:pt idx="820">
                  <c:v>-0.67193204416393304</c:v>
                </c:pt>
                <c:pt idx="821">
                  <c:v>0.29931837440082398</c:v>
                </c:pt>
                <c:pt idx="822">
                  <c:v>-0.49385153653770503</c:v>
                </c:pt>
                <c:pt idx="823">
                  <c:v>-1.4979619289111199</c:v>
                </c:pt>
                <c:pt idx="824">
                  <c:v>-1.1689277180706401</c:v>
                </c:pt>
                <c:pt idx="825">
                  <c:v>3.0275656359639198E-2</c:v>
                </c:pt>
                <c:pt idx="826">
                  <c:v>-1.0918311348413501</c:v>
                </c:pt>
                <c:pt idx="827">
                  <c:v>-0.65652412066376398</c:v>
                </c:pt>
                <c:pt idx="828">
                  <c:v>2.5768206448202098</c:v>
                </c:pt>
                <c:pt idx="829">
                  <c:v>-0.227600121416732</c:v>
                </c:pt>
                <c:pt idx="830">
                  <c:v>-1.84789302414284</c:v>
                </c:pt>
                <c:pt idx="831">
                  <c:v>-1.3759375864461401</c:v>
                </c:pt>
                <c:pt idx="832">
                  <c:v>-0.60274022463146604</c:v>
                </c:pt>
                <c:pt idx="833">
                  <c:v>-0.30894183175201201</c:v>
                </c:pt>
                <c:pt idx="834">
                  <c:v>0.79604022936878804</c:v>
                </c:pt>
                <c:pt idx="835">
                  <c:v>-0.63276780875336802</c:v>
                </c:pt>
                <c:pt idx="836">
                  <c:v>1.7291469689549901</c:v>
                </c:pt>
                <c:pt idx="837">
                  <c:v>-0.82959793763589895</c:v>
                </c:pt>
                <c:pt idx="838">
                  <c:v>-1.09674570293531</c:v>
                </c:pt>
                <c:pt idx="839">
                  <c:v>-1.1171162143211399</c:v>
                </c:pt>
                <c:pt idx="840">
                  <c:v>0.45126327546869299</c:v>
                </c:pt>
                <c:pt idx="841">
                  <c:v>-2.0332687618244001</c:v>
                </c:pt>
                <c:pt idx="842">
                  <c:v>-0.83429223642462003</c:v>
                </c:pt>
                <c:pt idx="843">
                  <c:v>2.9739929241318399</c:v>
                </c:pt>
                <c:pt idx="844">
                  <c:v>-0.92204675037865602</c:v>
                </c:pt>
                <c:pt idx="845">
                  <c:v>1.4029268206683201</c:v>
                </c:pt>
                <c:pt idx="846">
                  <c:v>1.4673566022246101</c:v>
                </c:pt>
                <c:pt idx="847">
                  <c:v>-0.35647147589019801</c:v>
                </c:pt>
                <c:pt idx="848">
                  <c:v>-1.2937090757084999</c:v>
                </c:pt>
                <c:pt idx="849">
                  <c:v>-0.89959554154772703</c:v>
                </c:pt>
                <c:pt idx="850">
                  <c:v>-0.40100980351285298</c:v>
                </c:pt>
                <c:pt idx="851">
                  <c:v>-1.0396794462782699</c:v>
                </c:pt>
                <c:pt idx="852">
                  <c:v>1.6481380304337101</c:v>
                </c:pt>
                <c:pt idx="853">
                  <c:v>0.89233486032061005</c:v>
                </c:pt>
                <c:pt idx="854">
                  <c:v>0.70059441782285303</c:v>
                </c:pt>
                <c:pt idx="855">
                  <c:v>1.6426910002984201</c:v>
                </c:pt>
                <c:pt idx="856">
                  <c:v>0.70413865776567797</c:v>
                </c:pt>
                <c:pt idx="857">
                  <c:v>-2.8589288275409502E-2</c:v>
                </c:pt>
                <c:pt idx="858">
                  <c:v>4.4118761357757101</c:v>
                </c:pt>
                <c:pt idx="859">
                  <c:v>1.1958978108918601</c:v>
                </c:pt>
                <c:pt idx="860">
                  <c:v>-0.43833821990131999</c:v>
                </c:pt>
                <c:pt idx="861">
                  <c:v>-9.2783074397808696E-2</c:v>
                </c:pt>
                <c:pt idx="862">
                  <c:v>0.89374805612200103</c:v>
                </c:pt>
                <c:pt idx="863">
                  <c:v>1.47047238610276</c:v>
                </c:pt>
                <c:pt idx="864">
                  <c:v>-0.86852054766520304</c:v>
                </c:pt>
                <c:pt idx="865">
                  <c:v>0.14896873447810999</c:v>
                </c:pt>
                <c:pt idx="866">
                  <c:v>-3.3863499431903801</c:v>
                </c:pt>
                <c:pt idx="867">
                  <c:v>2.6135473348609</c:v>
                </c:pt>
                <c:pt idx="868">
                  <c:v>-3.7650846370565398</c:v>
                </c:pt>
                <c:pt idx="869">
                  <c:v>-0.40129629762701002</c:v>
                </c:pt>
                <c:pt idx="870">
                  <c:v>-3.11698727481805</c:v>
                </c:pt>
                <c:pt idx="871">
                  <c:v>2.3800515798634301</c:v>
                </c:pt>
                <c:pt idx="872">
                  <c:v>6.2448022001937504</c:v>
                </c:pt>
                <c:pt idx="873">
                  <c:v>2.1046033465316301</c:v>
                </c:pt>
                <c:pt idx="874">
                  <c:v>1.3905201083397001</c:v>
                </c:pt>
                <c:pt idx="875">
                  <c:v>0.99388229314300303</c:v>
                </c:pt>
                <c:pt idx="876">
                  <c:v>1.8327308580142301</c:v>
                </c:pt>
                <c:pt idx="877">
                  <c:v>1.00506202438578</c:v>
                </c:pt>
                <c:pt idx="878">
                  <c:v>-2.3145425120897398</c:v>
                </c:pt>
                <c:pt idx="879">
                  <c:v>1.31577460853023</c:v>
                </c:pt>
                <c:pt idx="880">
                  <c:v>-4.1043088281144797</c:v>
                </c:pt>
                <c:pt idx="881">
                  <c:v>0.43054171737126401</c:v>
                </c:pt>
                <c:pt idx="882">
                  <c:v>-2.17071317343148</c:v>
                </c:pt>
                <c:pt idx="883">
                  <c:v>-0.19187966788226599</c:v>
                </c:pt>
                <c:pt idx="884">
                  <c:v>-2.61335466142001</c:v>
                </c:pt>
                <c:pt idx="885">
                  <c:v>0.94220557559437601</c:v>
                </c:pt>
                <c:pt idx="886">
                  <c:v>1.1892249106127399</c:v>
                </c:pt>
                <c:pt idx="887">
                  <c:v>0.73447104425841303</c:v>
                </c:pt>
                <c:pt idx="888">
                  <c:v>-1.08730566365863</c:v>
                </c:pt>
                <c:pt idx="889">
                  <c:v>1.4887334726354</c:v>
                </c:pt>
                <c:pt idx="890">
                  <c:v>2.8010275405326999</c:v>
                </c:pt>
                <c:pt idx="891">
                  <c:v>-9.8735279179924806E-2</c:v>
                </c:pt>
                <c:pt idx="892">
                  <c:v>3.3056599858923499</c:v>
                </c:pt>
                <c:pt idx="893">
                  <c:v>-0.103745021872669</c:v>
                </c:pt>
                <c:pt idx="894">
                  <c:v>-0.234519372062195</c:v>
                </c:pt>
                <c:pt idx="895">
                  <c:v>-0.138884486988024</c:v>
                </c:pt>
                <c:pt idx="896">
                  <c:v>0.43496619852042701</c:v>
                </c:pt>
                <c:pt idx="897">
                  <c:v>0.35664620141608</c:v>
                </c:pt>
                <c:pt idx="898">
                  <c:v>-1.6099334214974601</c:v>
                </c:pt>
                <c:pt idx="899">
                  <c:v>-1.35319816744581</c:v>
                </c:pt>
                <c:pt idx="900">
                  <c:v>-0.353280383520445</c:v>
                </c:pt>
                <c:pt idx="901">
                  <c:v>1.87453613907654</c:v>
                </c:pt>
                <c:pt idx="902">
                  <c:v>-1.10167555358528</c:v>
                </c:pt>
                <c:pt idx="903">
                  <c:v>1.2448514682240801</c:v>
                </c:pt>
                <c:pt idx="904">
                  <c:v>5.6162191006468402E-2</c:v>
                </c:pt>
                <c:pt idx="905">
                  <c:v>-0.83521588755170195</c:v>
                </c:pt>
                <c:pt idx="906">
                  <c:v>-2.7040234557446801</c:v>
                </c:pt>
                <c:pt idx="907">
                  <c:v>-2.1708557604044199</c:v>
                </c:pt>
                <c:pt idx="908">
                  <c:v>0.24181314094805501</c:v>
                </c:pt>
                <c:pt idx="909">
                  <c:v>2.5316005748958901</c:v>
                </c:pt>
                <c:pt idx="910">
                  <c:v>-1.0761955442999001</c:v>
                </c:pt>
                <c:pt idx="911">
                  <c:v>0.27511246331717998</c:v>
                </c:pt>
                <c:pt idx="912">
                  <c:v>-0.63419919514222201</c:v>
                </c:pt>
                <c:pt idx="913">
                  <c:v>-0.34788370956395898</c:v>
                </c:pt>
                <c:pt idx="914">
                  <c:v>-1.76877511464432</c:v>
                </c:pt>
                <c:pt idx="915">
                  <c:v>1.6205025043670001</c:v>
                </c:pt>
                <c:pt idx="916">
                  <c:v>-0.23621715723075401</c:v>
                </c:pt>
                <c:pt idx="917">
                  <c:v>-1.3477776236721499</c:v>
                </c:pt>
                <c:pt idx="918">
                  <c:v>0.228642697397095</c:v>
                </c:pt>
                <c:pt idx="919">
                  <c:v>0.18510680533780199</c:v>
                </c:pt>
                <c:pt idx="920">
                  <c:v>-1.31846742286333</c:v>
                </c:pt>
                <c:pt idx="921">
                  <c:v>-0.92634640958365599</c:v>
                </c:pt>
                <c:pt idx="922">
                  <c:v>-0.73962515030799802</c:v>
                </c:pt>
                <c:pt idx="923">
                  <c:v>0.73624308458097998</c:v>
                </c:pt>
                <c:pt idx="924">
                  <c:v>6.8745737549151101E-2</c:v>
                </c:pt>
                <c:pt idx="925">
                  <c:v>-1.5333283719524999</c:v>
                </c:pt>
                <c:pt idx="926">
                  <c:v>-3.0554174970458301</c:v>
                </c:pt>
                <c:pt idx="927">
                  <c:v>0.14644621403693101</c:v>
                </c:pt>
                <c:pt idx="928">
                  <c:v>3.0918096563918902</c:v>
                </c:pt>
                <c:pt idx="929">
                  <c:v>-1.11153238269405</c:v>
                </c:pt>
                <c:pt idx="930">
                  <c:v>-2.7959717539384998</c:v>
                </c:pt>
                <c:pt idx="931">
                  <c:v>6.7245933309656802</c:v>
                </c:pt>
                <c:pt idx="932">
                  <c:v>2.16084823865117</c:v>
                </c:pt>
                <c:pt idx="933">
                  <c:v>5.0775926152128203</c:v>
                </c:pt>
                <c:pt idx="934">
                  <c:v>-9.5944705888731704E-2</c:v>
                </c:pt>
                <c:pt idx="935">
                  <c:v>2.2467183736688399</c:v>
                </c:pt>
                <c:pt idx="936">
                  <c:v>-2.6982455627067199</c:v>
                </c:pt>
                <c:pt idx="937">
                  <c:v>2.6989511515121301</c:v>
                </c:pt>
                <c:pt idx="938">
                  <c:v>0.52074433529084796</c:v>
                </c:pt>
                <c:pt idx="939">
                  <c:v>2.1904038176867799</c:v>
                </c:pt>
                <c:pt idx="940">
                  <c:v>1.1086405188881501</c:v>
                </c:pt>
                <c:pt idx="941">
                  <c:v>9.9725094690597996E-2</c:v>
                </c:pt>
                <c:pt idx="942">
                  <c:v>-3.1283095169773998</c:v>
                </c:pt>
                <c:pt idx="943">
                  <c:v>1.5834979517409999E-2</c:v>
                </c:pt>
                <c:pt idx="944">
                  <c:v>1.49696954155435</c:v>
                </c:pt>
                <c:pt idx="945">
                  <c:v>-0.24098963323973199</c:v>
                </c:pt>
                <c:pt idx="946">
                  <c:v>0.53272099413970597</c:v>
                </c:pt>
                <c:pt idx="947">
                  <c:v>0.53256723997029898</c:v>
                </c:pt>
                <c:pt idx="948">
                  <c:v>-0.59900335450641595</c:v>
                </c:pt>
                <c:pt idx="949">
                  <c:v>-4.0420508160126296</c:v>
                </c:pt>
                <c:pt idx="950">
                  <c:v>-2.2820677332387498</c:v>
                </c:pt>
                <c:pt idx="951">
                  <c:v>-0.76211168886972103</c:v>
                </c:pt>
                <c:pt idx="952">
                  <c:v>1.0687529912298801</c:v>
                </c:pt>
                <c:pt idx="953">
                  <c:v>3.4987538994780398</c:v>
                </c:pt>
                <c:pt idx="954">
                  <c:v>1.9219710082332699</c:v>
                </c:pt>
                <c:pt idx="955">
                  <c:v>-0.92303947573012401</c:v>
                </c:pt>
                <c:pt idx="956">
                  <c:v>1.26341477949579</c:v>
                </c:pt>
                <c:pt idx="957">
                  <c:v>2.2152146937789401</c:v>
                </c:pt>
                <c:pt idx="958">
                  <c:v>2.8043147560210699</c:v>
                </c:pt>
                <c:pt idx="959">
                  <c:v>-0.16213184417880999</c:v>
                </c:pt>
                <c:pt idx="960">
                  <c:v>-3.52946308467599</c:v>
                </c:pt>
                <c:pt idx="961">
                  <c:v>-0.215067399444861</c:v>
                </c:pt>
                <c:pt idx="962">
                  <c:v>-2.6562722452812801</c:v>
                </c:pt>
                <c:pt idx="963">
                  <c:v>-2.6293451151904601</c:v>
                </c:pt>
                <c:pt idx="964">
                  <c:v>-1.7696895196968001</c:v>
                </c:pt>
                <c:pt idx="965">
                  <c:v>-0.27406549471813302</c:v>
                </c:pt>
                <c:pt idx="966">
                  <c:v>2.2669902067906098</c:v>
                </c:pt>
                <c:pt idx="967">
                  <c:v>1.0495732459756999</c:v>
                </c:pt>
                <c:pt idx="968">
                  <c:v>1.82761425316403</c:v>
                </c:pt>
                <c:pt idx="969">
                  <c:v>-0.89840047867908002</c:v>
                </c:pt>
                <c:pt idx="970">
                  <c:v>0.67805576612458596</c:v>
                </c:pt>
                <c:pt idx="971">
                  <c:v>-0.72741315387801697</c:v>
                </c:pt>
                <c:pt idx="972">
                  <c:v>0.70481747740079703</c:v>
                </c:pt>
                <c:pt idx="973">
                  <c:v>1.81307866941808</c:v>
                </c:pt>
                <c:pt idx="974">
                  <c:v>-1.1891595408333899</c:v>
                </c:pt>
                <c:pt idx="975">
                  <c:v>-1.8112362878936299</c:v>
                </c:pt>
                <c:pt idx="976">
                  <c:v>-0.45350692022584699</c:v>
                </c:pt>
                <c:pt idx="977">
                  <c:v>-3.4796666995755601</c:v>
                </c:pt>
                <c:pt idx="978">
                  <c:v>-0.95013947012666999</c:v>
                </c:pt>
                <c:pt idx="979">
                  <c:v>-3.2275105213397399</c:v>
                </c:pt>
                <c:pt idx="980">
                  <c:v>1.488162587251</c:v>
                </c:pt>
                <c:pt idx="981">
                  <c:v>3.8525488653670901</c:v>
                </c:pt>
                <c:pt idx="982">
                  <c:v>2.5826737509153999E-2</c:v>
                </c:pt>
                <c:pt idx="983">
                  <c:v>-0.16328364743478499</c:v>
                </c:pt>
                <c:pt idx="984">
                  <c:v>0.23778977370701901</c:v>
                </c:pt>
                <c:pt idx="985">
                  <c:v>-0.687782384756775</c:v>
                </c:pt>
                <c:pt idx="986">
                  <c:v>1.5004797927417699</c:v>
                </c:pt>
                <c:pt idx="987">
                  <c:v>-0.361632567424508</c:v>
                </c:pt>
                <c:pt idx="988">
                  <c:v>0.27473527249202601</c:v>
                </c:pt>
                <c:pt idx="989">
                  <c:v>-0.96256487541937297</c:v>
                </c:pt>
                <c:pt idx="990">
                  <c:v>-1.2581508922399001</c:v>
                </c:pt>
                <c:pt idx="991">
                  <c:v>-0.63069420280266297</c:v>
                </c:pt>
                <c:pt idx="992">
                  <c:v>0.71895229609691502</c:v>
                </c:pt>
                <c:pt idx="993">
                  <c:v>0.62962652913452199</c:v>
                </c:pt>
                <c:pt idx="994">
                  <c:v>1.07424583223097</c:v>
                </c:pt>
                <c:pt idx="995">
                  <c:v>-0.496494850339047</c:v>
                </c:pt>
                <c:pt idx="996">
                  <c:v>1.7103015461447799</c:v>
                </c:pt>
                <c:pt idx="997">
                  <c:v>-0.42971272130198701</c:v>
                </c:pt>
                <c:pt idx="998">
                  <c:v>-0.36901813634502101</c:v>
                </c:pt>
                <c:pt idx="999">
                  <c:v>-1.1157376016779901</c:v>
                </c:pt>
                <c:pt idx="1000">
                  <c:v>1.0178545454938499</c:v>
                </c:pt>
                <c:pt idx="1001">
                  <c:v>-2.0993458231908599</c:v>
                </c:pt>
                <c:pt idx="1002">
                  <c:v>2.3725726399940599</c:v>
                </c:pt>
                <c:pt idx="1003">
                  <c:v>2.7510568840427299</c:v>
                </c:pt>
                <c:pt idx="1004">
                  <c:v>1.5469774165060199</c:v>
                </c:pt>
                <c:pt idx="1005">
                  <c:v>3.3578593041710301</c:v>
                </c:pt>
                <c:pt idx="1006">
                  <c:v>3.1969813694594</c:v>
                </c:pt>
                <c:pt idx="1007">
                  <c:v>-2.6042064737954602</c:v>
                </c:pt>
                <c:pt idx="1008">
                  <c:v>3.1197782892709101</c:v>
                </c:pt>
                <c:pt idx="1009">
                  <c:v>-1.1944418559266099</c:v>
                </c:pt>
                <c:pt idx="1010">
                  <c:v>-1.4194402064360501</c:v>
                </c:pt>
                <c:pt idx="1011">
                  <c:v>0.96204701767241596</c:v>
                </c:pt>
                <c:pt idx="1012">
                  <c:v>-0.93967430086706205</c:v>
                </c:pt>
                <c:pt idx="1013">
                  <c:v>0.98438938990166003</c:v>
                </c:pt>
                <c:pt idx="1014">
                  <c:v>1.13478420583996</c:v>
                </c:pt>
                <c:pt idx="1015">
                  <c:v>2.50467973279101</c:v>
                </c:pt>
                <c:pt idx="1016">
                  <c:v>-1.89940601454559</c:v>
                </c:pt>
                <c:pt idx="1017">
                  <c:v>1.6030019591928</c:v>
                </c:pt>
                <c:pt idx="1018">
                  <c:v>-0.42129617383454399</c:v>
                </c:pt>
                <c:pt idx="1019">
                  <c:v>-0.20737975704001399</c:v>
                </c:pt>
                <c:pt idx="1020">
                  <c:v>2.62290667671828</c:v>
                </c:pt>
                <c:pt idx="1021">
                  <c:v>-4.1774661325265201E-2</c:v>
                </c:pt>
                <c:pt idx="1022">
                  <c:v>1.0160699664406201</c:v>
                </c:pt>
                <c:pt idx="1023">
                  <c:v>4.3505479468295496</c:v>
                </c:pt>
                <c:pt idx="1024">
                  <c:v>0.80659486223684596</c:v>
                </c:pt>
                <c:pt idx="1025">
                  <c:v>0.97414301334813802</c:v>
                </c:pt>
                <c:pt idx="1026">
                  <c:v>2.1875015055075999</c:v>
                </c:pt>
                <c:pt idx="1027">
                  <c:v>-0.64249280378989404</c:v>
                </c:pt>
                <c:pt idx="1028">
                  <c:v>2.5121113596844</c:v>
                </c:pt>
                <c:pt idx="1029">
                  <c:v>0.40936119315309599</c:v>
                </c:pt>
                <c:pt idx="1030">
                  <c:v>0.20570609703165299</c:v>
                </c:pt>
                <c:pt idx="1031">
                  <c:v>3.23593093803176</c:v>
                </c:pt>
                <c:pt idx="1032">
                  <c:v>-0.59544492153936901</c:v>
                </c:pt>
                <c:pt idx="1033">
                  <c:v>3.0928800940647299</c:v>
                </c:pt>
                <c:pt idx="1034">
                  <c:v>0.54979885864038003</c:v>
                </c:pt>
                <c:pt idx="1035">
                  <c:v>1.3588025195992799</c:v>
                </c:pt>
                <c:pt idx="1036">
                  <c:v>-0.202844839367953</c:v>
                </c:pt>
                <c:pt idx="1037">
                  <c:v>-4.1696312345657596</c:v>
                </c:pt>
                <c:pt idx="1038">
                  <c:v>0.616324359470525</c:v>
                </c:pt>
                <c:pt idx="1039">
                  <c:v>2.7617029841724898</c:v>
                </c:pt>
                <c:pt idx="1040">
                  <c:v>1.2340282968683101</c:v>
                </c:pt>
                <c:pt idx="1041">
                  <c:v>2.0896878442368401</c:v>
                </c:pt>
                <c:pt idx="1042">
                  <c:v>5.9720736671446399</c:v>
                </c:pt>
                <c:pt idx="1043">
                  <c:v>-1.0449402536821699</c:v>
                </c:pt>
                <c:pt idx="1044">
                  <c:v>-1.01274638388292</c:v>
                </c:pt>
                <c:pt idx="1045">
                  <c:v>-1.81348403757208</c:v>
                </c:pt>
                <c:pt idx="1046">
                  <c:v>-1.9957831923615701</c:v>
                </c:pt>
                <c:pt idx="1047">
                  <c:v>-1.2389523111209599</c:v>
                </c:pt>
                <c:pt idx="1048">
                  <c:v>-5.5400889075838204</c:v>
                </c:pt>
                <c:pt idx="1049">
                  <c:v>1.7596475648771299</c:v>
                </c:pt>
                <c:pt idx="1050">
                  <c:v>2.4010514508745699</c:v>
                </c:pt>
                <c:pt idx="1051">
                  <c:v>-0.863644886667427</c:v>
                </c:pt>
                <c:pt idx="1052">
                  <c:v>-0.53591211474758205</c:v>
                </c:pt>
                <c:pt idx="1053">
                  <c:v>1.2656762251732301</c:v>
                </c:pt>
                <c:pt idx="1054">
                  <c:v>-2.21845798335977</c:v>
                </c:pt>
                <c:pt idx="1055">
                  <c:v>-0.30445561719636199</c:v>
                </c:pt>
                <c:pt idx="1056">
                  <c:v>-0.85646819591691103</c:v>
                </c:pt>
                <c:pt idx="1057">
                  <c:v>-2.7056571940551999</c:v>
                </c:pt>
                <c:pt idx="1058">
                  <c:v>0.84094770279158104</c:v>
                </c:pt>
                <c:pt idx="1059">
                  <c:v>2.8413541316491102</c:v>
                </c:pt>
                <c:pt idx="1060">
                  <c:v>-3.2171556866039599</c:v>
                </c:pt>
                <c:pt idx="1061">
                  <c:v>1.9668059932458699</c:v>
                </c:pt>
                <c:pt idx="1062">
                  <c:v>1.3513288490702999</c:v>
                </c:pt>
                <c:pt idx="1063">
                  <c:v>-0.198114101370264</c:v>
                </c:pt>
                <c:pt idx="1064">
                  <c:v>0.76566622295856901</c:v>
                </c:pt>
                <c:pt idx="1065">
                  <c:v>1.11036087948805</c:v>
                </c:pt>
                <c:pt idx="1066">
                  <c:v>0.51845918010396697</c:v>
                </c:pt>
                <c:pt idx="1067">
                  <c:v>0.28089999350484302</c:v>
                </c:pt>
                <c:pt idx="1068">
                  <c:v>-1.66291596967554</c:v>
                </c:pt>
                <c:pt idx="1069">
                  <c:v>3.2722977418107</c:v>
                </c:pt>
                <c:pt idx="1070">
                  <c:v>8.1974290819693596E-2</c:v>
                </c:pt>
                <c:pt idx="1071">
                  <c:v>1.1623053998148101</c:v>
                </c:pt>
                <c:pt idx="1072">
                  <c:v>1.0105060682531299</c:v>
                </c:pt>
                <c:pt idx="1073">
                  <c:v>-2.3864435232382202</c:v>
                </c:pt>
                <c:pt idx="1074">
                  <c:v>0.64702150194820895</c:v>
                </c:pt>
                <c:pt idx="1075">
                  <c:v>-2.5363813089292702</c:v>
                </c:pt>
                <c:pt idx="1076">
                  <c:v>-0.135686532179637</c:v>
                </c:pt>
                <c:pt idx="1077">
                  <c:v>0.83950489194761102</c:v>
                </c:pt>
                <c:pt idx="1078">
                  <c:v>-0.38777523026279898</c:v>
                </c:pt>
                <c:pt idx="1079">
                  <c:v>-4.3409117516342598E-2</c:v>
                </c:pt>
                <c:pt idx="1080">
                  <c:v>0.91484892046787103</c:v>
                </c:pt>
                <c:pt idx="1081">
                  <c:v>-2.2335957870149099</c:v>
                </c:pt>
                <c:pt idx="1082">
                  <c:v>-1.1595026701165601</c:v>
                </c:pt>
                <c:pt idx="1083">
                  <c:v>2.5818005227976801</c:v>
                </c:pt>
                <c:pt idx="1084">
                  <c:v>0.67286622981404098</c:v>
                </c:pt>
                <c:pt idx="1085">
                  <c:v>-0.88134559440204496</c:v>
                </c:pt>
                <c:pt idx="1086">
                  <c:v>0.528793995221157</c:v>
                </c:pt>
                <c:pt idx="1087">
                  <c:v>0.83634604713457705</c:v>
                </c:pt>
                <c:pt idx="1088">
                  <c:v>-5.6256340165129898E-2</c:v>
                </c:pt>
                <c:pt idx="1089">
                  <c:v>-0.92825707783186895</c:v>
                </c:pt>
                <c:pt idx="1090">
                  <c:v>1.27455235145708</c:v>
                </c:pt>
                <c:pt idx="1091">
                  <c:v>2.7646820103449299</c:v>
                </c:pt>
                <c:pt idx="1092">
                  <c:v>-1.06430514896603</c:v>
                </c:pt>
                <c:pt idx="1093">
                  <c:v>3.0364780561134102</c:v>
                </c:pt>
                <c:pt idx="1094">
                  <c:v>0.57202024755565095</c:v>
                </c:pt>
                <c:pt idx="1095">
                  <c:v>-0.62759593776703704</c:v>
                </c:pt>
                <c:pt idx="1096">
                  <c:v>-0.56198934967478897</c:v>
                </c:pt>
                <c:pt idx="1097">
                  <c:v>0.55485736640505401</c:v>
                </c:pt>
                <c:pt idx="1098">
                  <c:v>1.4191391009932799</c:v>
                </c:pt>
                <c:pt idx="1099">
                  <c:v>3.0816135120295298</c:v>
                </c:pt>
                <c:pt idx="1100">
                  <c:v>-1.3951501895929099</c:v>
                </c:pt>
                <c:pt idx="1101">
                  <c:v>-1.6297222763297099</c:v>
                </c:pt>
                <c:pt idx="1102">
                  <c:v>-1.32899433378794</c:v>
                </c:pt>
                <c:pt idx="1103">
                  <c:v>1.7829923289207099</c:v>
                </c:pt>
                <c:pt idx="1104">
                  <c:v>1.0663812424185</c:v>
                </c:pt>
                <c:pt idx="1105">
                  <c:v>1.10074289452803</c:v>
                </c:pt>
                <c:pt idx="1106">
                  <c:v>-2.8729613710906299</c:v>
                </c:pt>
                <c:pt idx="1107">
                  <c:v>-1.60440792381046</c:v>
                </c:pt>
                <c:pt idx="1108">
                  <c:v>-0.44527538949460799</c:v>
                </c:pt>
                <c:pt idx="1109">
                  <c:v>-1.4304319676855199</c:v>
                </c:pt>
                <c:pt idx="1110">
                  <c:v>-2.6791569149069101</c:v>
                </c:pt>
                <c:pt idx="1111">
                  <c:v>-0.351589641968311</c:v>
                </c:pt>
                <c:pt idx="1112">
                  <c:v>-1.18729305676722</c:v>
                </c:pt>
                <c:pt idx="1113">
                  <c:v>-2.3475366880116599E-2</c:v>
                </c:pt>
                <c:pt idx="1114">
                  <c:v>0.41654299822670499</c:v>
                </c:pt>
                <c:pt idx="1115">
                  <c:v>-0.88203326924597802</c:v>
                </c:pt>
                <c:pt idx="1116">
                  <c:v>-1.64672442816665</c:v>
                </c:pt>
                <c:pt idx="1117">
                  <c:v>1.73029503894092</c:v>
                </c:pt>
                <c:pt idx="1118">
                  <c:v>-9.3864198368213095E-2</c:v>
                </c:pt>
                <c:pt idx="1119">
                  <c:v>-1.7894966795630001</c:v>
                </c:pt>
                <c:pt idx="1120">
                  <c:v>1.02635708419869</c:v>
                </c:pt>
                <c:pt idx="1121">
                  <c:v>-0.53132959725144002</c:v>
                </c:pt>
                <c:pt idx="1122">
                  <c:v>1.5207955773478801</c:v>
                </c:pt>
                <c:pt idx="1123">
                  <c:v>-0.80915034593739199</c:v>
                </c:pt>
                <c:pt idx="1124">
                  <c:v>1.1935576953200999</c:v>
                </c:pt>
                <c:pt idx="1125">
                  <c:v>-0.72197248719902596</c:v>
                </c:pt>
                <c:pt idx="1126">
                  <c:v>1.4545943011728799</c:v>
                </c:pt>
                <c:pt idx="1127">
                  <c:v>-0.53549543802507305</c:v>
                </c:pt>
                <c:pt idx="1128">
                  <c:v>-2.31381355498735</c:v>
                </c:pt>
                <c:pt idx="1129">
                  <c:v>-1.39422488813041</c:v>
                </c:pt>
                <c:pt idx="1130">
                  <c:v>-0.43009590133460501</c:v>
                </c:pt>
                <c:pt idx="1131">
                  <c:v>0.62267155709227395</c:v>
                </c:pt>
                <c:pt idx="1132">
                  <c:v>-0.705566501574178</c:v>
                </c:pt>
                <c:pt idx="1133">
                  <c:v>-0.70213485888207705</c:v>
                </c:pt>
                <c:pt idx="1134">
                  <c:v>-1.43829056805026</c:v>
                </c:pt>
                <c:pt idx="1135">
                  <c:v>-0.71029577674012001</c:v>
                </c:pt>
                <c:pt idx="1136">
                  <c:v>1.09249781195666</c:v>
                </c:pt>
                <c:pt idx="1137">
                  <c:v>1.7938204991083799</c:v>
                </c:pt>
                <c:pt idx="1138">
                  <c:v>2.5502622511500102</c:v>
                </c:pt>
                <c:pt idx="1139">
                  <c:v>-2.6299716156380599</c:v>
                </c:pt>
                <c:pt idx="1140">
                  <c:v>0.53759095482427899</c:v>
                </c:pt>
                <c:pt idx="1141">
                  <c:v>-0.263300867029301</c:v>
                </c:pt>
                <c:pt idx="1142">
                  <c:v>4.4632045201676096</c:v>
                </c:pt>
                <c:pt idx="1143">
                  <c:v>-0.55755862707041703</c:v>
                </c:pt>
                <c:pt idx="1144">
                  <c:v>1.3534432785313699</c:v>
                </c:pt>
                <c:pt idx="1145">
                  <c:v>0.628844229764419</c:v>
                </c:pt>
                <c:pt idx="1146">
                  <c:v>0.387674164597611</c:v>
                </c:pt>
                <c:pt idx="1147">
                  <c:v>-2.9683888057106702</c:v>
                </c:pt>
                <c:pt idx="1148">
                  <c:v>2.7098563475326101</c:v>
                </c:pt>
                <c:pt idx="1149">
                  <c:v>0.96961208452301895</c:v>
                </c:pt>
                <c:pt idx="1150">
                  <c:v>-0.49798259328442501</c:v>
                </c:pt>
                <c:pt idx="1151">
                  <c:v>-1.9019332106617699</c:v>
                </c:pt>
                <c:pt idx="1152">
                  <c:v>5.5923641717995496</c:v>
                </c:pt>
                <c:pt idx="1153">
                  <c:v>1.8131433206495999</c:v>
                </c:pt>
                <c:pt idx="1154">
                  <c:v>1.6310572961397101</c:v>
                </c:pt>
                <c:pt idx="1155">
                  <c:v>1.8668570610609201</c:v>
                </c:pt>
                <c:pt idx="1156">
                  <c:v>2.6691239058556699</c:v>
                </c:pt>
                <c:pt idx="1157">
                  <c:v>-0.84336253309400999</c:v>
                </c:pt>
                <c:pt idx="1158">
                  <c:v>-1.44711016327396</c:v>
                </c:pt>
                <c:pt idx="1159">
                  <c:v>-3.4234086108361699</c:v>
                </c:pt>
                <c:pt idx="1160">
                  <c:v>-1.4880316365278099</c:v>
                </c:pt>
                <c:pt idx="1161">
                  <c:v>-2.3038980325359799</c:v>
                </c:pt>
                <c:pt idx="1162">
                  <c:v>0.89147754493916198</c:v>
                </c:pt>
                <c:pt idx="1163">
                  <c:v>-1.2109001645356601</c:v>
                </c:pt>
                <c:pt idx="1164">
                  <c:v>-0.14462692727363599</c:v>
                </c:pt>
                <c:pt idx="1165">
                  <c:v>0.88452423231970201</c:v>
                </c:pt>
                <c:pt idx="1166">
                  <c:v>2.2214943427828202</c:v>
                </c:pt>
                <c:pt idx="1167">
                  <c:v>-4.6299798976266099E-2</c:v>
                </c:pt>
                <c:pt idx="1168">
                  <c:v>8.25413234692077E-2</c:v>
                </c:pt>
                <c:pt idx="1169">
                  <c:v>0.487186392977637</c:v>
                </c:pt>
                <c:pt idx="1170">
                  <c:v>-4.9469975540301103</c:v>
                </c:pt>
                <c:pt idx="1171">
                  <c:v>-1.59573101615835</c:v>
                </c:pt>
                <c:pt idx="1172">
                  <c:v>-0.47639903886369001</c:v>
                </c:pt>
                <c:pt idx="1173">
                  <c:v>-0.11088227478413</c:v>
                </c:pt>
                <c:pt idx="1174">
                  <c:v>-0.72085968419389301</c:v>
                </c:pt>
                <c:pt idx="1175">
                  <c:v>1.69195872739348</c:v>
                </c:pt>
                <c:pt idx="1176">
                  <c:v>4.5990108017278901</c:v>
                </c:pt>
                <c:pt idx="1177">
                  <c:v>-1.3387380805582101</c:v>
                </c:pt>
                <c:pt idx="1178">
                  <c:v>1.7761858881796799</c:v>
                </c:pt>
                <c:pt idx="1179">
                  <c:v>4.6365780897673998</c:v>
                </c:pt>
                <c:pt idx="1180">
                  <c:v>-0.688017915139296</c:v>
                </c:pt>
                <c:pt idx="1181">
                  <c:v>0.82846066313056399</c:v>
                </c:pt>
                <c:pt idx="1182">
                  <c:v>-0.87415728868870102</c:v>
                </c:pt>
                <c:pt idx="1183">
                  <c:v>1.56466778689459</c:v>
                </c:pt>
                <c:pt idx="1184">
                  <c:v>-3.6732353700805201E-2</c:v>
                </c:pt>
                <c:pt idx="1185">
                  <c:v>0.78909639099623297</c:v>
                </c:pt>
                <c:pt idx="1186">
                  <c:v>-0.182734810793095</c:v>
                </c:pt>
                <c:pt idx="1187">
                  <c:v>-1.01214393366522</c:v>
                </c:pt>
                <c:pt idx="1188">
                  <c:v>-1.05892137960788</c:v>
                </c:pt>
                <c:pt idx="1189">
                  <c:v>0.18075119570061601</c:v>
                </c:pt>
                <c:pt idx="1190">
                  <c:v>1.71382601546941</c:v>
                </c:pt>
                <c:pt idx="1191">
                  <c:v>-2.5278782297320102</c:v>
                </c:pt>
                <c:pt idx="1192">
                  <c:v>1.07676378689328</c:v>
                </c:pt>
                <c:pt idx="1193">
                  <c:v>1.4830084588941099</c:v>
                </c:pt>
                <c:pt idx="1194">
                  <c:v>-0.583199132341224</c:v>
                </c:pt>
                <c:pt idx="1195">
                  <c:v>0.53259846285691903</c:v>
                </c:pt>
                <c:pt idx="1196">
                  <c:v>2.98430642190129</c:v>
                </c:pt>
                <c:pt idx="1197">
                  <c:v>5.9365363980339403</c:v>
                </c:pt>
                <c:pt idx="1198">
                  <c:v>0.28607854740539701</c:v>
                </c:pt>
                <c:pt idx="1199">
                  <c:v>-1.6604775869308599</c:v>
                </c:pt>
                <c:pt idx="1200">
                  <c:v>0.92376231424821298</c:v>
                </c:pt>
                <c:pt idx="1201">
                  <c:v>0.458329884304219</c:v>
                </c:pt>
                <c:pt idx="1202">
                  <c:v>-3.2312498045382698</c:v>
                </c:pt>
                <c:pt idx="1203">
                  <c:v>-0.142370637931413</c:v>
                </c:pt>
                <c:pt idx="1204">
                  <c:v>0.12258678666988999</c:v>
                </c:pt>
                <c:pt idx="1205">
                  <c:v>1.12251233199455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8B-4A34-ACA9-32B9022EB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03950816"/>
        <c:axId val="1126689599"/>
      </c:scatterChart>
      <c:valAx>
        <c:axId val="14039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126689599"/>
        <c:crosses val="autoZero"/>
        <c:crossBetween val="midCat"/>
      </c:valAx>
      <c:valAx>
        <c:axId val="1126689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403950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1"/>
          <c:tx>
            <c:v>NS</c:v>
          </c:tx>
          <c:spPr>
            <a:ln w="190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xVal>
            <c:numRef>
              <c:f>'26.01.16'!$A$21:$A$82</c:f>
              <c:numCache>
                <c:formatCode>0.0000_);[Red]\(0.0000\)</c:formatCode>
                <c:ptCount val="62"/>
                <c:pt idx="0">
                  <c:v>0.25</c:v>
                </c:pt>
                <c:pt idx="1">
                  <c:v>0.33333333333333331</c:v>
                </c:pt>
                <c:pt idx="2" formatCode="0.0_);[Red]\(0.0\)">
                  <c:v>0.5</c:v>
                </c:pt>
                <c:pt idx="3" formatCode="0.0_);[Red]\(0.0\)">
                  <c:v>1</c:v>
                </c:pt>
                <c:pt idx="4" formatCode="0.0_);[Red]\(0.0\)">
                  <c:v>1.5</c:v>
                </c:pt>
                <c:pt idx="5" formatCode="0.0_);[Red]\(0.0\)">
                  <c:v>2</c:v>
                </c:pt>
                <c:pt idx="6" formatCode="0.0_);[Red]\(0.0\)">
                  <c:v>2.5</c:v>
                </c:pt>
                <c:pt idx="7" formatCode="0.0_);[Red]\(0.0\)">
                  <c:v>3</c:v>
                </c:pt>
                <c:pt idx="8" formatCode="0.0_);[Red]\(0.0\)">
                  <c:v>3.5</c:v>
                </c:pt>
                <c:pt idx="9" formatCode="0.0_);[Red]\(0.0\)">
                  <c:v>4</c:v>
                </c:pt>
                <c:pt idx="10" formatCode="0.0_);[Red]\(0.0\)">
                  <c:v>4.5</c:v>
                </c:pt>
                <c:pt idx="11" formatCode="0.0_);[Red]\(0.0\)">
                  <c:v>5</c:v>
                </c:pt>
                <c:pt idx="12" formatCode="0.0_);[Red]\(0.0\)">
                  <c:v>5.5</c:v>
                </c:pt>
                <c:pt idx="13" formatCode="0.0_);[Red]\(0.0\)">
                  <c:v>6</c:v>
                </c:pt>
                <c:pt idx="14" formatCode="0.0_);[Red]\(0.0\)">
                  <c:v>6.5</c:v>
                </c:pt>
                <c:pt idx="15" formatCode="0.0_);[Red]\(0.0\)">
                  <c:v>7</c:v>
                </c:pt>
                <c:pt idx="16" formatCode="0.0_);[Red]\(0.0\)">
                  <c:v>7.5</c:v>
                </c:pt>
                <c:pt idx="17" formatCode="0.0_);[Red]\(0.0\)">
                  <c:v>8</c:v>
                </c:pt>
                <c:pt idx="18" formatCode="0.0_);[Red]\(0.0\)">
                  <c:v>8.5</c:v>
                </c:pt>
                <c:pt idx="19" formatCode="0.0_);[Red]\(0.0\)">
                  <c:v>9</c:v>
                </c:pt>
                <c:pt idx="20" formatCode="0.0_);[Red]\(0.0\)">
                  <c:v>9.5</c:v>
                </c:pt>
                <c:pt idx="21" formatCode="0.0_);[Red]\(0.0\)">
                  <c:v>10</c:v>
                </c:pt>
                <c:pt idx="22" formatCode="0.0_);[Red]\(0.0\)">
                  <c:v>10.5</c:v>
                </c:pt>
                <c:pt idx="23" formatCode="0.0_);[Red]\(0.0\)">
                  <c:v>11</c:v>
                </c:pt>
                <c:pt idx="24" formatCode="0.0_);[Red]\(0.0\)">
                  <c:v>11.5</c:v>
                </c:pt>
                <c:pt idx="25" formatCode="0.0_);[Red]\(0.0\)">
                  <c:v>12</c:v>
                </c:pt>
                <c:pt idx="26" formatCode="0.0_);[Red]\(0.0\)">
                  <c:v>12.5</c:v>
                </c:pt>
                <c:pt idx="27" formatCode="0.0_);[Red]\(0.0\)">
                  <c:v>13</c:v>
                </c:pt>
                <c:pt idx="28" formatCode="0.0_);[Red]\(0.0\)">
                  <c:v>13.5</c:v>
                </c:pt>
                <c:pt idx="29" formatCode="0.0_);[Red]\(0.0\)">
                  <c:v>14</c:v>
                </c:pt>
                <c:pt idx="30" formatCode="0.0_);[Red]\(0.0\)">
                  <c:v>14.5</c:v>
                </c:pt>
                <c:pt idx="31" formatCode="0.0_);[Red]\(0.0\)">
                  <c:v>15</c:v>
                </c:pt>
                <c:pt idx="32" formatCode="0.0_);[Red]\(0.0\)">
                  <c:v>15.5</c:v>
                </c:pt>
                <c:pt idx="33" formatCode="0.0_);[Red]\(0.0\)">
                  <c:v>16</c:v>
                </c:pt>
                <c:pt idx="34" formatCode="0.0_);[Red]\(0.0\)">
                  <c:v>16.5</c:v>
                </c:pt>
                <c:pt idx="35" formatCode="0.0_);[Red]\(0.0\)">
                  <c:v>17</c:v>
                </c:pt>
                <c:pt idx="36" formatCode="0.0_);[Red]\(0.0\)">
                  <c:v>17.5</c:v>
                </c:pt>
                <c:pt idx="37" formatCode="0.0_);[Red]\(0.0\)">
                  <c:v>18</c:v>
                </c:pt>
                <c:pt idx="38" formatCode="0.0_);[Red]\(0.0\)">
                  <c:v>18.5</c:v>
                </c:pt>
                <c:pt idx="39" formatCode="0.0_);[Red]\(0.0\)">
                  <c:v>19</c:v>
                </c:pt>
                <c:pt idx="40" formatCode="0.0_);[Red]\(0.0\)">
                  <c:v>19.5</c:v>
                </c:pt>
                <c:pt idx="41" formatCode="0.0_);[Red]\(0.0\)">
                  <c:v>20</c:v>
                </c:pt>
                <c:pt idx="42" formatCode="0.0_);[Red]\(0.0\)">
                  <c:v>20.5</c:v>
                </c:pt>
                <c:pt idx="43" formatCode="0.0_);[Red]\(0.0\)">
                  <c:v>21</c:v>
                </c:pt>
                <c:pt idx="44" formatCode="0.0_);[Red]\(0.0\)">
                  <c:v>21.5</c:v>
                </c:pt>
                <c:pt idx="45" formatCode="0.0_);[Red]\(0.0\)">
                  <c:v>22</c:v>
                </c:pt>
                <c:pt idx="46" formatCode="0.0_);[Red]\(0.0\)">
                  <c:v>22.5</c:v>
                </c:pt>
                <c:pt idx="47" formatCode="0.0_);[Red]\(0.0\)">
                  <c:v>23</c:v>
                </c:pt>
                <c:pt idx="48" formatCode="0.0_);[Red]\(0.0\)">
                  <c:v>23.5</c:v>
                </c:pt>
                <c:pt idx="49" formatCode="0.0_);[Red]\(0.0\)">
                  <c:v>24</c:v>
                </c:pt>
                <c:pt idx="50" formatCode="0.0_);[Red]\(0.0\)">
                  <c:v>24.5</c:v>
                </c:pt>
                <c:pt idx="51" formatCode="0.0_);[Red]\(0.0\)">
                  <c:v>25</c:v>
                </c:pt>
                <c:pt idx="52" formatCode="0.0_);[Red]\(0.0\)">
                  <c:v>25.5</c:v>
                </c:pt>
                <c:pt idx="53" formatCode="0.0_);[Red]\(0.0\)">
                  <c:v>26</c:v>
                </c:pt>
                <c:pt idx="54" formatCode="0.0_);[Red]\(0.0\)">
                  <c:v>26.5</c:v>
                </c:pt>
                <c:pt idx="55" formatCode="0.0_);[Red]\(0.0\)">
                  <c:v>27</c:v>
                </c:pt>
                <c:pt idx="56" formatCode="0.0_);[Red]\(0.0\)">
                  <c:v>27.5</c:v>
                </c:pt>
                <c:pt idx="57" formatCode="0.0_);[Red]\(0.0\)">
                  <c:v>28</c:v>
                </c:pt>
                <c:pt idx="58" formatCode="0.0_);[Red]\(0.0\)">
                  <c:v>28.5</c:v>
                </c:pt>
                <c:pt idx="59" formatCode="0.0_);[Red]\(0.0\)">
                  <c:v>29</c:v>
                </c:pt>
                <c:pt idx="60" formatCode="0.0_);[Red]\(0.0\)">
                  <c:v>29.5</c:v>
                </c:pt>
                <c:pt idx="61" formatCode="0.0_);[Red]\(0.0\)">
                  <c:v>30</c:v>
                </c:pt>
              </c:numCache>
            </c:numRef>
          </c:xVal>
          <c:yVal>
            <c:numRef>
              <c:f>'26.01.16'!$E$21:$E$82</c:f>
              <c:numCache>
                <c:formatCode>General</c:formatCode>
                <c:ptCount val="62"/>
                <c:pt idx="0">
                  <c:v>3.7474153730055071</c:v>
                </c:pt>
                <c:pt idx="1">
                  <c:v>3.7254179870533322</c:v>
                </c:pt>
                <c:pt idx="2">
                  <c:v>3.6861997549166134</c:v>
                </c:pt>
                <c:pt idx="3">
                  <c:v>3.6020688936149243</c:v>
                </c:pt>
                <c:pt idx="4">
                  <c:v>3.5587579431258622</c:v>
                </c:pt>
                <c:pt idx="5">
                  <c:v>3.5462616710239723</c:v>
                </c:pt>
                <c:pt idx="6">
                  <c:v>3.5567158942361301</c:v>
                </c:pt>
                <c:pt idx="7">
                  <c:v>3.5839628167318671</c:v>
                </c:pt>
                <c:pt idx="8">
                  <c:v>3.6232023280989489</c:v>
                </c:pt>
                <c:pt idx="9">
                  <c:v>3.6707125157460263</c:v>
                </c:pt>
                <c:pt idx="10">
                  <c:v>3.7236258757616789</c:v>
                </c:pt>
                <c:pt idx="11">
                  <c:v>3.7797503198053954</c:v>
                </c:pt>
                <c:pt idx="12">
                  <c:v>3.837426186190648</c:v>
                </c:pt>
                <c:pt idx="13">
                  <c:v>3.895412168390747</c:v>
                </c:pt>
                <c:pt idx="14">
                  <c:v>3.9527944511477866</c:v>
                </c:pt>
                <c:pt idx="15">
                  <c:v>4.0089144560008059</c:v>
                </c:pt>
                <c:pt idx="16">
                  <c:v>4.0633114952018676</c:v>
                </c:pt>
                <c:pt idx="17">
                  <c:v>4.1156773567898979</c:v>
                </c:pt>
                <c:pt idx="18">
                  <c:v>4.165820427319578</c:v>
                </c:pt>
                <c:pt idx="19">
                  <c:v>4.2136374293151713</c:v>
                </c:pt>
                <c:pt idx="20">
                  <c:v>4.2590912297078427</c:v>
                </c:pt>
                <c:pt idx="21">
                  <c:v>4.3021934809236937</c:v>
                </c:pt>
                <c:pt idx="22">
                  <c:v>4.3429911021501049</c:v>
                </c:pt>
                <c:pt idx="23">
                  <c:v>4.3815558061225763</c:v>
                </c:pt>
                <c:pt idx="24">
                  <c:v>4.4179760358380937</c:v>
                </c:pt>
                <c:pt idx="25">
                  <c:v>4.4523508034228474</c:v>
                </c:pt>
                <c:pt idx="26">
                  <c:v>4.484785026026314</c:v>
                </c:pt>
                <c:pt idx="27">
                  <c:v>4.5153860359767819</c:v>
                </c:pt>
                <c:pt idx="28">
                  <c:v>4.5442610084673367</c:v>
                </c:pt>
                <c:pt idx="29">
                  <c:v>4.5715151029351739</c:v>
                </c:pt>
                <c:pt idx="30">
                  <c:v>4.5972501566230113</c:v>
                </c:pt>
                <c:pt idx="31">
                  <c:v>4.6215638026432044</c:v>
                </c:pt>
                <c:pt idx="32">
                  <c:v>4.6445489118745877</c:v>
                </c:pt>
                <c:pt idx="33">
                  <c:v>4.6662932795554468</c:v>
                </c:pt>
                <c:pt idx="34">
                  <c:v>4.6868794945779149</c:v>
                </c:pt>
                <c:pt idx="35">
                  <c:v>4.7063849431119609</c:v>
                </c:pt>
                <c:pt idx="36">
                  <c:v>4.7248819089930896</c:v>
                </c:pt>
                <c:pt idx="37">
                  <c:v>4.7424377418611359</c:v>
                </c:pt>
                <c:pt idx="38">
                  <c:v>4.7591150707914593</c:v>
                </c:pt>
                <c:pt idx="39">
                  <c:v>4.7749720464784113</c:v>
                </c:pt>
                <c:pt idx="40">
                  <c:v>4.790062599206089</c:v>
                </c:pt>
                <c:pt idx="41">
                  <c:v>4.804436703107096</c:v>
                </c:pt>
                <c:pt idx="42">
                  <c:v>4.8181406397537385</c:v>
                </c:pt>
                <c:pt idx="43">
                  <c:v>4.8312172560977205</c:v>
                </c:pt>
                <c:pt idx="44">
                  <c:v>4.8437062132936353</c:v>
                </c:pt>
                <c:pt idx="45">
                  <c:v>4.8556442241042044</c:v>
                </c:pt>
                <c:pt idx="46">
                  <c:v>4.8670652774672742</c:v>
                </c:pt>
                <c:pt idx="47">
                  <c:v>4.8780008494669014</c:v>
                </c:pt>
                <c:pt idx="48">
                  <c:v>4.8884801004414369</c:v>
                </c:pt>
                <c:pt idx="49">
                  <c:v>4.8985300583187836</c:v>
                </c:pt>
                <c:pt idx="50">
                  <c:v>4.9081757885229926</c:v>
                </c:pt>
                <c:pt idx="51">
                  <c:v>4.9174405509711336</c:v>
                </c:pt>
                <c:pt idx="52">
                  <c:v>4.9263459447936278</c:v>
                </c:pt>
                <c:pt idx="53">
                  <c:v>4.9349120414797731</c:v>
                </c:pt>
                <c:pt idx="54">
                  <c:v>4.9431575071845577</c:v>
                </c:pt>
                <c:pt idx="55">
                  <c:v>4.9510997149420879</c:v>
                </c:pt>
                <c:pt idx="56">
                  <c:v>4.9587548475219183</c:v>
                </c:pt>
                <c:pt idx="57">
                  <c:v>4.9661379916428663</c:v>
                </c:pt>
                <c:pt idx="58">
                  <c:v>4.9732632242283117</c:v>
                </c:pt>
                <c:pt idx="59">
                  <c:v>4.980143691351067</c:v>
                </c:pt>
                <c:pt idx="60">
                  <c:v>4.9867916804766077</c:v>
                </c:pt>
                <c:pt idx="61">
                  <c:v>4.9932186865728543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FDC-4479-8864-90099C2353BC}"/>
            </c:ext>
          </c:extLst>
        </c:ser>
        <c:ser>
          <c:idx val="2"/>
          <c:order val="2"/>
          <c:tx>
            <c:v>NSS</c:v>
          </c:tx>
          <c:spPr>
            <a:ln w="19050" cap="rnd">
              <a:solidFill>
                <a:schemeClr val="accent6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xVal>
            <c:numRef>
              <c:f>'26.01.16'!$A$21:$A$82</c:f>
              <c:numCache>
                <c:formatCode>0.0000_);[Red]\(0.0000\)</c:formatCode>
                <c:ptCount val="62"/>
                <c:pt idx="0">
                  <c:v>0.25</c:v>
                </c:pt>
                <c:pt idx="1">
                  <c:v>0.33333333333333331</c:v>
                </c:pt>
                <c:pt idx="2" formatCode="0.0_);[Red]\(0.0\)">
                  <c:v>0.5</c:v>
                </c:pt>
                <c:pt idx="3" formatCode="0.0_);[Red]\(0.0\)">
                  <c:v>1</c:v>
                </c:pt>
                <c:pt idx="4" formatCode="0.0_);[Red]\(0.0\)">
                  <c:v>1.5</c:v>
                </c:pt>
                <c:pt idx="5" formatCode="0.0_);[Red]\(0.0\)">
                  <c:v>2</c:v>
                </c:pt>
                <c:pt idx="6" formatCode="0.0_);[Red]\(0.0\)">
                  <c:v>2.5</c:v>
                </c:pt>
                <c:pt idx="7" formatCode="0.0_);[Red]\(0.0\)">
                  <c:v>3</c:v>
                </c:pt>
                <c:pt idx="8" formatCode="0.0_);[Red]\(0.0\)">
                  <c:v>3.5</c:v>
                </c:pt>
                <c:pt idx="9" formatCode="0.0_);[Red]\(0.0\)">
                  <c:v>4</c:v>
                </c:pt>
                <c:pt idx="10" formatCode="0.0_);[Red]\(0.0\)">
                  <c:v>4.5</c:v>
                </c:pt>
                <c:pt idx="11" formatCode="0.0_);[Red]\(0.0\)">
                  <c:v>5</c:v>
                </c:pt>
                <c:pt idx="12" formatCode="0.0_);[Red]\(0.0\)">
                  <c:v>5.5</c:v>
                </c:pt>
                <c:pt idx="13" formatCode="0.0_);[Red]\(0.0\)">
                  <c:v>6</c:v>
                </c:pt>
                <c:pt idx="14" formatCode="0.0_);[Red]\(0.0\)">
                  <c:v>6.5</c:v>
                </c:pt>
                <c:pt idx="15" formatCode="0.0_);[Red]\(0.0\)">
                  <c:v>7</c:v>
                </c:pt>
                <c:pt idx="16" formatCode="0.0_);[Red]\(0.0\)">
                  <c:v>7.5</c:v>
                </c:pt>
                <c:pt idx="17" formatCode="0.0_);[Red]\(0.0\)">
                  <c:v>8</c:v>
                </c:pt>
                <c:pt idx="18" formatCode="0.0_);[Red]\(0.0\)">
                  <c:v>8.5</c:v>
                </c:pt>
                <c:pt idx="19" formatCode="0.0_);[Red]\(0.0\)">
                  <c:v>9</c:v>
                </c:pt>
                <c:pt idx="20" formatCode="0.0_);[Red]\(0.0\)">
                  <c:v>9.5</c:v>
                </c:pt>
                <c:pt idx="21" formatCode="0.0_);[Red]\(0.0\)">
                  <c:v>10</c:v>
                </c:pt>
                <c:pt idx="22" formatCode="0.0_);[Red]\(0.0\)">
                  <c:v>10.5</c:v>
                </c:pt>
                <c:pt idx="23" formatCode="0.0_);[Red]\(0.0\)">
                  <c:v>11</c:v>
                </c:pt>
                <c:pt idx="24" formatCode="0.0_);[Red]\(0.0\)">
                  <c:v>11.5</c:v>
                </c:pt>
                <c:pt idx="25" formatCode="0.0_);[Red]\(0.0\)">
                  <c:v>12</c:v>
                </c:pt>
                <c:pt idx="26" formatCode="0.0_);[Red]\(0.0\)">
                  <c:v>12.5</c:v>
                </c:pt>
                <c:pt idx="27" formatCode="0.0_);[Red]\(0.0\)">
                  <c:v>13</c:v>
                </c:pt>
                <c:pt idx="28" formatCode="0.0_);[Red]\(0.0\)">
                  <c:v>13.5</c:v>
                </c:pt>
                <c:pt idx="29" formatCode="0.0_);[Red]\(0.0\)">
                  <c:v>14</c:v>
                </c:pt>
                <c:pt idx="30" formatCode="0.0_);[Red]\(0.0\)">
                  <c:v>14.5</c:v>
                </c:pt>
                <c:pt idx="31" formatCode="0.0_);[Red]\(0.0\)">
                  <c:v>15</c:v>
                </c:pt>
                <c:pt idx="32" formatCode="0.0_);[Red]\(0.0\)">
                  <c:v>15.5</c:v>
                </c:pt>
                <c:pt idx="33" formatCode="0.0_);[Red]\(0.0\)">
                  <c:v>16</c:v>
                </c:pt>
                <c:pt idx="34" formatCode="0.0_);[Red]\(0.0\)">
                  <c:v>16.5</c:v>
                </c:pt>
                <c:pt idx="35" formatCode="0.0_);[Red]\(0.0\)">
                  <c:v>17</c:v>
                </c:pt>
                <c:pt idx="36" formatCode="0.0_);[Red]\(0.0\)">
                  <c:v>17.5</c:v>
                </c:pt>
                <c:pt idx="37" formatCode="0.0_);[Red]\(0.0\)">
                  <c:v>18</c:v>
                </c:pt>
                <c:pt idx="38" formatCode="0.0_);[Red]\(0.0\)">
                  <c:v>18.5</c:v>
                </c:pt>
                <c:pt idx="39" formatCode="0.0_);[Red]\(0.0\)">
                  <c:v>19</c:v>
                </c:pt>
                <c:pt idx="40" formatCode="0.0_);[Red]\(0.0\)">
                  <c:v>19.5</c:v>
                </c:pt>
                <c:pt idx="41" formatCode="0.0_);[Red]\(0.0\)">
                  <c:v>20</c:v>
                </c:pt>
                <c:pt idx="42" formatCode="0.0_);[Red]\(0.0\)">
                  <c:v>20.5</c:v>
                </c:pt>
                <c:pt idx="43" formatCode="0.0_);[Red]\(0.0\)">
                  <c:v>21</c:v>
                </c:pt>
                <c:pt idx="44" formatCode="0.0_);[Red]\(0.0\)">
                  <c:v>21.5</c:v>
                </c:pt>
                <c:pt idx="45" formatCode="0.0_);[Red]\(0.0\)">
                  <c:v>22</c:v>
                </c:pt>
                <c:pt idx="46" formatCode="0.0_);[Red]\(0.0\)">
                  <c:v>22.5</c:v>
                </c:pt>
                <c:pt idx="47" formatCode="0.0_);[Red]\(0.0\)">
                  <c:v>23</c:v>
                </c:pt>
                <c:pt idx="48" formatCode="0.0_);[Red]\(0.0\)">
                  <c:v>23.5</c:v>
                </c:pt>
                <c:pt idx="49" formatCode="0.0_);[Red]\(0.0\)">
                  <c:v>24</c:v>
                </c:pt>
                <c:pt idx="50" formatCode="0.0_);[Red]\(0.0\)">
                  <c:v>24.5</c:v>
                </c:pt>
                <c:pt idx="51" formatCode="0.0_);[Red]\(0.0\)">
                  <c:v>25</c:v>
                </c:pt>
                <c:pt idx="52" formatCode="0.0_);[Red]\(0.0\)">
                  <c:v>25.5</c:v>
                </c:pt>
                <c:pt idx="53" formatCode="0.0_);[Red]\(0.0\)">
                  <c:v>26</c:v>
                </c:pt>
                <c:pt idx="54" formatCode="0.0_);[Red]\(0.0\)">
                  <c:v>26.5</c:v>
                </c:pt>
                <c:pt idx="55" formatCode="0.0_);[Red]\(0.0\)">
                  <c:v>27</c:v>
                </c:pt>
                <c:pt idx="56" formatCode="0.0_);[Red]\(0.0\)">
                  <c:v>27.5</c:v>
                </c:pt>
                <c:pt idx="57" formatCode="0.0_);[Red]\(0.0\)">
                  <c:v>28</c:v>
                </c:pt>
                <c:pt idx="58" formatCode="0.0_);[Red]\(0.0\)">
                  <c:v>28.5</c:v>
                </c:pt>
                <c:pt idx="59" formatCode="0.0_);[Red]\(0.0\)">
                  <c:v>29</c:v>
                </c:pt>
                <c:pt idx="60" formatCode="0.0_);[Red]\(0.0\)">
                  <c:v>29.5</c:v>
                </c:pt>
                <c:pt idx="61" formatCode="0.0_);[Red]\(0.0\)">
                  <c:v>30</c:v>
                </c:pt>
              </c:numCache>
            </c:numRef>
          </c:xVal>
          <c:yVal>
            <c:numRef>
              <c:f>'26.01.16'!$I$21:$I$82</c:f>
              <c:numCache>
                <c:formatCode>General</c:formatCode>
                <c:ptCount val="62"/>
                <c:pt idx="0">
                  <c:v>3.7649712095588326</c:v>
                </c:pt>
                <c:pt idx="1">
                  <c:v>3.7467714274389001</c:v>
                </c:pt>
                <c:pt idx="2">
                  <c:v>3.7137721410759732</c:v>
                </c:pt>
                <c:pt idx="3">
                  <c:v>3.6392860585454163</c:v>
                </c:pt>
                <c:pt idx="4">
                  <c:v>3.5959639629996327</c:v>
                </c:pt>
                <c:pt idx="5">
                  <c:v>3.5776243227502369</c:v>
                </c:pt>
                <c:pt idx="6">
                  <c:v>3.5791404933990414</c:v>
                </c:pt>
                <c:pt idx="7">
                  <c:v>3.5962694085213078</c:v>
                </c:pt>
                <c:pt idx="8">
                  <c:v>3.6255075183272822</c:v>
                </c:pt>
                <c:pt idx="9">
                  <c:v>3.6639696877958672</c:v>
                </c:pt>
                <c:pt idx="10">
                  <c:v>3.7092874365506372</c:v>
                </c:pt>
                <c:pt idx="11">
                  <c:v>3.7595234690319286</c:v>
                </c:pt>
                <c:pt idx="12">
                  <c:v>3.8130999215411419</c:v>
                </c:pt>
                <c:pt idx="13">
                  <c:v>3.8687381562103802</c:v>
                </c:pt>
                <c:pt idx="14">
                  <c:v>3.9254082724705639</c:v>
                </c:pt>
                <c:pt idx="15">
                  <c:v>3.9822867939456272</c:v>
                </c:pt>
                <c:pt idx="16">
                  <c:v>4.0387212311614755</c:v>
                </c:pt>
                <c:pt idx="17">
                  <c:v>4.094200425014078</c:v>
                </c:pt>
                <c:pt idx="18">
                  <c:v>4.1483297484948469</c:v>
                </c:pt>
                <c:pt idx="19">
                  <c:v>4.2008103897096039</c:v>
                </c:pt>
                <c:pt idx="20">
                  <c:v>4.2514220619615513</c:v>
                </c:pt>
                <c:pt idx="21">
                  <c:v>4.3000085901560343</c:v>
                </c:pt>
                <c:pt idx="22">
                  <c:v>4.3464659100290417</c:v>
                </c:pt>
                <c:pt idx="23">
                  <c:v>4.3907320902394389</c:v>
                </c:pt>
                <c:pt idx="24">
                  <c:v>4.4327790493383921</c:v>
                </c:pt>
                <c:pt idx="25">
                  <c:v>4.4726056918469137</c:v>
                </c:pt>
                <c:pt idx="26">
                  <c:v>4.5102322316605044</c:v>
                </c:pt>
                <c:pt idx="27">
                  <c:v>4.5456955080473582</c:v>
                </c:pt>
                <c:pt idx="28">
                  <c:v>4.5790451307011901</c:v>
                </c:pt>
                <c:pt idx="29">
                  <c:v>4.6103403165695696</c:v>
                </c:pt>
                <c:pt idx="30">
                  <c:v>4.639647303278446</c:v>
                </c:pt>
                <c:pt idx="31">
                  <c:v>4.6670372425670434</c:v>
                </c:pt>
                <c:pt idx="32">
                  <c:v>4.6925844927859446</c:v>
                </c:pt>
                <c:pt idx="33">
                  <c:v>4.7163652426603786</c:v>
                </c:pt>
                <c:pt idx="34">
                  <c:v>4.7384564095727697</c:v>
                </c:pt>
                <c:pt idx="35">
                  <c:v>4.7589347649045441</c:v>
                </c:pt>
                <c:pt idx="36">
                  <c:v>4.77787624677606</c:v>
                </c:pt>
                <c:pt idx="37">
                  <c:v>4.7953554270706489</c:v>
                </c:pt>
                <c:pt idx="38">
                  <c:v>4.8114451051224103</c:v>
                </c:pt>
                <c:pt idx="39">
                  <c:v>4.8262160050548175</c:v>
                </c:pt>
                <c:pt idx="40">
                  <c:v>4.8397365576191698</c:v>
                </c:pt>
                <c:pt idx="41">
                  <c:v>4.852072750617193</c:v>
                </c:pt>
                <c:pt idx="42">
                  <c:v>4.8632880347005392</c:v>
                </c:pt>
                <c:pt idx="43">
                  <c:v>4.8734432736058162</c:v>
                </c:pt>
                <c:pt idx="44">
                  <c:v>4.8825967297779282</c:v>
                </c:pt>
                <c:pt idx="45">
                  <c:v>4.8908040779165738</c:v>
                </c:pt>
                <c:pt idx="46">
                  <c:v>4.898118440300955</c:v>
                </c:pt>
                <c:pt idx="47">
                  <c:v>4.9045904388483752</c:v>
                </c:pt>
                <c:pt idx="48">
                  <c:v>4.9102682597787846</c:v>
                </c:pt>
                <c:pt idx="49">
                  <c:v>4.9151977275196792</c:v>
                </c:pt>
                <c:pt idx="50">
                  <c:v>4.9194223851187013</c:v>
                </c:pt>
                <c:pt idx="51">
                  <c:v>4.922983578956412</c:v>
                </c:pt>
                <c:pt idx="52">
                  <c:v>4.9259205459863207</c:v>
                </c:pt>
                <c:pt idx="53">
                  <c:v>4.928270502088461</c:v>
                </c:pt>
                <c:pt idx="54">
                  <c:v>4.9300687304189683</c:v>
                </c:pt>
                <c:pt idx="55">
                  <c:v>4.931348668881796</c:v>
                </c:pt>
                <c:pt idx="56">
                  <c:v>4.9321419960485393</c:v>
                </c:pt>
                <c:pt idx="57">
                  <c:v>4.9324787150158151</c:v>
                </c:pt>
                <c:pt idx="58">
                  <c:v>4.9323872348228406</c:v>
                </c:pt>
                <c:pt idx="59">
                  <c:v>4.9318944491598993</c:v>
                </c:pt>
                <c:pt idx="60">
                  <c:v>4.9310258121856876</c:v>
                </c:pt>
                <c:pt idx="61">
                  <c:v>4.9298054113415262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FDC-4479-8864-90099C235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0534703"/>
        <c:axId val="1970537583"/>
      </c:scatterChart>
      <c:scatterChart>
        <c:scatterStyle val="lineMarker"/>
        <c:varyColors val="0"/>
        <c:ser>
          <c:idx val="0"/>
          <c:order val="0"/>
          <c:tx>
            <c:strRef>
              <c:f>'26.01.16'!$B$18</c:f>
              <c:strCache>
                <c:ptCount val="1"/>
                <c:pt idx="0">
                  <c:v>llinear curve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xVal>
            <c:numRef>
              <c:f>'26.01.16'!$A$21:$A$82</c:f>
              <c:numCache>
                <c:formatCode>0.0000_);[Red]\(0.0000\)</c:formatCode>
                <c:ptCount val="62"/>
                <c:pt idx="0">
                  <c:v>0.25</c:v>
                </c:pt>
                <c:pt idx="1">
                  <c:v>0.33333333333333331</c:v>
                </c:pt>
                <c:pt idx="2" formatCode="0.0_);[Red]\(0.0\)">
                  <c:v>0.5</c:v>
                </c:pt>
                <c:pt idx="3" formatCode="0.0_);[Red]\(0.0\)">
                  <c:v>1</c:v>
                </c:pt>
                <c:pt idx="4" formatCode="0.0_);[Red]\(0.0\)">
                  <c:v>1.5</c:v>
                </c:pt>
                <c:pt idx="5" formatCode="0.0_);[Red]\(0.0\)">
                  <c:v>2</c:v>
                </c:pt>
                <c:pt idx="6" formatCode="0.0_);[Red]\(0.0\)">
                  <c:v>2.5</c:v>
                </c:pt>
                <c:pt idx="7" formatCode="0.0_);[Red]\(0.0\)">
                  <c:v>3</c:v>
                </c:pt>
                <c:pt idx="8" formatCode="0.0_);[Red]\(0.0\)">
                  <c:v>3.5</c:v>
                </c:pt>
                <c:pt idx="9" formatCode="0.0_);[Red]\(0.0\)">
                  <c:v>4</c:v>
                </c:pt>
                <c:pt idx="10" formatCode="0.0_);[Red]\(0.0\)">
                  <c:v>4.5</c:v>
                </c:pt>
                <c:pt idx="11" formatCode="0.0_);[Red]\(0.0\)">
                  <c:v>5</c:v>
                </c:pt>
                <c:pt idx="12" formatCode="0.0_);[Red]\(0.0\)">
                  <c:v>5.5</c:v>
                </c:pt>
                <c:pt idx="13" formatCode="0.0_);[Red]\(0.0\)">
                  <c:v>6</c:v>
                </c:pt>
                <c:pt idx="14" formatCode="0.0_);[Red]\(0.0\)">
                  <c:v>6.5</c:v>
                </c:pt>
                <c:pt idx="15" formatCode="0.0_);[Red]\(0.0\)">
                  <c:v>7</c:v>
                </c:pt>
                <c:pt idx="16" formatCode="0.0_);[Red]\(0.0\)">
                  <c:v>7.5</c:v>
                </c:pt>
                <c:pt idx="17" formatCode="0.0_);[Red]\(0.0\)">
                  <c:v>8</c:v>
                </c:pt>
                <c:pt idx="18" formatCode="0.0_);[Red]\(0.0\)">
                  <c:v>8.5</c:v>
                </c:pt>
                <c:pt idx="19" formatCode="0.0_);[Red]\(0.0\)">
                  <c:v>9</c:v>
                </c:pt>
                <c:pt idx="20" formatCode="0.0_);[Red]\(0.0\)">
                  <c:v>9.5</c:v>
                </c:pt>
                <c:pt idx="21" formatCode="0.0_);[Red]\(0.0\)">
                  <c:v>10</c:v>
                </c:pt>
                <c:pt idx="22" formatCode="0.0_);[Red]\(0.0\)">
                  <c:v>10.5</c:v>
                </c:pt>
                <c:pt idx="23" formatCode="0.0_);[Red]\(0.0\)">
                  <c:v>11</c:v>
                </c:pt>
                <c:pt idx="24" formatCode="0.0_);[Red]\(0.0\)">
                  <c:v>11.5</c:v>
                </c:pt>
                <c:pt idx="25" formatCode="0.0_);[Red]\(0.0\)">
                  <c:v>12</c:v>
                </c:pt>
                <c:pt idx="26" formatCode="0.0_);[Red]\(0.0\)">
                  <c:v>12.5</c:v>
                </c:pt>
                <c:pt idx="27" formatCode="0.0_);[Red]\(0.0\)">
                  <c:v>13</c:v>
                </c:pt>
                <c:pt idx="28" formatCode="0.0_);[Red]\(0.0\)">
                  <c:v>13.5</c:v>
                </c:pt>
                <c:pt idx="29" formatCode="0.0_);[Red]\(0.0\)">
                  <c:v>14</c:v>
                </c:pt>
                <c:pt idx="30" formatCode="0.0_);[Red]\(0.0\)">
                  <c:v>14.5</c:v>
                </c:pt>
                <c:pt idx="31" formatCode="0.0_);[Red]\(0.0\)">
                  <c:v>15</c:v>
                </c:pt>
                <c:pt idx="32" formatCode="0.0_);[Red]\(0.0\)">
                  <c:v>15.5</c:v>
                </c:pt>
                <c:pt idx="33" formatCode="0.0_);[Red]\(0.0\)">
                  <c:v>16</c:v>
                </c:pt>
                <c:pt idx="34" formatCode="0.0_);[Red]\(0.0\)">
                  <c:v>16.5</c:v>
                </c:pt>
                <c:pt idx="35" formatCode="0.0_);[Red]\(0.0\)">
                  <c:v>17</c:v>
                </c:pt>
                <c:pt idx="36" formatCode="0.0_);[Red]\(0.0\)">
                  <c:v>17.5</c:v>
                </c:pt>
                <c:pt idx="37" formatCode="0.0_);[Red]\(0.0\)">
                  <c:v>18</c:v>
                </c:pt>
                <c:pt idx="38" formatCode="0.0_);[Red]\(0.0\)">
                  <c:v>18.5</c:v>
                </c:pt>
                <c:pt idx="39" formatCode="0.0_);[Red]\(0.0\)">
                  <c:v>19</c:v>
                </c:pt>
                <c:pt idx="40" formatCode="0.0_);[Red]\(0.0\)">
                  <c:v>19.5</c:v>
                </c:pt>
                <c:pt idx="41" formatCode="0.0_);[Red]\(0.0\)">
                  <c:v>20</c:v>
                </c:pt>
                <c:pt idx="42" formatCode="0.0_);[Red]\(0.0\)">
                  <c:v>20.5</c:v>
                </c:pt>
                <c:pt idx="43" formatCode="0.0_);[Red]\(0.0\)">
                  <c:v>21</c:v>
                </c:pt>
                <c:pt idx="44" formatCode="0.0_);[Red]\(0.0\)">
                  <c:v>21.5</c:v>
                </c:pt>
                <c:pt idx="45" formatCode="0.0_);[Red]\(0.0\)">
                  <c:v>22</c:v>
                </c:pt>
                <c:pt idx="46" formatCode="0.0_);[Red]\(0.0\)">
                  <c:v>22.5</c:v>
                </c:pt>
                <c:pt idx="47" formatCode="0.0_);[Red]\(0.0\)">
                  <c:v>23</c:v>
                </c:pt>
                <c:pt idx="48" formatCode="0.0_);[Red]\(0.0\)">
                  <c:v>23.5</c:v>
                </c:pt>
                <c:pt idx="49" formatCode="0.0_);[Red]\(0.0\)">
                  <c:v>24</c:v>
                </c:pt>
                <c:pt idx="50" formatCode="0.0_);[Red]\(0.0\)">
                  <c:v>24.5</c:v>
                </c:pt>
                <c:pt idx="51" formatCode="0.0_);[Red]\(0.0\)">
                  <c:v>25</c:v>
                </c:pt>
                <c:pt idx="52" formatCode="0.0_);[Red]\(0.0\)">
                  <c:v>25.5</c:v>
                </c:pt>
                <c:pt idx="53" formatCode="0.0_);[Red]\(0.0\)">
                  <c:v>26</c:v>
                </c:pt>
                <c:pt idx="54" formatCode="0.0_);[Red]\(0.0\)">
                  <c:v>26.5</c:v>
                </c:pt>
                <c:pt idx="55" formatCode="0.0_);[Red]\(0.0\)">
                  <c:v>27</c:v>
                </c:pt>
                <c:pt idx="56" formatCode="0.0_);[Red]\(0.0\)">
                  <c:v>27.5</c:v>
                </c:pt>
                <c:pt idx="57" formatCode="0.0_);[Red]\(0.0\)">
                  <c:v>28</c:v>
                </c:pt>
                <c:pt idx="58" formatCode="0.0_);[Red]\(0.0\)">
                  <c:v>28.5</c:v>
                </c:pt>
                <c:pt idx="59" formatCode="0.0_);[Red]\(0.0\)">
                  <c:v>29</c:v>
                </c:pt>
                <c:pt idx="60" formatCode="0.0_);[Red]\(0.0\)">
                  <c:v>29.5</c:v>
                </c:pt>
                <c:pt idx="61" formatCode="0.0_);[Red]\(0.0\)">
                  <c:v>30</c:v>
                </c:pt>
              </c:numCache>
            </c:numRef>
          </c:xVal>
          <c:yVal>
            <c:numRef>
              <c:f>'26.01.16'!$B$21:$B$82</c:f>
              <c:numCache>
                <c:formatCode>General</c:formatCode>
                <c:ptCount val="62"/>
                <c:pt idx="0">
                  <c:v>3.67</c:v>
                </c:pt>
                <c:pt idx="1">
                  <c:v>3.67</c:v>
                </c:pt>
                <c:pt idx="2">
                  <c:v>3.62</c:v>
                </c:pt>
                <c:pt idx="3">
                  <c:v>3.52</c:v>
                </c:pt>
                <c:pt idx="4">
                  <c:v>3.5453841622937792</c:v>
                </c:pt>
                <c:pt idx="5">
                  <c:v>3.5580762434406705</c:v>
                </c:pt>
                <c:pt idx="6">
                  <c:v>3.6070542717478773</c:v>
                </c:pt>
                <c:pt idx="7">
                  <c:v>3.6397062906193525</c:v>
                </c:pt>
                <c:pt idx="8">
                  <c:v>3.6950250929514405</c:v>
                </c:pt>
                <c:pt idx="9">
                  <c:v>3.7365141947005092</c:v>
                </c:pt>
                <c:pt idx="10">
                  <c:v>3.7687834960608928</c:v>
                </c:pt>
                <c:pt idx="11">
                  <c:v>3.7945989371492024</c:v>
                </c:pt>
                <c:pt idx="12">
                  <c:v>3.8629661155375925</c:v>
                </c:pt>
                <c:pt idx="13">
                  <c:v>3.9199387641945838</c:v>
                </c:pt>
                <c:pt idx="14">
                  <c:v>3.9681463899812681</c:v>
                </c:pt>
                <c:pt idx="15">
                  <c:v>4.009467212084143</c:v>
                </c:pt>
                <c:pt idx="16">
                  <c:v>4.0637644321859092</c:v>
                </c:pt>
                <c:pt idx="17">
                  <c:v>4.1112744997749546</c:v>
                </c:pt>
                <c:pt idx="18">
                  <c:v>4.1531951476476427</c:v>
                </c:pt>
                <c:pt idx="19">
                  <c:v>4.1904579457566964</c:v>
                </c:pt>
                <c:pt idx="20">
                  <c:v>4.2237983440647984</c:v>
                </c:pt>
                <c:pt idx="21">
                  <c:v>4.2538047025420909</c:v>
                </c:pt>
                <c:pt idx="22">
                  <c:v>4.3189582716500441</c:v>
                </c:pt>
                <c:pt idx="23">
                  <c:v>4.3781887890209115</c:v>
                </c:pt>
                <c:pt idx="24">
                  <c:v>4.4322688266203993</c:v>
                </c:pt>
                <c:pt idx="25">
                  <c:v>4.4818421944199294</c:v>
                </c:pt>
                <c:pt idx="26">
                  <c:v>4.5274496927954964</c:v>
                </c:pt>
                <c:pt idx="27">
                  <c:v>4.5695489220652519</c:v>
                </c:pt>
                <c:pt idx="28">
                  <c:v>4.6085296899076154</c:v>
                </c:pt>
                <c:pt idx="29">
                  <c:v>4.644726117189812</c:v>
                </c:pt>
                <c:pt idx="30">
                  <c:v>4.678426239142202</c:v>
                </c:pt>
                <c:pt idx="31">
                  <c:v>4.709879686297767</c:v>
                </c:pt>
                <c:pt idx="32">
                  <c:v>4.7393038787981325</c:v>
                </c:pt>
                <c:pt idx="33">
                  <c:v>4.7668890592672257</c:v>
                </c:pt>
                <c:pt idx="34">
                  <c:v>4.7928024106169804</c:v>
                </c:pt>
                <c:pt idx="35">
                  <c:v>4.8171914471814548</c:v>
                </c:pt>
                <c:pt idx="36">
                  <c:v>4.8401868245136734</c:v>
                </c:pt>
                <c:pt idx="37">
                  <c:v>4.8619046808829918</c:v>
                </c:pt>
                <c:pt idx="38">
                  <c:v>4.8824485990701838</c:v>
                </c:pt>
                <c:pt idx="39">
                  <c:v>4.901911258405419</c:v>
                </c:pt>
                <c:pt idx="40">
                  <c:v>4.9203758326465401</c:v>
                </c:pt>
                <c:pt idx="41">
                  <c:v>4.9379171781756037</c:v>
                </c:pt>
                <c:pt idx="42">
                  <c:v>4.9381850545929602</c:v>
                </c:pt>
                <c:pt idx="43">
                  <c:v>4.9384401749904425</c:v>
                </c:pt>
                <c:pt idx="44">
                  <c:v>4.9386834293229258</c:v>
                </c:pt>
                <c:pt idx="45">
                  <c:v>4.9389156266402949</c:v>
                </c:pt>
                <c:pt idx="46">
                  <c:v>4.9391375040768928</c:v>
                </c:pt>
                <c:pt idx="47">
                  <c:v>4.9393497346684212</c:v>
                </c:pt>
                <c:pt idx="48">
                  <c:v>4.9395529341709494</c:v>
                </c:pt>
                <c:pt idx="49">
                  <c:v>4.9397476670275378</c:v>
                </c:pt>
                <c:pt idx="50">
                  <c:v>4.939934451604266</c:v>
                </c:pt>
                <c:pt idx="51">
                  <c:v>4.9401137647979247</c:v>
                </c:pt>
                <c:pt idx="52">
                  <c:v>4.9402860461016358</c:v>
                </c:pt>
                <c:pt idx="53">
                  <c:v>4.9404517012013578</c:v>
                </c:pt>
                <c:pt idx="54">
                  <c:v>4.9406111051652424</c:v>
                </c:pt>
                <c:pt idx="55">
                  <c:v>4.9407646052786118</c:v>
                </c:pt>
                <c:pt idx="56">
                  <c:v>4.9409125235696782</c:v>
                </c:pt>
                <c:pt idx="57">
                  <c:v>4.9410551590646339</c:v>
                </c:pt>
                <c:pt idx="58">
                  <c:v>4.9411927898053802</c:v>
                </c:pt>
                <c:pt idx="59">
                  <c:v>4.9413256746585148</c:v>
                </c:pt>
                <c:pt idx="60">
                  <c:v>4.9414540549403574</c:v>
                </c:pt>
                <c:pt idx="61">
                  <c:v>4.9415781558794709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FDC-4479-8864-90099C235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0534703"/>
        <c:axId val="1970537583"/>
      </c:scatterChart>
      <c:valAx>
        <c:axId val="1970534703"/>
        <c:scaling>
          <c:orientation val="minMax"/>
          <c:max val="30"/>
        </c:scaling>
        <c:delete val="0"/>
        <c:axPos val="b"/>
        <c:numFmt formatCode="0.0000_);[Red]\(0.0000\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970537583"/>
        <c:crosses val="autoZero"/>
        <c:crossBetween val="midCat"/>
      </c:valAx>
      <c:valAx>
        <c:axId val="1970537583"/>
        <c:scaling>
          <c:orientation val="minMax"/>
          <c:max val="5.2"/>
          <c:min val="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9705347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29133858267717E-2"/>
          <c:y val="3.9792203234761465E-2"/>
          <c:w val="0.83061643835616439"/>
          <c:h val="0.815185866903198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</c:v>
                </c:pt>
              </c:strCache>
            </c:strRef>
          </c:tx>
          <c:spPr>
            <a:ln w="12700" cap="rnd">
              <a:solidFill>
                <a:schemeClr val="accent6">
                  <a:lumMod val="20000"/>
                  <a:lumOff val="8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Sheet1!$A$2:$A$1208</c:f>
              <c:strCache>
                <c:ptCount val="1207"/>
                <c:pt idx="0">
                  <c:v>2021-03-10</c:v>
                </c:pt>
                <c:pt idx="1">
                  <c:v>2021-03-11</c:v>
                </c:pt>
                <c:pt idx="2">
                  <c:v>2021-03-12</c:v>
                </c:pt>
                <c:pt idx="3">
                  <c:v>2021-03-15</c:v>
                </c:pt>
                <c:pt idx="4">
                  <c:v>2021-03-16</c:v>
                </c:pt>
                <c:pt idx="5">
                  <c:v>2021-03-17</c:v>
                </c:pt>
                <c:pt idx="6">
                  <c:v>2021-03-18</c:v>
                </c:pt>
                <c:pt idx="7">
                  <c:v>2021-03-19</c:v>
                </c:pt>
                <c:pt idx="8">
                  <c:v>2021-03-22</c:v>
                </c:pt>
                <c:pt idx="9">
                  <c:v>2021-03-23</c:v>
                </c:pt>
                <c:pt idx="10">
                  <c:v>2021-03-24</c:v>
                </c:pt>
                <c:pt idx="11">
                  <c:v>2021-03-25</c:v>
                </c:pt>
                <c:pt idx="12">
                  <c:v>2021-03-26</c:v>
                </c:pt>
                <c:pt idx="13">
                  <c:v>2021-03-29</c:v>
                </c:pt>
                <c:pt idx="14">
                  <c:v>2021-03-30</c:v>
                </c:pt>
                <c:pt idx="15">
                  <c:v>2021-03-31</c:v>
                </c:pt>
                <c:pt idx="16">
                  <c:v>2021-04-01</c:v>
                </c:pt>
                <c:pt idx="17">
                  <c:v>2021-04-02</c:v>
                </c:pt>
                <c:pt idx="18">
                  <c:v>2021-04-05</c:v>
                </c:pt>
                <c:pt idx="19">
                  <c:v>2021-04-06</c:v>
                </c:pt>
                <c:pt idx="20">
                  <c:v>2021-04-07</c:v>
                </c:pt>
                <c:pt idx="21">
                  <c:v>2021-04-08</c:v>
                </c:pt>
                <c:pt idx="22">
                  <c:v>2021-04-09</c:v>
                </c:pt>
                <c:pt idx="23">
                  <c:v>2021-04-12</c:v>
                </c:pt>
                <c:pt idx="24">
                  <c:v>2021-04-13</c:v>
                </c:pt>
                <c:pt idx="25">
                  <c:v>2021-04-14</c:v>
                </c:pt>
                <c:pt idx="26">
                  <c:v>2021-04-15</c:v>
                </c:pt>
                <c:pt idx="27">
                  <c:v>2021-04-16</c:v>
                </c:pt>
                <c:pt idx="28">
                  <c:v>2021-04-19</c:v>
                </c:pt>
                <c:pt idx="29">
                  <c:v>2021-04-20</c:v>
                </c:pt>
                <c:pt idx="30">
                  <c:v>2021-04-21</c:v>
                </c:pt>
                <c:pt idx="31">
                  <c:v>2021-04-22</c:v>
                </c:pt>
                <c:pt idx="32">
                  <c:v>2021-04-23</c:v>
                </c:pt>
                <c:pt idx="33">
                  <c:v>2021-04-26</c:v>
                </c:pt>
                <c:pt idx="34">
                  <c:v>2021-04-27</c:v>
                </c:pt>
                <c:pt idx="35">
                  <c:v>2021-04-28</c:v>
                </c:pt>
                <c:pt idx="36">
                  <c:v>2021-04-29</c:v>
                </c:pt>
                <c:pt idx="37">
                  <c:v>2021-04-30</c:v>
                </c:pt>
                <c:pt idx="38">
                  <c:v>2021-05-03</c:v>
                </c:pt>
                <c:pt idx="39">
                  <c:v>2021-05-04</c:v>
                </c:pt>
                <c:pt idx="40">
                  <c:v>2021-05-06</c:v>
                </c:pt>
                <c:pt idx="41">
                  <c:v>2021-05-07</c:v>
                </c:pt>
                <c:pt idx="42">
                  <c:v>2021-05-10</c:v>
                </c:pt>
                <c:pt idx="43">
                  <c:v>2021-05-11</c:v>
                </c:pt>
                <c:pt idx="44">
                  <c:v>2021-05-12</c:v>
                </c:pt>
                <c:pt idx="45">
                  <c:v>2021-05-13</c:v>
                </c:pt>
                <c:pt idx="46">
                  <c:v>2021-05-14</c:v>
                </c:pt>
                <c:pt idx="47">
                  <c:v>2021-05-17</c:v>
                </c:pt>
                <c:pt idx="48">
                  <c:v>2021-05-18</c:v>
                </c:pt>
                <c:pt idx="49">
                  <c:v>2021-05-20</c:v>
                </c:pt>
                <c:pt idx="50">
                  <c:v>2021-05-21</c:v>
                </c:pt>
                <c:pt idx="51">
                  <c:v>2021-05-24</c:v>
                </c:pt>
                <c:pt idx="52">
                  <c:v>2021-05-25</c:v>
                </c:pt>
                <c:pt idx="53">
                  <c:v>2021-05-26</c:v>
                </c:pt>
                <c:pt idx="54">
                  <c:v>2021-05-27</c:v>
                </c:pt>
                <c:pt idx="55">
                  <c:v>2021-05-28</c:v>
                </c:pt>
                <c:pt idx="56">
                  <c:v>2021-05-31</c:v>
                </c:pt>
                <c:pt idx="57">
                  <c:v>2021-06-01</c:v>
                </c:pt>
                <c:pt idx="58">
                  <c:v>2021-06-02</c:v>
                </c:pt>
                <c:pt idx="59">
                  <c:v>2021-06-03</c:v>
                </c:pt>
                <c:pt idx="60">
                  <c:v>2021-06-04</c:v>
                </c:pt>
                <c:pt idx="61">
                  <c:v>2021-06-07</c:v>
                </c:pt>
                <c:pt idx="62">
                  <c:v>2021-06-08</c:v>
                </c:pt>
                <c:pt idx="63">
                  <c:v>2021-06-09</c:v>
                </c:pt>
                <c:pt idx="64">
                  <c:v>2021-06-10</c:v>
                </c:pt>
                <c:pt idx="65">
                  <c:v>2021-06-11</c:v>
                </c:pt>
                <c:pt idx="66">
                  <c:v>2021-06-14</c:v>
                </c:pt>
                <c:pt idx="67">
                  <c:v>2021-06-15</c:v>
                </c:pt>
                <c:pt idx="68">
                  <c:v>2021-06-16</c:v>
                </c:pt>
                <c:pt idx="69">
                  <c:v>2021-06-17</c:v>
                </c:pt>
                <c:pt idx="70">
                  <c:v>2021-06-18</c:v>
                </c:pt>
                <c:pt idx="71">
                  <c:v>2021-06-21</c:v>
                </c:pt>
                <c:pt idx="72">
                  <c:v>2021-06-22</c:v>
                </c:pt>
                <c:pt idx="73">
                  <c:v>2021-06-23</c:v>
                </c:pt>
                <c:pt idx="74">
                  <c:v>2021-06-24</c:v>
                </c:pt>
                <c:pt idx="75">
                  <c:v>2021-06-25</c:v>
                </c:pt>
                <c:pt idx="76">
                  <c:v>2021-06-28</c:v>
                </c:pt>
                <c:pt idx="77">
                  <c:v>2021-06-29</c:v>
                </c:pt>
                <c:pt idx="78">
                  <c:v>2021-06-30</c:v>
                </c:pt>
                <c:pt idx="79">
                  <c:v>2021-07-01</c:v>
                </c:pt>
                <c:pt idx="80">
                  <c:v>2021-07-02</c:v>
                </c:pt>
                <c:pt idx="81">
                  <c:v>2021-07-05</c:v>
                </c:pt>
                <c:pt idx="82">
                  <c:v>2021-07-06</c:v>
                </c:pt>
                <c:pt idx="83">
                  <c:v>2021-07-07</c:v>
                </c:pt>
                <c:pt idx="84">
                  <c:v>2021-07-08</c:v>
                </c:pt>
                <c:pt idx="85">
                  <c:v>2021-07-09</c:v>
                </c:pt>
                <c:pt idx="86">
                  <c:v>2021-07-12</c:v>
                </c:pt>
                <c:pt idx="87">
                  <c:v>2021-07-13</c:v>
                </c:pt>
                <c:pt idx="88">
                  <c:v>2021-07-14</c:v>
                </c:pt>
                <c:pt idx="89">
                  <c:v>2021-07-15</c:v>
                </c:pt>
                <c:pt idx="90">
                  <c:v>2021-07-16</c:v>
                </c:pt>
                <c:pt idx="91">
                  <c:v>2021-07-19</c:v>
                </c:pt>
                <c:pt idx="92">
                  <c:v>2021-07-20</c:v>
                </c:pt>
                <c:pt idx="93">
                  <c:v>2021-07-21</c:v>
                </c:pt>
                <c:pt idx="94">
                  <c:v>2021-07-22</c:v>
                </c:pt>
                <c:pt idx="95">
                  <c:v>2021-07-23</c:v>
                </c:pt>
                <c:pt idx="96">
                  <c:v>2021-07-26</c:v>
                </c:pt>
                <c:pt idx="97">
                  <c:v>2021-07-27</c:v>
                </c:pt>
                <c:pt idx="98">
                  <c:v>2021-07-28</c:v>
                </c:pt>
                <c:pt idx="99">
                  <c:v>2021-07-29</c:v>
                </c:pt>
                <c:pt idx="100">
                  <c:v>2021-07-30</c:v>
                </c:pt>
                <c:pt idx="101">
                  <c:v>2021-08-02</c:v>
                </c:pt>
                <c:pt idx="102">
                  <c:v>2021-08-03</c:v>
                </c:pt>
                <c:pt idx="103">
                  <c:v>2021-08-04</c:v>
                </c:pt>
                <c:pt idx="104">
                  <c:v>2021-08-05</c:v>
                </c:pt>
                <c:pt idx="105">
                  <c:v>2021-08-06</c:v>
                </c:pt>
                <c:pt idx="106">
                  <c:v>2021-08-09</c:v>
                </c:pt>
                <c:pt idx="107">
                  <c:v>2021-08-10</c:v>
                </c:pt>
                <c:pt idx="108">
                  <c:v>2021-08-11</c:v>
                </c:pt>
                <c:pt idx="109">
                  <c:v>2021-08-12</c:v>
                </c:pt>
                <c:pt idx="110">
                  <c:v>2021-08-13</c:v>
                </c:pt>
                <c:pt idx="111">
                  <c:v>2021-08-17</c:v>
                </c:pt>
                <c:pt idx="112">
                  <c:v>2021-08-18</c:v>
                </c:pt>
                <c:pt idx="113">
                  <c:v>2021-08-19</c:v>
                </c:pt>
                <c:pt idx="114">
                  <c:v>2021-08-20</c:v>
                </c:pt>
                <c:pt idx="115">
                  <c:v>2021-08-23</c:v>
                </c:pt>
                <c:pt idx="116">
                  <c:v>2021-08-24</c:v>
                </c:pt>
                <c:pt idx="117">
                  <c:v>2021-08-25</c:v>
                </c:pt>
                <c:pt idx="118">
                  <c:v>2021-08-26</c:v>
                </c:pt>
                <c:pt idx="119">
                  <c:v>2021-08-27</c:v>
                </c:pt>
                <c:pt idx="120">
                  <c:v>2021-08-30</c:v>
                </c:pt>
                <c:pt idx="121">
                  <c:v>2021-08-31</c:v>
                </c:pt>
                <c:pt idx="122">
                  <c:v>2021-09-01</c:v>
                </c:pt>
                <c:pt idx="123">
                  <c:v>2021-09-02</c:v>
                </c:pt>
                <c:pt idx="124">
                  <c:v>2021-09-03</c:v>
                </c:pt>
                <c:pt idx="125">
                  <c:v>2021-09-06</c:v>
                </c:pt>
                <c:pt idx="126">
                  <c:v>2021-09-07</c:v>
                </c:pt>
                <c:pt idx="127">
                  <c:v>2021-09-08</c:v>
                </c:pt>
                <c:pt idx="128">
                  <c:v>2021-09-09</c:v>
                </c:pt>
                <c:pt idx="129">
                  <c:v>2021-09-10</c:v>
                </c:pt>
                <c:pt idx="130">
                  <c:v>2021-09-13</c:v>
                </c:pt>
                <c:pt idx="131">
                  <c:v>2021-09-14</c:v>
                </c:pt>
                <c:pt idx="132">
                  <c:v>2021-09-15</c:v>
                </c:pt>
                <c:pt idx="133">
                  <c:v>2021-09-16</c:v>
                </c:pt>
                <c:pt idx="134">
                  <c:v>2021-09-17</c:v>
                </c:pt>
                <c:pt idx="135">
                  <c:v>2021-09-23</c:v>
                </c:pt>
                <c:pt idx="136">
                  <c:v>2021-09-24</c:v>
                </c:pt>
                <c:pt idx="137">
                  <c:v>2021-09-27</c:v>
                </c:pt>
                <c:pt idx="138">
                  <c:v>2021-09-28</c:v>
                </c:pt>
                <c:pt idx="139">
                  <c:v>2021-09-29</c:v>
                </c:pt>
                <c:pt idx="140">
                  <c:v>2021-09-30</c:v>
                </c:pt>
                <c:pt idx="141">
                  <c:v>2021-10-01</c:v>
                </c:pt>
                <c:pt idx="142">
                  <c:v>2021-10-05</c:v>
                </c:pt>
                <c:pt idx="143">
                  <c:v>2021-10-06</c:v>
                </c:pt>
                <c:pt idx="144">
                  <c:v>2021-10-07</c:v>
                </c:pt>
                <c:pt idx="145">
                  <c:v>2021-10-08</c:v>
                </c:pt>
                <c:pt idx="146">
                  <c:v>2021-10-12</c:v>
                </c:pt>
                <c:pt idx="147">
                  <c:v>2021-10-13</c:v>
                </c:pt>
                <c:pt idx="148">
                  <c:v>2021-10-14</c:v>
                </c:pt>
                <c:pt idx="149">
                  <c:v>2021-10-15</c:v>
                </c:pt>
                <c:pt idx="150">
                  <c:v>2021-10-18</c:v>
                </c:pt>
                <c:pt idx="151">
                  <c:v>2021-10-19</c:v>
                </c:pt>
                <c:pt idx="152">
                  <c:v>2021-10-20</c:v>
                </c:pt>
                <c:pt idx="153">
                  <c:v>2021-10-21</c:v>
                </c:pt>
                <c:pt idx="154">
                  <c:v>2021-10-22</c:v>
                </c:pt>
                <c:pt idx="155">
                  <c:v>2021-10-25</c:v>
                </c:pt>
                <c:pt idx="156">
                  <c:v>2021-10-26</c:v>
                </c:pt>
                <c:pt idx="157">
                  <c:v>2021-10-27</c:v>
                </c:pt>
                <c:pt idx="158">
                  <c:v>2021-10-28</c:v>
                </c:pt>
                <c:pt idx="159">
                  <c:v>2021-10-29</c:v>
                </c:pt>
                <c:pt idx="160">
                  <c:v>2021-11-01</c:v>
                </c:pt>
                <c:pt idx="161">
                  <c:v>2021-11-02</c:v>
                </c:pt>
                <c:pt idx="162">
                  <c:v>2021-11-03</c:v>
                </c:pt>
                <c:pt idx="163">
                  <c:v>2021-11-04</c:v>
                </c:pt>
                <c:pt idx="164">
                  <c:v>2021-11-05</c:v>
                </c:pt>
                <c:pt idx="165">
                  <c:v>2021-11-08</c:v>
                </c:pt>
                <c:pt idx="166">
                  <c:v>2021-11-09</c:v>
                </c:pt>
                <c:pt idx="167">
                  <c:v>2021-11-10</c:v>
                </c:pt>
                <c:pt idx="168">
                  <c:v>2021-11-11</c:v>
                </c:pt>
                <c:pt idx="169">
                  <c:v>2021-11-12</c:v>
                </c:pt>
                <c:pt idx="170">
                  <c:v>2021-11-15</c:v>
                </c:pt>
                <c:pt idx="171">
                  <c:v>2021-11-16</c:v>
                </c:pt>
                <c:pt idx="172">
                  <c:v>2021-11-17</c:v>
                </c:pt>
                <c:pt idx="173">
                  <c:v>2021-11-18</c:v>
                </c:pt>
                <c:pt idx="174">
                  <c:v>2021-11-19</c:v>
                </c:pt>
                <c:pt idx="175">
                  <c:v>2021-11-22</c:v>
                </c:pt>
                <c:pt idx="176">
                  <c:v>2021-11-23</c:v>
                </c:pt>
                <c:pt idx="177">
                  <c:v>2021-11-24</c:v>
                </c:pt>
                <c:pt idx="178">
                  <c:v>2021-11-25</c:v>
                </c:pt>
                <c:pt idx="179">
                  <c:v>2021-11-26</c:v>
                </c:pt>
                <c:pt idx="180">
                  <c:v>2021-11-29</c:v>
                </c:pt>
                <c:pt idx="181">
                  <c:v>2021-11-30</c:v>
                </c:pt>
                <c:pt idx="182">
                  <c:v>2021-12-01</c:v>
                </c:pt>
                <c:pt idx="183">
                  <c:v>2021-12-02</c:v>
                </c:pt>
                <c:pt idx="184">
                  <c:v>2021-12-03</c:v>
                </c:pt>
                <c:pt idx="185">
                  <c:v>2021-12-06</c:v>
                </c:pt>
                <c:pt idx="186">
                  <c:v>2021-12-07</c:v>
                </c:pt>
                <c:pt idx="187">
                  <c:v>2021-12-08</c:v>
                </c:pt>
                <c:pt idx="188">
                  <c:v>2021-12-09</c:v>
                </c:pt>
                <c:pt idx="189">
                  <c:v>2021-12-10</c:v>
                </c:pt>
                <c:pt idx="190">
                  <c:v>2021-12-13</c:v>
                </c:pt>
                <c:pt idx="191">
                  <c:v>2021-12-14</c:v>
                </c:pt>
                <c:pt idx="192">
                  <c:v>2021-12-15</c:v>
                </c:pt>
                <c:pt idx="193">
                  <c:v>2021-12-16</c:v>
                </c:pt>
                <c:pt idx="194">
                  <c:v>2021-12-17</c:v>
                </c:pt>
                <c:pt idx="195">
                  <c:v>2021-12-20</c:v>
                </c:pt>
                <c:pt idx="196">
                  <c:v>2021-12-21</c:v>
                </c:pt>
                <c:pt idx="197">
                  <c:v>2021-12-22</c:v>
                </c:pt>
                <c:pt idx="198">
                  <c:v>2021-12-23</c:v>
                </c:pt>
                <c:pt idx="199">
                  <c:v>2021-12-24</c:v>
                </c:pt>
                <c:pt idx="200">
                  <c:v>2021-12-27</c:v>
                </c:pt>
                <c:pt idx="201">
                  <c:v>2021-12-28</c:v>
                </c:pt>
                <c:pt idx="202">
                  <c:v>2021-12-29</c:v>
                </c:pt>
                <c:pt idx="203">
                  <c:v>2021-12-30</c:v>
                </c:pt>
                <c:pt idx="204">
                  <c:v>2021-12-31</c:v>
                </c:pt>
                <c:pt idx="205">
                  <c:v>2022-01-03</c:v>
                </c:pt>
                <c:pt idx="206">
                  <c:v>2022-01-04</c:v>
                </c:pt>
                <c:pt idx="207">
                  <c:v>2022-01-05</c:v>
                </c:pt>
                <c:pt idx="208">
                  <c:v>2022-01-06</c:v>
                </c:pt>
                <c:pt idx="209">
                  <c:v>2022-01-07</c:v>
                </c:pt>
                <c:pt idx="210">
                  <c:v>2022-01-10</c:v>
                </c:pt>
                <c:pt idx="211">
                  <c:v>2022-01-11</c:v>
                </c:pt>
                <c:pt idx="212">
                  <c:v>2022-01-12</c:v>
                </c:pt>
                <c:pt idx="213">
                  <c:v>2022-01-13</c:v>
                </c:pt>
                <c:pt idx="214">
                  <c:v>2022-01-14</c:v>
                </c:pt>
                <c:pt idx="215">
                  <c:v>2022-01-17</c:v>
                </c:pt>
                <c:pt idx="216">
                  <c:v>2022-01-18</c:v>
                </c:pt>
                <c:pt idx="217">
                  <c:v>2022-01-19</c:v>
                </c:pt>
                <c:pt idx="218">
                  <c:v>2022-01-20</c:v>
                </c:pt>
                <c:pt idx="219">
                  <c:v>2022-01-21</c:v>
                </c:pt>
                <c:pt idx="220">
                  <c:v>2022-01-24</c:v>
                </c:pt>
                <c:pt idx="221">
                  <c:v>2022-01-25</c:v>
                </c:pt>
                <c:pt idx="222">
                  <c:v>2022-01-26</c:v>
                </c:pt>
                <c:pt idx="223">
                  <c:v>2022-01-27</c:v>
                </c:pt>
                <c:pt idx="224">
                  <c:v>2022-01-28</c:v>
                </c:pt>
                <c:pt idx="225">
                  <c:v>2022-02-03</c:v>
                </c:pt>
                <c:pt idx="226">
                  <c:v>2022-02-04</c:v>
                </c:pt>
                <c:pt idx="227">
                  <c:v>2022-02-07</c:v>
                </c:pt>
                <c:pt idx="228">
                  <c:v>2022-02-08</c:v>
                </c:pt>
                <c:pt idx="229">
                  <c:v>2022-02-09</c:v>
                </c:pt>
                <c:pt idx="230">
                  <c:v>2022-02-10</c:v>
                </c:pt>
                <c:pt idx="231">
                  <c:v>2022-02-11</c:v>
                </c:pt>
                <c:pt idx="232">
                  <c:v>2022-02-14</c:v>
                </c:pt>
                <c:pt idx="233">
                  <c:v>2022-02-15</c:v>
                </c:pt>
                <c:pt idx="234">
                  <c:v>2022-02-16</c:v>
                </c:pt>
                <c:pt idx="235">
                  <c:v>2022-02-17</c:v>
                </c:pt>
                <c:pt idx="236">
                  <c:v>2022-02-18</c:v>
                </c:pt>
                <c:pt idx="237">
                  <c:v>2022-02-21</c:v>
                </c:pt>
                <c:pt idx="238">
                  <c:v>2022-02-22</c:v>
                </c:pt>
                <c:pt idx="239">
                  <c:v>2022-02-23</c:v>
                </c:pt>
                <c:pt idx="240">
                  <c:v>2022-02-24</c:v>
                </c:pt>
                <c:pt idx="241">
                  <c:v>2022-02-25</c:v>
                </c:pt>
                <c:pt idx="242">
                  <c:v>2022-02-28</c:v>
                </c:pt>
                <c:pt idx="243">
                  <c:v>2022-03-02</c:v>
                </c:pt>
                <c:pt idx="244">
                  <c:v>2022-03-03</c:v>
                </c:pt>
                <c:pt idx="245">
                  <c:v>2022-03-04</c:v>
                </c:pt>
                <c:pt idx="246">
                  <c:v>2022-03-07</c:v>
                </c:pt>
                <c:pt idx="247">
                  <c:v>2022-03-08</c:v>
                </c:pt>
                <c:pt idx="248">
                  <c:v>2022-03-10</c:v>
                </c:pt>
                <c:pt idx="249">
                  <c:v>2022-03-11</c:v>
                </c:pt>
                <c:pt idx="250">
                  <c:v>2022-03-14</c:v>
                </c:pt>
                <c:pt idx="251">
                  <c:v>2022-03-15</c:v>
                </c:pt>
                <c:pt idx="252">
                  <c:v>2022-03-16</c:v>
                </c:pt>
                <c:pt idx="253">
                  <c:v>2022-03-17</c:v>
                </c:pt>
                <c:pt idx="254">
                  <c:v>2022-03-18</c:v>
                </c:pt>
                <c:pt idx="255">
                  <c:v>2022-03-21</c:v>
                </c:pt>
                <c:pt idx="256">
                  <c:v>2022-03-22</c:v>
                </c:pt>
                <c:pt idx="257">
                  <c:v>2022-03-23</c:v>
                </c:pt>
                <c:pt idx="258">
                  <c:v>2022-03-24</c:v>
                </c:pt>
                <c:pt idx="259">
                  <c:v>2022-03-25</c:v>
                </c:pt>
                <c:pt idx="260">
                  <c:v>2022-03-28</c:v>
                </c:pt>
                <c:pt idx="261">
                  <c:v>2022-03-29</c:v>
                </c:pt>
                <c:pt idx="262">
                  <c:v>2022-03-30</c:v>
                </c:pt>
                <c:pt idx="263">
                  <c:v>2022-03-31</c:v>
                </c:pt>
                <c:pt idx="264">
                  <c:v>2022-04-01</c:v>
                </c:pt>
                <c:pt idx="265">
                  <c:v>2022-04-04</c:v>
                </c:pt>
                <c:pt idx="266">
                  <c:v>2022-04-05</c:v>
                </c:pt>
                <c:pt idx="267">
                  <c:v>2022-04-06</c:v>
                </c:pt>
                <c:pt idx="268">
                  <c:v>2022-04-07</c:v>
                </c:pt>
                <c:pt idx="269">
                  <c:v>2022-04-08</c:v>
                </c:pt>
                <c:pt idx="270">
                  <c:v>2022-04-11</c:v>
                </c:pt>
                <c:pt idx="271">
                  <c:v>2022-04-12</c:v>
                </c:pt>
                <c:pt idx="272">
                  <c:v>2022-04-13</c:v>
                </c:pt>
                <c:pt idx="273">
                  <c:v>2022-04-14</c:v>
                </c:pt>
                <c:pt idx="274">
                  <c:v>2022-04-15</c:v>
                </c:pt>
                <c:pt idx="275">
                  <c:v>2022-04-18</c:v>
                </c:pt>
                <c:pt idx="276">
                  <c:v>2022-04-19</c:v>
                </c:pt>
                <c:pt idx="277">
                  <c:v>2022-04-20</c:v>
                </c:pt>
                <c:pt idx="278">
                  <c:v>2022-04-21</c:v>
                </c:pt>
                <c:pt idx="279">
                  <c:v>2022-04-22</c:v>
                </c:pt>
                <c:pt idx="280">
                  <c:v>2022-04-25</c:v>
                </c:pt>
                <c:pt idx="281">
                  <c:v>2022-04-26</c:v>
                </c:pt>
                <c:pt idx="282">
                  <c:v>2022-04-27</c:v>
                </c:pt>
                <c:pt idx="283">
                  <c:v>2022-04-28</c:v>
                </c:pt>
                <c:pt idx="284">
                  <c:v>2022-04-29</c:v>
                </c:pt>
                <c:pt idx="285">
                  <c:v>2022-05-02</c:v>
                </c:pt>
                <c:pt idx="286">
                  <c:v>2022-05-03</c:v>
                </c:pt>
                <c:pt idx="287">
                  <c:v>2022-05-04</c:v>
                </c:pt>
                <c:pt idx="288">
                  <c:v>2022-05-06</c:v>
                </c:pt>
                <c:pt idx="289">
                  <c:v>2022-05-09</c:v>
                </c:pt>
                <c:pt idx="290">
                  <c:v>2022-05-10</c:v>
                </c:pt>
                <c:pt idx="291">
                  <c:v>2022-05-11</c:v>
                </c:pt>
                <c:pt idx="292">
                  <c:v>2022-05-12</c:v>
                </c:pt>
                <c:pt idx="293">
                  <c:v>2022-05-13</c:v>
                </c:pt>
                <c:pt idx="294">
                  <c:v>2022-05-16</c:v>
                </c:pt>
                <c:pt idx="295">
                  <c:v>2022-05-17</c:v>
                </c:pt>
                <c:pt idx="296">
                  <c:v>2022-05-18</c:v>
                </c:pt>
                <c:pt idx="297">
                  <c:v>2022-05-19</c:v>
                </c:pt>
                <c:pt idx="298">
                  <c:v>2022-05-20</c:v>
                </c:pt>
                <c:pt idx="299">
                  <c:v>2022-05-23</c:v>
                </c:pt>
                <c:pt idx="300">
                  <c:v>2022-05-24</c:v>
                </c:pt>
                <c:pt idx="301">
                  <c:v>2022-05-25</c:v>
                </c:pt>
                <c:pt idx="302">
                  <c:v>2022-05-26</c:v>
                </c:pt>
                <c:pt idx="303">
                  <c:v>2022-05-27</c:v>
                </c:pt>
                <c:pt idx="304">
                  <c:v>2022-05-30</c:v>
                </c:pt>
                <c:pt idx="305">
                  <c:v>2022-05-31</c:v>
                </c:pt>
                <c:pt idx="306">
                  <c:v>2022-06-02</c:v>
                </c:pt>
                <c:pt idx="307">
                  <c:v>2022-06-03</c:v>
                </c:pt>
                <c:pt idx="308">
                  <c:v>2022-06-07</c:v>
                </c:pt>
                <c:pt idx="309">
                  <c:v>2022-06-08</c:v>
                </c:pt>
                <c:pt idx="310">
                  <c:v>2022-06-09</c:v>
                </c:pt>
                <c:pt idx="311">
                  <c:v>2022-06-10</c:v>
                </c:pt>
                <c:pt idx="312">
                  <c:v>2022-06-13</c:v>
                </c:pt>
                <c:pt idx="313">
                  <c:v>2022-06-14</c:v>
                </c:pt>
                <c:pt idx="314">
                  <c:v>2022-06-15</c:v>
                </c:pt>
                <c:pt idx="315">
                  <c:v>2022-06-16</c:v>
                </c:pt>
                <c:pt idx="316">
                  <c:v>2022-06-17</c:v>
                </c:pt>
                <c:pt idx="317">
                  <c:v>2022-06-20</c:v>
                </c:pt>
                <c:pt idx="318">
                  <c:v>2022-06-21</c:v>
                </c:pt>
                <c:pt idx="319">
                  <c:v>2022-06-22</c:v>
                </c:pt>
                <c:pt idx="320">
                  <c:v>2022-06-23</c:v>
                </c:pt>
                <c:pt idx="321">
                  <c:v>2022-06-24</c:v>
                </c:pt>
                <c:pt idx="322">
                  <c:v>2022-06-27</c:v>
                </c:pt>
                <c:pt idx="323">
                  <c:v>2022-06-28</c:v>
                </c:pt>
                <c:pt idx="324">
                  <c:v>2022-06-29</c:v>
                </c:pt>
                <c:pt idx="325">
                  <c:v>2022-06-30</c:v>
                </c:pt>
                <c:pt idx="326">
                  <c:v>2022-07-01</c:v>
                </c:pt>
                <c:pt idx="327">
                  <c:v>2022-07-04</c:v>
                </c:pt>
                <c:pt idx="328">
                  <c:v>2022-07-05</c:v>
                </c:pt>
                <c:pt idx="329">
                  <c:v>2022-07-06</c:v>
                </c:pt>
                <c:pt idx="330">
                  <c:v>2022-07-07</c:v>
                </c:pt>
                <c:pt idx="331">
                  <c:v>2022-07-08</c:v>
                </c:pt>
                <c:pt idx="332">
                  <c:v>2022-07-11</c:v>
                </c:pt>
                <c:pt idx="333">
                  <c:v>2022-07-12</c:v>
                </c:pt>
                <c:pt idx="334">
                  <c:v>2022-07-13</c:v>
                </c:pt>
                <c:pt idx="335">
                  <c:v>2022-07-14</c:v>
                </c:pt>
                <c:pt idx="336">
                  <c:v>2022-07-15</c:v>
                </c:pt>
                <c:pt idx="337">
                  <c:v>2022-07-18</c:v>
                </c:pt>
                <c:pt idx="338">
                  <c:v>2022-07-19</c:v>
                </c:pt>
                <c:pt idx="339">
                  <c:v>2022-07-20</c:v>
                </c:pt>
                <c:pt idx="340">
                  <c:v>2022-07-21</c:v>
                </c:pt>
                <c:pt idx="341">
                  <c:v>2022-07-22</c:v>
                </c:pt>
                <c:pt idx="342">
                  <c:v>2022-07-25</c:v>
                </c:pt>
                <c:pt idx="343">
                  <c:v>2022-07-26</c:v>
                </c:pt>
                <c:pt idx="344">
                  <c:v>2022-07-27</c:v>
                </c:pt>
                <c:pt idx="345">
                  <c:v>2022-07-28</c:v>
                </c:pt>
                <c:pt idx="346">
                  <c:v>2022-07-29</c:v>
                </c:pt>
                <c:pt idx="347">
                  <c:v>2022-08-01</c:v>
                </c:pt>
                <c:pt idx="348">
                  <c:v>2022-08-02</c:v>
                </c:pt>
                <c:pt idx="349">
                  <c:v>2022-08-03</c:v>
                </c:pt>
                <c:pt idx="350">
                  <c:v>2022-08-04</c:v>
                </c:pt>
                <c:pt idx="351">
                  <c:v>2022-08-05</c:v>
                </c:pt>
                <c:pt idx="352">
                  <c:v>2022-08-08</c:v>
                </c:pt>
                <c:pt idx="353">
                  <c:v>2022-08-09</c:v>
                </c:pt>
                <c:pt idx="354">
                  <c:v>2022-08-10</c:v>
                </c:pt>
                <c:pt idx="355">
                  <c:v>2022-08-11</c:v>
                </c:pt>
                <c:pt idx="356">
                  <c:v>2022-08-12</c:v>
                </c:pt>
                <c:pt idx="357">
                  <c:v>2022-08-16</c:v>
                </c:pt>
                <c:pt idx="358">
                  <c:v>2022-08-17</c:v>
                </c:pt>
                <c:pt idx="359">
                  <c:v>2022-08-18</c:v>
                </c:pt>
                <c:pt idx="360">
                  <c:v>2022-08-19</c:v>
                </c:pt>
                <c:pt idx="361">
                  <c:v>2022-08-22</c:v>
                </c:pt>
                <c:pt idx="362">
                  <c:v>2022-08-23</c:v>
                </c:pt>
                <c:pt idx="363">
                  <c:v>2022-08-24</c:v>
                </c:pt>
                <c:pt idx="364">
                  <c:v>2022-08-25</c:v>
                </c:pt>
                <c:pt idx="365">
                  <c:v>2022-08-26</c:v>
                </c:pt>
                <c:pt idx="366">
                  <c:v>2022-08-29</c:v>
                </c:pt>
                <c:pt idx="367">
                  <c:v>2022-08-30</c:v>
                </c:pt>
                <c:pt idx="368">
                  <c:v>2022-08-31</c:v>
                </c:pt>
                <c:pt idx="369">
                  <c:v>2022-09-01</c:v>
                </c:pt>
                <c:pt idx="370">
                  <c:v>2022-09-02</c:v>
                </c:pt>
                <c:pt idx="371">
                  <c:v>2022-09-05</c:v>
                </c:pt>
                <c:pt idx="372">
                  <c:v>2022-09-06</c:v>
                </c:pt>
                <c:pt idx="373">
                  <c:v>2022-09-07</c:v>
                </c:pt>
                <c:pt idx="374">
                  <c:v>2022-09-08</c:v>
                </c:pt>
                <c:pt idx="375">
                  <c:v>2022-09-13</c:v>
                </c:pt>
                <c:pt idx="376">
                  <c:v>2022-09-14</c:v>
                </c:pt>
                <c:pt idx="377">
                  <c:v>2022-09-15</c:v>
                </c:pt>
                <c:pt idx="378">
                  <c:v>2022-09-16</c:v>
                </c:pt>
                <c:pt idx="379">
                  <c:v>2022-09-19</c:v>
                </c:pt>
                <c:pt idx="380">
                  <c:v>2022-09-20</c:v>
                </c:pt>
                <c:pt idx="381">
                  <c:v>2022-09-21</c:v>
                </c:pt>
                <c:pt idx="382">
                  <c:v>2022-09-22</c:v>
                </c:pt>
                <c:pt idx="383">
                  <c:v>2022-09-23</c:v>
                </c:pt>
                <c:pt idx="384">
                  <c:v>2022-09-26</c:v>
                </c:pt>
                <c:pt idx="385">
                  <c:v>2022-09-27</c:v>
                </c:pt>
                <c:pt idx="386">
                  <c:v>2022-09-28</c:v>
                </c:pt>
                <c:pt idx="387">
                  <c:v>2022-09-29</c:v>
                </c:pt>
                <c:pt idx="388">
                  <c:v>2022-09-30</c:v>
                </c:pt>
                <c:pt idx="389">
                  <c:v>2022-10-04</c:v>
                </c:pt>
                <c:pt idx="390">
                  <c:v>2022-10-05</c:v>
                </c:pt>
                <c:pt idx="391">
                  <c:v>2022-10-06</c:v>
                </c:pt>
                <c:pt idx="392">
                  <c:v>2022-10-07</c:v>
                </c:pt>
                <c:pt idx="393">
                  <c:v>2022-10-11</c:v>
                </c:pt>
                <c:pt idx="394">
                  <c:v>2022-10-12</c:v>
                </c:pt>
                <c:pt idx="395">
                  <c:v>2022-10-13</c:v>
                </c:pt>
                <c:pt idx="396">
                  <c:v>2022-10-14</c:v>
                </c:pt>
                <c:pt idx="397">
                  <c:v>2022-10-17</c:v>
                </c:pt>
                <c:pt idx="398">
                  <c:v>2022-10-18</c:v>
                </c:pt>
                <c:pt idx="399">
                  <c:v>2022-10-19</c:v>
                </c:pt>
                <c:pt idx="400">
                  <c:v>2022-10-20</c:v>
                </c:pt>
                <c:pt idx="401">
                  <c:v>2022-10-21</c:v>
                </c:pt>
                <c:pt idx="402">
                  <c:v>2022-10-24</c:v>
                </c:pt>
                <c:pt idx="403">
                  <c:v>2022-10-25</c:v>
                </c:pt>
                <c:pt idx="404">
                  <c:v>2022-10-26</c:v>
                </c:pt>
                <c:pt idx="405">
                  <c:v>2022-10-27</c:v>
                </c:pt>
                <c:pt idx="406">
                  <c:v>2022-10-28</c:v>
                </c:pt>
                <c:pt idx="407">
                  <c:v>2022-10-31</c:v>
                </c:pt>
                <c:pt idx="408">
                  <c:v>2022-11-01</c:v>
                </c:pt>
                <c:pt idx="409">
                  <c:v>2022-11-02</c:v>
                </c:pt>
                <c:pt idx="410">
                  <c:v>2022-11-03</c:v>
                </c:pt>
                <c:pt idx="411">
                  <c:v>2022-11-04</c:v>
                </c:pt>
                <c:pt idx="412">
                  <c:v>2022-11-07</c:v>
                </c:pt>
                <c:pt idx="413">
                  <c:v>2022-11-08</c:v>
                </c:pt>
                <c:pt idx="414">
                  <c:v>2022-11-09</c:v>
                </c:pt>
                <c:pt idx="415">
                  <c:v>2022-11-10</c:v>
                </c:pt>
                <c:pt idx="416">
                  <c:v>2022-11-11</c:v>
                </c:pt>
                <c:pt idx="417">
                  <c:v>2022-11-14</c:v>
                </c:pt>
                <c:pt idx="418">
                  <c:v>2022-11-15</c:v>
                </c:pt>
                <c:pt idx="419">
                  <c:v>2022-11-16</c:v>
                </c:pt>
                <c:pt idx="420">
                  <c:v>2022-11-17</c:v>
                </c:pt>
                <c:pt idx="421">
                  <c:v>2022-11-18</c:v>
                </c:pt>
                <c:pt idx="422">
                  <c:v>2022-11-21</c:v>
                </c:pt>
                <c:pt idx="423">
                  <c:v>2022-11-22</c:v>
                </c:pt>
                <c:pt idx="424">
                  <c:v>2022-11-23</c:v>
                </c:pt>
                <c:pt idx="425">
                  <c:v>2022-11-24</c:v>
                </c:pt>
                <c:pt idx="426">
                  <c:v>2022-11-25</c:v>
                </c:pt>
                <c:pt idx="427">
                  <c:v>2022-11-28</c:v>
                </c:pt>
                <c:pt idx="428">
                  <c:v>2022-11-29</c:v>
                </c:pt>
                <c:pt idx="429">
                  <c:v>2022-11-30</c:v>
                </c:pt>
                <c:pt idx="430">
                  <c:v>2022-12-01</c:v>
                </c:pt>
                <c:pt idx="431">
                  <c:v>2022-12-02</c:v>
                </c:pt>
                <c:pt idx="432">
                  <c:v>2022-12-05</c:v>
                </c:pt>
                <c:pt idx="433">
                  <c:v>2022-12-06</c:v>
                </c:pt>
                <c:pt idx="434">
                  <c:v>2022-12-07</c:v>
                </c:pt>
                <c:pt idx="435">
                  <c:v>2022-12-08</c:v>
                </c:pt>
                <c:pt idx="436">
                  <c:v>2022-12-09</c:v>
                </c:pt>
                <c:pt idx="437">
                  <c:v>2022-12-12</c:v>
                </c:pt>
                <c:pt idx="438">
                  <c:v>2022-12-13</c:v>
                </c:pt>
                <c:pt idx="439">
                  <c:v>2022-12-14</c:v>
                </c:pt>
                <c:pt idx="440">
                  <c:v>2022-12-15</c:v>
                </c:pt>
                <c:pt idx="441">
                  <c:v>2022-12-16</c:v>
                </c:pt>
                <c:pt idx="442">
                  <c:v>2022-12-19</c:v>
                </c:pt>
                <c:pt idx="443">
                  <c:v>2022-12-20</c:v>
                </c:pt>
                <c:pt idx="444">
                  <c:v>2022-12-21</c:v>
                </c:pt>
                <c:pt idx="445">
                  <c:v>2022-12-22</c:v>
                </c:pt>
                <c:pt idx="446">
                  <c:v>2022-12-23</c:v>
                </c:pt>
                <c:pt idx="447">
                  <c:v>2022-12-26</c:v>
                </c:pt>
                <c:pt idx="448">
                  <c:v>2022-12-27</c:v>
                </c:pt>
                <c:pt idx="449">
                  <c:v>2022-12-28</c:v>
                </c:pt>
                <c:pt idx="450">
                  <c:v>2022-12-29</c:v>
                </c:pt>
                <c:pt idx="451">
                  <c:v>2022-12-30</c:v>
                </c:pt>
                <c:pt idx="452">
                  <c:v>2023-01-02</c:v>
                </c:pt>
                <c:pt idx="453">
                  <c:v>2023-01-03</c:v>
                </c:pt>
                <c:pt idx="454">
                  <c:v>2023-01-04</c:v>
                </c:pt>
                <c:pt idx="455">
                  <c:v>2023-01-05</c:v>
                </c:pt>
                <c:pt idx="456">
                  <c:v>2023-01-06</c:v>
                </c:pt>
                <c:pt idx="457">
                  <c:v>2023-01-09</c:v>
                </c:pt>
                <c:pt idx="458">
                  <c:v>2023-01-10</c:v>
                </c:pt>
                <c:pt idx="459">
                  <c:v>2023-01-11</c:v>
                </c:pt>
                <c:pt idx="460">
                  <c:v>2023-01-12</c:v>
                </c:pt>
                <c:pt idx="461">
                  <c:v>2023-01-13</c:v>
                </c:pt>
                <c:pt idx="462">
                  <c:v>2023-01-16</c:v>
                </c:pt>
                <c:pt idx="463">
                  <c:v>2023-01-17</c:v>
                </c:pt>
                <c:pt idx="464">
                  <c:v>2023-01-18</c:v>
                </c:pt>
                <c:pt idx="465">
                  <c:v>2023-01-19</c:v>
                </c:pt>
                <c:pt idx="466">
                  <c:v>2023-01-20</c:v>
                </c:pt>
                <c:pt idx="467">
                  <c:v>2023-01-25</c:v>
                </c:pt>
                <c:pt idx="468">
                  <c:v>2023-01-26</c:v>
                </c:pt>
                <c:pt idx="469">
                  <c:v>2023-01-27</c:v>
                </c:pt>
                <c:pt idx="470">
                  <c:v>2023-01-30</c:v>
                </c:pt>
                <c:pt idx="471">
                  <c:v>2023-01-31</c:v>
                </c:pt>
                <c:pt idx="472">
                  <c:v>2023-02-01</c:v>
                </c:pt>
                <c:pt idx="473">
                  <c:v>2023-02-02</c:v>
                </c:pt>
                <c:pt idx="474">
                  <c:v>2023-02-03</c:v>
                </c:pt>
                <c:pt idx="475">
                  <c:v>2023-02-06</c:v>
                </c:pt>
                <c:pt idx="476">
                  <c:v>2023-02-07</c:v>
                </c:pt>
                <c:pt idx="477">
                  <c:v>2023-02-08</c:v>
                </c:pt>
                <c:pt idx="478">
                  <c:v>2023-02-09</c:v>
                </c:pt>
                <c:pt idx="479">
                  <c:v>2023-02-10</c:v>
                </c:pt>
                <c:pt idx="480">
                  <c:v>2023-02-13</c:v>
                </c:pt>
                <c:pt idx="481">
                  <c:v>2023-02-14</c:v>
                </c:pt>
                <c:pt idx="482">
                  <c:v>2023-02-15</c:v>
                </c:pt>
                <c:pt idx="483">
                  <c:v>2023-02-16</c:v>
                </c:pt>
                <c:pt idx="484">
                  <c:v>2023-02-17</c:v>
                </c:pt>
                <c:pt idx="485">
                  <c:v>2023-02-20</c:v>
                </c:pt>
                <c:pt idx="486">
                  <c:v>2023-02-21</c:v>
                </c:pt>
                <c:pt idx="487">
                  <c:v>2023-02-22</c:v>
                </c:pt>
                <c:pt idx="488">
                  <c:v>2023-02-23</c:v>
                </c:pt>
                <c:pt idx="489">
                  <c:v>2023-02-24</c:v>
                </c:pt>
                <c:pt idx="490">
                  <c:v>2023-02-27</c:v>
                </c:pt>
                <c:pt idx="491">
                  <c:v>2023-02-28</c:v>
                </c:pt>
                <c:pt idx="492">
                  <c:v>2023-03-02</c:v>
                </c:pt>
                <c:pt idx="493">
                  <c:v>2023-03-03</c:v>
                </c:pt>
                <c:pt idx="494">
                  <c:v>2023-03-06</c:v>
                </c:pt>
                <c:pt idx="495">
                  <c:v>2023-03-07</c:v>
                </c:pt>
                <c:pt idx="496">
                  <c:v>2023-03-08</c:v>
                </c:pt>
                <c:pt idx="497">
                  <c:v>2023-03-09</c:v>
                </c:pt>
                <c:pt idx="498">
                  <c:v>2023-03-10</c:v>
                </c:pt>
                <c:pt idx="499">
                  <c:v>2023-03-13</c:v>
                </c:pt>
                <c:pt idx="500">
                  <c:v>2023-03-14</c:v>
                </c:pt>
                <c:pt idx="501">
                  <c:v>2023-03-15</c:v>
                </c:pt>
                <c:pt idx="502">
                  <c:v>2023-03-16</c:v>
                </c:pt>
                <c:pt idx="503">
                  <c:v>2023-03-17</c:v>
                </c:pt>
                <c:pt idx="504">
                  <c:v>2023-03-20</c:v>
                </c:pt>
                <c:pt idx="505">
                  <c:v>2023-03-21</c:v>
                </c:pt>
                <c:pt idx="506">
                  <c:v>2023-03-22</c:v>
                </c:pt>
                <c:pt idx="507">
                  <c:v>2023-03-23</c:v>
                </c:pt>
                <c:pt idx="508">
                  <c:v>2023-03-24</c:v>
                </c:pt>
                <c:pt idx="509">
                  <c:v>2023-03-27</c:v>
                </c:pt>
                <c:pt idx="510">
                  <c:v>2023-03-28</c:v>
                </c:pt>
                <c:pt idx="511">
                  <c:v>2023-03-29</c:v>
                </c:pt>
                <c:pt idx="512">
                  <c:v>2023-03-30</c:v>
                </c:pt>
                <c:pt idx="513">
                  <c:v>2023-03-31</c:v>
                </c:pt>
                <c:pt idx="514">
                  <c:v>2023-04-03</c:v>
                </c:pt>
                <c:pt idx="515">
                  <c:v>2023-04-04</c:v>
                </c:pt>
                <c:pt idx="516">
                  <c:v>2023-04-05</c:v>
                </c:pt>
                <c:pt idx="517">
                  <c:v>2023-04-06</c:v>
                </c:pt>
                <c:pt idx="518">
                  <c:v>2023-04-07</c:v>
                </c:pt>
                <c:pt idx="519">
                  <c:v>2023-04-10</c:v>
                </c:pt>
                <c:pt idx="520">
                  <c:v>2023-04-11</c:v>
                </c:pt>
                <c:pt idx="521">
                  <c:v>2023-04-12</c:v>
                </c:pt>
                <c:pt idx="522">
                  <c:v>2023-04-13</c:v>
                </c:pt>
                <c:pt idx="523">
                  <c:v>2023-04-14</c:v>
                </c:pt>
                <c:pt idx="524">
                  <c:v>2023-04-17</c:v>
                </c:pt>
                <c:pt idx="525">
                  <c:v>2023-04-18</c:v>
                </c:pt>
                <c:pt idx="526">
                  <c:v>2023-04-19</c:v>
                </c:pt>
                <c:pt idx="527">
                  <c:v>2023-04-20</c:v>
                </c:pt>
                <c:pt idx="528">
                  <c:v>2023-04-21</c:v>
                </c:pt>
                <c:pt idx="529">
                  <c:v>2023-04-24</c:v>
                </c:pt>
                <c:pt idx="530">
                  <c:v>2023-04-25</c:v>
                </c:pt>
                <c:pt idx="531">
                  <c:v>2023-04-26</c:v>
                </c:pt>
                <c:pt idx="532">
                  <c:v>2023-04-27</c:v>
                </c:pt>
                <c:pt idx="533">
                  <c:v>2023-04-28</c:v>
                </c:pt>
                <c:pt idx="534">
                  <c:v>2023-05-02</c:v>
                </c:pt>
                <c:pt idx="535">
                  <c:v>2023-05-03</c:v>
                </c:pt>
                <c:pt idx="536">
                  <c:v>2023-05-04</c:v>
                </c:pt>
                <c:pt idx="537">
                  <c:v>2023-05-08</c:v>
                </c:pt>
                <c:pt idx="538">
                  <c:v>2023-05-09</c:v>
                </c:pt>
                <c:pt idx="539">
                  <c:v>2023-05-10</c:v>
                </c:pt>
                <c:pt idx="540">
                  <c:v>2023-05-11</c:v>
                </c:pt>
                <c:pt idx="541">
                  <c:v>2023-05-12</c:v>
                </c:pt>
                <c:pt idx="542">
                  <c:v>2023-05-15</c:v>
                </c:pt>
                <c:pt idx="543">
                  <c:v>2023-05-16</c:v>
                </c:pt>
                <c:pt idx="544">
                  <c:v>2023-05-17</c:v>
                </c:pt>
                <c:pt idx="545">
                  <c:v>2023-05-18</c:v>
                </c:pt>
                <c:pt idx="546">
                  <c:v>2023-05-19</c:v>
                </c:pt>
                <c:pt idx="547">
                  <c:v>2023-05-22</c:v>
                </c:pt>
                <c:pt idx="548">
                  <c:v>2023-05-23</c:v>
                </c:pt>
                <c:pt idx="549">
                  <c:v>2023-05-24</c:v>
                </c:pt>
                <c:pt idx="550">
                  <c:v>2023-05-25</c:v>
                </c:pt>
                <c:pt idx="551">
                  <c:v>2023-05-26</c:v>
                </c:pt>
                <c:pt idx="552">
                  <c:v>2023-05-30</c:v>
                </c:pt>
                <c:pt idx="553">
                  <c:v>2023-05-31</c:v>
                </c:pt>
                <c:pt idx="554">
                  <c:v>2023-06-01</c:v>
                </c:pt>
                <c:pt idx="555">
                  <c:v>2023-06-02</c:v>
                </c:pt>
                <c:pt idx="556">
                  <c:v>2023-06-05</c:v>
                </c:pt>
                <c:pt idx="557">
                  <c:v>2023-06-07</c:v>
                </c:pt>
                <c:pt idx="558">
                  <c:v>2023-06-08</c:v>
                </c:pt>
                <c:pt idx="559">
                  <c:v>2023-06-09</c:v>
                </c:pt>
                <c:pt idx="560">
                  <c:v>2023-06-12</c:v>
                </c:pt>
                <c:pt idx="561">
                  <c:v>2023-06-13</c:v>
                </c:pt>
                <c:pt idx="562">
                  <c:v>2023-06-14</c:v>
                </c:pt>
                <c:pt idx="563">
                  <c:v>2023-06-15</c:v>
                </c:pt>
                <c:pt idx="564">
                  <c:v>2023-06-16</c:v>
                </c:pt>
                <c:pt idx="565">
                  <c:v>2023-06-19</c:v>
                </c:pt>
                <c:pt idx="566">
                  <c:v>2023-06-20</c:v>
                </c:pt>
                <c:pt idx="567">
                  <c:v>2023-06-21</c:v>
                </c:pt>
                <c:pt idx="568">
                  <c:v>2023-06-22</c:v>
                </c:pt>
                <c:pt idx="569">
                  <c:v>2023-06-23</c:v>
                </c:pt>
                <c:pt idx="570">
                  <c:v>2023-06-26</c:v>
                </c:pt>
                <c:pt idx="571">
                  <c:v>2023-06-27</c:v>
                </c:pt>
                <c:pt idx="572">
                  <c:v>2023-06-28</c:v>
                </c:pt>
                <c:pt idx="573">
                  <c:v>2023-06-29</c:v>
                </c:pt>
                <c:pt idx="574">
                  <c:v>2023-06-30</c:v>
                </c:pt>
                <c:pt idx="575">
                  <c:v>2023-07-03</c:v>
                </c:pt>
                <c:pt idx="576">
                  <c:v>2023-07-04</c:v>
                </c:pt>
                <c:pt idx="577">
                  <c:v>2023-07-05</c:v>
                </c:pt>
                <c:pt idx="578">
                  <c:v>2023-07-06</c:v>
                </c:pt>
                <c:pt idx="579">
                  <c:v>2023-07-07</c:v>
                </c:pt>
                <c:pt idx="580">
                  <c:v>2023-07-10</c:v>
                </c:pt>
                <c:pt idx="581">
                  <c:v>2023-07-11</c:v>
                </c:pt>
                <c:pt idx="582">
                  <c:v>2023-07-12</c:v>
                </c:pt>
                <c:pt idx="583">
                  <c:v>2023-07-13</c:v>
                </c:pt>
                <c:pt idx="584">
                  <c:v>2023-07-14</c:v>
                </c:pt>
                <c:pt idx="585">
                  <c:v>2023-07-17</c:v>
                </c:pt>
                <c:pt idx="586">
                  <c:v>2023-07-18</c:v>
                </c:pt>
                <c:pt idx="587">
                  <c:v>2023-07-19</c:v>
                </c:pt>
                <c:pt idx="588">
                  <c:v>2023-07-20</c:v>
                </c:pt>
                <c:pt idx="589">
                  <c:v>2023-07-21</c:v>
                </c:pt>
                <c:pt idx="590">
                  <c:v>2023-07-24</c:v>
                </c:pt>
                <c:pt idx="591">
                  <c:v>2023-07-25</c:v>
                </c:pt>
                <c:pt idx="592">
                  <c:v>2023-07-26</c:v>
                </c:pt>
                <c:pt idx="593">
                  <c:v>2023-07-27</c:v>
                </c:pt>
                <c:pt idx="594">
                  <c:v>2023-07-28</c:v>
                </c:pt>
                <c:pt idx="595">
                  <c:v>2023-07-31</c:v>
                </c:pt>
                <c:pt idx="596">
                  <c:v>2023-08-01</c:v>
                </c:pt>
                <c:pt idx="597">
                  <c:v>2023-08-02</c:v>
                </c:pt>
                <c:pt idx="598">
                  <c:v>2023-08-03</c:v>
                </c:pt>
                <c:pt idx="599">
                  <c:v>2023-08-04</c:v>
                </c:pt>
                <c:pt idx="600">
                  <c:v>2023-08-07</c:v>
                </c:pt>
                <c:pt idx="601">
                  <c:v>2023-08-08</c:v>
                </c:pt>
                <c:pt idx="602">
                  <c:v>2023-08-09</c:v>
                </c:pt>
                <c:pt idx="603">
                  <c:v>2023-08-10</c:v>
                </c:pt>
                <c:pt idx="604">
                  <c:v>2023-08-11</c:v>
                </c:pt>
                <c:pt idx="605">
                  <c:v>2023-08-14</c:v>
                </c:pt>
                <c:pt idx="606">
                  <c:v>2023-08-16</c:v>
                </c:pt>
                <c:pt idx="607">
                  <c:v>2023-08-17</c:v>
                </c:pt>
                <c:pt idx="608">
                  <c:v>2023-08-18</c:v>
                </c:pt>
                <c:pt idx="609">
                  <c:v>2023-08-21</c:v>
                </c:pt>
                <c:pt idx="610">
                  <c:v>2023-08-22</c:v>
                </c:pt>
                <c:pt idx="611">
                  <c:v>2023-08-23</c:v>
                </c:pt>
                <c:pt idx="612">
                  <c:v>2023-08-24</c:v>
                </c:pt>
                <c:pt idx="613">
                  <c:v>2023-08-25</c:v>
                </c:pt>
                <c:pt idx="614">
                  <c:v>2023-08-28</c:v>
                </c:pt>
                <c:pt idx="615">
                  <c:v>2023-08-29</c:v>
                </c:pt>
                <c:pt idx="616">
                  <c:v>2023-08-30</c:v>
                </c:pt>
                <c:pt idx="617">
                  <c:v>2023-08-31</c:v>
                </c:pt>
                <c:pt idx="618">
                  <c:v>2023-09-01</c:v>
                </c:pt>
                <c:pt idx="619">
                  <c:v>2023-09-04</c:v>
                </c:pt>
                <c:pt idx="620">
                  <c:v>2023-09-05</c:v>
                </c:pt>
                <c:pt idx="621">
                  <c:v>2023-09-06</c:v>
                </c:pt>
                <c:pt idx="622">
                  <c:v>2023-09-07</c:v>
                </c:pt>
                <c:pt idx="623">
                  <c:v>2023-09-08</c:v>
                </c:pt>
                <c:pt idx="624">
                  <c:v>2023-09-11</c:v>
                </c:pt>
                <c:pt idx="625">
                  <c:v>2023-09-12</c:v>
                </c:pt>
                <c:pt idx="626">
                  <c:v>2023-09-13</c:v>
                </c:pt>
                <c:pt idx="627">
                  <c:v>2023-09-14</c:v>
                </c:pt>
                <c:pt idx="628">
                  <c:v>2023-09-15</c:v>
                </c:pt>
                <c:pt idx="629">
                  <c:v>2023-09-18</c:v>
                </c:pt>
                <c:pt idx="630">
                  <c:v>2023-09-19</c:v>
                </c:pt>
                <c:pt idx="631">
                  <c:v>2023-09-20</c:v>
                </c:pt>
                <c:pt idx="632">
                  <c:v>2023-09-21</c:v>
                </c:pt>
                <c:pt idx="633">
                  <c:v>2023-09-22</c:v>
                </c:pt>
                <c:pt idx="634">
                  <c:v>2023-09-25</c:v>
                </c:pt>
                <c:pt idx="635">
                  <c:v>2023-09-26</c:v>
                </c:pt>
                <c:pt idx="636">
                  <c:v>2023-09-27</c:v>
                </c:pt>
                <c:pt idx="637">
                  <c:v>2023-10-04</c:v>
                </c:pt>
                <c:pt idx="638">
                  <c:v>2023-10-05</c:v>
                </c:pt>
                <c:pt idx="639">
                  <c:v>2023-10-06</c:v>
                </c:pt>
                <c:pt idx="640">
                  <c:v>2023-10-10</c:v>
                </c:pt>
                <c:pt idx="641">
                  <c:v>2023-10-11</c:v>
                </c:pt>
                <c:pt idx="642">
                  <c:v>2023-10-12</c:v>
                </c:pt>
                <c:pt idx="643">
                  <c:v>2023-10-13</c:v>
                </c:pt>
                <c:pt idx="644">
                  <c:v>2023-10-16</c:v>
                </c:pt>
                <c:pt idx="645">
                  <c:v>2023-10-17</c:v>
                </c:pt>
                <c:pt idx="646">
                  <c:v>2023-10-18</c:v>
                </c:pt>
                <c:pt idx="647">
                  <c:v>2023-10-19</c:v>
                </c:pt>
                <c:pt idx="648">
                  <c:v>2023-10-20</c:v>
                </c:pt>
                <c:pt idx="649">
                  <c:v>2023-10-23</c:v>
                </c:pt>
                <c:pt idx="650">
                  <c:v>2023-10-24</c:v>
                </c:pt>
                <c:pt idx="651">
                  <c:v>2023-10-25</c:v>
                </c:pt>
                <c:pt idx="652">
                  <c:v>2023-10-26</c:v>
                </c:pt>
                <c:pt idx="653">
                  <c:v>2023-10-27</c:v>
                </c:pt>
                <c:pt idx="654">
                  <c:v>2023-10-30</c:v>
                </c:pt>
                <c:pt idx="655">
                  <c:v>2023-10-31</c:v>
                </c:pt>
                <c:pt idx="656">
                  <c:v>2023-11-01</c:v>
                </c:pt>
                <c:pt idx="657">
                  <c:v>2023-11-02</c:v>
                </c:pt>
                <c:pt idx="658">
                  <c:v>2023-11-03</c:v>
                </c:pt>
                <c:pt idx="659">
                  <c:v>2023-11-06</c:v>
                </c:pt>
                <c:pt idx="660">
                  <c:v>2023-11-07</c:v>
                </c:pt>
                <c:pt idx="661">
                  <c:v>2023-11-08</c:v>
                </c:pt>
                <c:pt idx="662">
                  <c:v>2023-11-09</c:v>
                </c:pt>
                <c:pt idx="663">
                  <c:v>2023-11-10</c:v>
                </c:pt>
                <c:pt idx="664">
                  <c:v>2023-11-13</c:v>
                </c:pt>
                <c:pt idx="665">
                  <c:v>2023-11-14</c:v>
                </c:pt>
                <c:pt idx="666">
                  <c:v>2023-11-15</c:v>
                </c:pt>
                <c:pt idx="667">
                  <c:v>2023-11-16</c:v>
                </c:pt>
                <c:pt idx="668">
                  <c:v>2023-11-17</c:v>
                </c:pt>
                <c:pt idx="669">
                  <c:v>2023-11-20</c:v>
                </c:pt>
                <c:pt idx="670">
                  <c:v>2023-11-21</c:v>
                </c:pt>
                <c:pt idx="671">
                  <c:v>2023-11-22</c:v>
                </c:pt>
                <c:pt idx="672">
                  <c:v>2023-11-23</c:v>
                </c:pt>
                <c:pt idx="673">
                  <c:v>2023-11-24</c:v>
                </c:pt>
                <c:pt idx="674">
                  <c:v>2023-11-27</c:v>
                </c:pt>
                <c:pt idx="675">
                  <c:v>2023-11-28</c:v>
                </c:pt>
                <c:pt idx="676">
                  <c:v>2023-11-29</c:v>
                </c:pt>
                <c:pt idx="677">
                  <c:v>2023-11-30</c:v>
                </c:pt>
                <c:pt idx="678">
                  <c:v>2023-12-01</c:v>
                </c:pt>
                <c:pt idx="679">
                  <c:v>2023-12-04</c:v>
                </c:pt>
                <c:pt idx="680">
                  <c:v>2023-12-05</c:v>
                </c:pt>
                <c:pt idx="681">
                  <c:v>2023-12-06</c:v>
                </c:pt>
                <c:pt idx="682">
                  <c:v>2023-12-07</c:v>
                </c:pt>
                <c:pt idx="683">
                  <c:v>2023-12-08</c:v>
                </c:pt>
                <c:pt idx="684">
                  <c:v>2023-12-11</c:v>
                </c:pt>
                <c:pt idx="685">
                  <c:v>2023-12-12</c:v>
                </c:pt>
                <c:pt idx="686">
                  <c:v>2023-12-13</c:v>
                </c:pt>
                <c:pt idx="687">
                  <c:v>2023-12-14</c:v>
                </c:pt>
                <c:pt idx="688">
                  <c:v>2023-12-15</c:v>
                </c:pt>
                <c:pt idx="689">
                  <c:v>2023-12-18</c:v>
                </c:pt>
                <c:pt idx="690">
                  <c:v>2023-12-19</c:v>
                </c:pt>
                <c:pt idx="691">
                  <c:v>2023-12-20</c:v>
                </c:pt>
                <c:pt idx="692">
                  <c:v>2023-12-21</c:v>
                </c:pt>
                <c:pt idx="693">
                  <c:v>2023-12-22</c:v>
                </c:pt>
                <c:pt idx="694">
                  <c:v>2023-12-26</c:v>
                </c:pt>
                <c:pt idx="695">
                  <c:v>2023-12-27</c:v>
                </c:pt>
                <c:pt idx="696">
                  <c:v>2023-12-28</c:v>
                </c:pt>
                <c:pt idx="697">
                  <c:v>2023-12-29</c:v>
                </c:pt>
                <c:pt idx="698">
                  <c:v>2024-01-02</c:v>
                </c:pt>
                <c:pt idx="699">
                  <c:v>2024-01-03</c:v>
                </c:pt>
                <c:pt idx="700">
                  <c:v>2024-01-04</c:v>
                </c:pt>
                <c:pt idx="701">
                  <c:v>2024-01-05</c:v>
                </c:pt>
                <c:pt idx="702">
                  <c:v>2024-01-08</c:v>
                </c:pt>
                <c:pt idx="703">
                  <c:v>2024-01-09</c:v>
                </c:pt>
                <c:pt idx="704">
                  <c:v>2024-01-10</c:v>
                </c:pt>
                <c:pt idx="705">
                  <c:v>2024-01-11</c:v>
                </c:pt>
                <c:pt idx="706">
                  <c:v>2024-01-12</c:v>
                </c:pt>
                <c:pt idx="707">
                  <c:v>2024-01-15</c:v>
                </c:pt>
                <c:pt idx="708">
                  <c:v>2024-01-16</c:v>
                </c:pt>
                <c:pt idx="709">
                  <c:v>2024-01-17</c:v>
                </c:pt>
                <c:pt idx="710">
                  <c:v>2024-01-18</c:v>
                </c:pt>
                <c:pt idx="711">
                  <c:v>2024-01-19</c:v>
                </c:pt>
                <c:pt idx="712">
                  <c:v>2024-01-22</c:v>
                </c:pt>
                <c:pt idx="713">
                  <c:v>2024-01-23</c:v>
                </c:pt>
                <c:pt idx="714">
                  <c:v>2024-01-24</c:v>
                </c:pt>
                <c:pt idx="715">
                  <c:v>2024-01-25</c:v>
                </c:pt>
                <c:pt idx="716">
                  <c:v>2024-01-26</c:v>
                </c:pt>
                <c:pt idx="717">
                  <c:v>2024-01-29</c:v>
                </c:pt>
                <c:pt idx="718">
                  <c:v>2024-01-30</c:v>
                </c:pt>
                <c:pt idx="719">
                  <c:v>2024-01-31</c:v>
                </c:pt>
                <c:pt idx="720">
                  <c:v>2024-02-01</c:v>
                </c:pt>
                <c:pt idx="721">
                  <c:v>2024-02-02</c:v>
                </c:pt>
                <c:pt idx="722">
                  <c:v>2024-02-05</c:v>
                </c:pt>
                <c:pt idx="723">
                  <c:v>2024-02-06</c:v>
                </c:pt>
                <c:pt idx="724">
                  <c:v>2024-02-07</c:v>
                </c:pt>
                <c:pt idx="725">
                  <c:v>2024-02-08</c:v>
                </c:pt>
                <c:pt idx="726">
                  <c:v>2024-02-13</c:v>
                </c:pt>
                <c:pt idx="727">
                  <c:v>2024-02-14</c:v>
                </c:pt>
                <c:pt idx="728">
                  <c:v>2024-02-15</c:v>
                </c:pt>
                <c:pt idx="729">
                  <c:v>2024-02-16</c:v>
                </c:pt>
                <c:pt idx="730">
                  <c:v>2024-02-19</c:v>
                </c:pt>
                <c:pt idx="731">
                  <c:v>2024-02-20</c:v>
                </c:pt>
                <c:pt idx="732">
                  <c:v>2024-02-21</c:v>
                </c:pt>
                <c:pt idx="733">
                  <c:v>2024-02-22</c:v>
                </c:pt>
                <c:pt idx="734">
                  <c:v>2024-02-23</c:v>
                </c:pt>
                <c:pt idx="735">
                  <c:v>2024-02-26</c:v>
                </c:pt>
                <c:pt idx="736">
                  <c:v>2024-02-27</c:v>
                </c:pt>
                <c:pt idx="737">
                  <c:v>2024-02-28</c:v>
                </c:pt>
                <c:pt idx="738">
                  <c:v>2024-02-29</c:v>
                </c:pt>
                <c:pt idx="739">
                  <c:v>2024-03-04</c:v>
                </c:pt>
                <c:pt idx="740">
                  <c:v>2024-03-05</c:v>
                </c:pt>
                <c:pt idx="741">
                  <c:v>2024-03-06</c:v>
                </c:pt>
                <c:pt idx="742">
                  <c:v>2024-03-07</c:v>
                </c:pt>
                <c:pt idx="743">
                  <c:v>2024-03-08</c:v>
                </c:pt>
                <c:pt idx="744">
                  <c:v>2024-03-11</c:v>
                </c:pt>
                <c:pt idx="745">
                  <c:v>2024-03-12</c:v>
                </c:pt>
                <c:pt idx="746">
                  <c:v>2024-03-13</c:v>
                </c:pt>
                <c:pt idx="747">
                  <c:v>2024-03-14</c:v>
                </c:pt>
                <c:pt idx="748">
                  <c:v>2024-03-15</c:v>
                </c:pt>
                <c:pt idx="749">
                  <c:v>2024-03-18</c:v>
                </c:pt>
                <c:pt idx="750">
                  <c:v>2024-03-19</c:v>
                </c:pt>
                <c:pt idx="751">
                  <c:v>2024-03-20</c:v>
                </c:pt>
                <c:pt idx="752">
                  <c:v>2024-03-21</c:v>
                </c:pt>
                <c:pt idx="753">
                  <c:v>2024-03-22</c:v>
                </c:pt>
                <c:pt idx="754">
                  <c:v>2024-03-25</c:v>
                </c:pt>
                <c:pt idx="755">
                  <c:v>2024-03-26</c:v>
                </c:pt>
                <c:pt idx="756">
                  <c:v>2024-03-27</c:v>
                </c:pt>
                <c:pt idx="757">
                  <c:v>2024-03-28</c:v>
                </c:pt>
                <c:pt idx="758">
                  <c:v>2024-03-29</c:v>
                </c:pt>
                <c:pt idx="759">
                  <c:v>2024-04-01</c:v>
                </c:pt>
                <c:pt idx="760">
                  <c:v>2024-04-02</c:v>
                </c:pt>
                <c:pt idx="761">
                  <c:v>2024-04-03</c:v>
                </c:pt>
                <c:pt idx="762">
                  <c:v>2024-04-04</c:v>
                </c:pt>
                <c:pt idx="763">
                  <c:v>2024-04-05</c:v>
                </c:pt>
                <c:pt idx="764">
                  <c:v>2024-04-08</c:v>
                </c:pt>
                <c:pt idx="765">
                  <c:v>2024-04-09</c:v>
                </c:pt>
                <c:pt idx="766">
                  <c:v>2024-04-11</c:v>
                </c:pt>
                <c:pt idx="767">
                  <c:v>2024-04-12</c:v>
                </c:pt>
                <c:pt idx="768">
                  <c:v>2024-04-15</c:v>
                </c:pt>
                <c:pt idx="769">
                  <c:v>2024-04-16</c:v>
                </c:pt>
                <c:pt idx="770">
                  <c:v>2024-04-17</c:v>
                </c:pt>
                <c:pt idx="771">
                  <c:v>2024-04-18</c:v>
                </c:pt>
                <c:pt idx="772">
                  <c:v>2024-04-19</c:v>
                </c:pt>
                <c:pt idx="773">
                  <c:v>2024-04-22</c:v>
                </c:pt>
                <c:pt idx="774">
                  <c:v>2024-04-23</c:v>
                </c:pt>
                <c:pt idx="775">
                  <c:v>2024-04-24</c:v>
                </c:pt>
                <c:pt idx="776">
                  <c:v>2024-04-25</c:v>
                </c:pt>
                <c:pt idx="777">
                  <c:v>2024-04-26</c:v>
                </c:pt>
                <c:pt idx="778">
                  <c:v>2024-04-29</c:v>
                </c:pt>
                <c:pt idx="779">
                  <c:v>2024-04-30</c:v>
                </c:pt>
                <c:pt idx="780">
                  <c:v>2024-05-02</c:v>
                </c:pt>
                <c:pt idx="781">
                  <c:v>2024-05-03</c:v>
                </c:pt>
                <c:pt idx="782">
                  <c:v>2024-05-07</c:v>
                </c:pt>
                <c:pt idx="783">
                  <c:v>2024-05-08</c:v>
                </c:pt>
                <c:pt idx="784">
                  <c:v>2024-05-09</c:v>
                </c:pt>
                <c:pt idx="785">
                  <c:v>2024-05-10</c:v>
                </c:pt>
                <c:pt idx="786">
                  <c:v>2024-05-13</c:v>
                </c:pt>
                <c:pt idx="787">
                  <c:v>2024-05-14</c:v>
                </c:pt>
                <c:pt idx="788">
                  <c:v>2024-05-16</c:v>
                </c:pt>
                <c:pt idx="789">
                  <c:v>2024-05-17</c:v>
                </c:pt>
                <c:pt idx="790">
                  <c:v>2024-05-20</c:v>
                </c:pt>
                <c:pt idx="791">
                  <c:v>2024-05-21</c:v>
                </c:pt>
                <c:pt idx="792">
                  <c:v>2024-05-22</c:v>
                </c:pt>
                <c:pt idx="793">
                  <c:v>2024-05-23</c:v>
                </c:pt>
                <c:pt idx="794">
                  <c:v>2024-05-24</c:v>
                </c:pt>
                <c:pt idx="795">
                  <c:v>2024-05-27</c:v>
                </c:pt>
                <c:pt idx="796">
                  <c:v>2024-05-28</c:v>
                </c:pt>
                <c:pt idx="797">
                  <c:v>2024-05-29</c:v>
                </c:pt>
                <c:pt idx="798">
                  <c:v>2024-05-30</c:v>
                </c:pt>
                <c:pt idx="799">
                  <c:v>2024-05-31</c:v>
                </c:pt>
                <c:pt idx="800">
                  <c:v>2024-06-03</c:v>
                </c:pt>
                <c:pt idx="801">
                  <c:v>2024-06-04</c:v>
                </c:pt>
                <c:pt idx="802">
                  <c:v>2024-06-05</c:v>
                </c:pt>
                <c:pt idx="803">
                  <c:v>2024-06-07</c:v>
                </c:pt>
                <c:pt idx="804">
                  <c:v>2024-06-10</c:v>
                </c:pt>
                <c:pt idx="805">
                  <c:v>2024-06-11</c:v>
                </c:pt>
                <c:pt idx="806">
                  <c:v>2024-06-12</c:v>
                </c:pt>
                <c:pt idx="807">
                  <c:v>2024-06-13</c:v>
                </c:pt>
                <c:pt idx="808">
                  <c:v>2024-06-14</c:v>
                </c:pt>
                <c:pt idx="809">
                  <c:v>2024-06-17</c:v>
                </c:pt>
                <c:pt idx="810">
                  <c:v>2024-06-18</c:v>
                </c:pt>
                <c:pt idx="811">
                  <c:v>2024-06-19</c:v>
                </c:pt>
                <c:pt idx="812">
                  <c:v>2024-06-20</c:v>
                </c:pt>
                <c:pt idx="813">
                  <c:v>2024-06-21</c:v>
                </c:pt>
                <c:pt idx="814">
                  <c:v>2024-06-24</c:v>
                </c:pt>
                <c:pt idx="815">
                  <c:v>2024-06-25</c:v>
                </c:pt>
                <c:pt idx="816">
                  <c:v>2024-06-26</c:v>
                </c:pt>
                <c:pt idx="817">
                  <c:v>2024-06-27</c:v>
                </c:pt>
                <c:pt idx="818">
                  <c:v>2024-06-28</c:v>
                </c:pt>
                <c:pt idx="819">
                  <c:v>2024-07-01</c:v>
                </c:pt>
                <c:pt idx="820">
                  <c:v>2024-07-02</c:v>
                </c:pt>
                <c:pt idx="821">
                  <c:v>2024-07-03</c:v>
                </c:pt>
                <c:pt idx="822">
                  <c:v>2024-07-04</c:v>
                </c:pt>
                <c:pt idx="823">
                  <c:v>2024-07-05</c:v>
                </c:pt>
                <c:pt idx="824">
                  <c:v>2024-07-08</c:v>
                </c:pt>
                <c:pt idx="825">
                  <c:v>2024-07-09</c:v>
                </c:pt>
                <c:pt idx="826">
                  <c:v>2024-07-10</c:v>
                </c:pt>
                <c:pt idx="827">
                  <c:v>2024-07-11</c:v>
                </c:pt>
                <c:pt idx="828">
                  <c:v>2024-07-12</c:v>
                </c:pt>
                <c:pt idx="829">
                  <c:v>2024-07-15</c:v>
                </c:pt>
                <c:pt idx="830">
                  <c:v>2024-07-16</c:v>
                </c:pt>
                <c:pt idx="831">
                  <c:v>2024-07-17</c:v>
                </c:pt>
                <c:pt idx="832">
                  <c:v>2024-07-18</c:v>
                </c:pt>
                <c:pt idx="833">
                  <c:v>2024-07-19</c:v>
                </c:pt>
                <c:pt idx="834">
                  <c:v>2024-07-22</c:v>
                </c:pt>
                <c:pt idx="835">
                  <c:v>2024-07-23</c:v>
                </c:pt>
                <c:pt idx="836">
                  <c:v>2024-07-24</c:v>
                </c:pt>
                <c:pt idx="837">
                  <c:v>2024-07-25</c:v>
                </c:pt>
                <c:pt idx="838">
                  <c:v>2024-07-26</c:v>
                </c:pt>
                <c:pt idx="839">
                  <c:v>2024-07-29</c:v>
                </c:pt>
                <c:pt idx="840">
                  <c:v>2024-07-30</c:v>
                </c:pt>
                <c:pt idx="841">
                  <c:v>2024-07-31</c:v>
                </c:pt>
                <c:pt idx="842">
                  <c:v>2024-08-01</c:v>
                </c:pt>
                <c:pt idx="843">
                  <c:v>2024-08-02</c:v>
                </c:pt>
                <c:pt idx="844">
                  <c:v>2024-08-05</c:v>
                </c:pt>
                <c:pt idx="845">
                  <c:v>2024-08-06</c:v>
                </c:pt>
                <c:pt idx="846">
                  <c:v>2024-08-07</c:v>
                </c:pt>
                <c:pt idx="847">
                  <c:v>2024-08-08</c:v>
                </c:pt>
                <c:pt idx="848">
                  <c:v>2024-08-09</c:v>
                </c:pt>
                <c:pt idx="849">
                  <c:v>2024-08-12</c:v>
                </c:pt>
                <c:pt idx="850">
                  <c:v>2024-08-13</c:v>
                </c:pt>
                <c:pt idx="851">
                  <c:v>2024-08-14</c:v>
                </c:pt>
                <c:pt idx="852">
                  <c:v>2024-08-16</c:v>
                </c:pt>
                <c:pt idx="853">
                  <c:v>2024-08-19</c:v>
                </c:pt>
                <c:pt idx="854">
                  <c:v>2024-08-20</c:v>
                </c:pt>
                <c:pt idx="855">
                  <c:v>2024-08-21</c:v>
                </c:pt>
                <c:pt idx="856">
                  <c:v>2024-08-22</c:v>
                </c:pt>
                <c:pt idx="857">
                  <c:v>2024-08-23</c:v>
                </c:pt>
                <c:pt idx="858">
                  <c:v>2024-08-26</c:v>
                </c:pt>
                <c:pt idx="859">
                  <c:v>2024-08-27</c:v>
                </c:pt>
                <c:pt idx="860">
                  <c:v>2024-08-28</c:v>
                </c:pt>
                <c:pt idx="861">
                  <c:v>2024-08-29</c:v>
                </c:pt>
                <c:pt idx="862">
                  <c:v>2024-08-30</c:v>
                </c:pt>
                <c:pt idx="863">
                  <c:v>2024-09-02</c:v>
                </c:pt>
                <c:pt idx="864">
                  <c:v>2024-09-03</c:v>
                </c:pt>
                <c:pt idx="865">
                  <c:v>2024-09-04</c:v>
                </c:pt>
                <c:pt idx="866">
                  <c:v>2024-09-05</c:v>
                </c:pt>
                <c:pt idx="867">
                  <c:v>2024-09-06</c:v>
                </c:pt>
                <c:pt idx="868">
                  <c:v>2024-09-09</c:v>
                </c:pt>
                <c:pt idx="869">
                  <c:v>2024-09-10</c:v>
                </c:pt>
                <c:pt idx="870">
                  <c:v>2024-09-11</c:v>
                </c:pt>
                <c:pt idx="871">
                  <c:v>2024-09-12</c:v>
                </c:pt>
                <c:pt idx="872">
                  <c:v>2024-09-13</c:v>
                </c:pt>
                <c:pt idx="873">
                  <c:v>2024-09-19</c:v>
                </c:pt>
                <c:pt idx="874">
                  <c:v>2024-09-20</c:v>
                </c:pt>
                <c:pt idx="875">
                  <c:v>2024-09-23</c:v>
                </c:pt>
                <c:pt idx="876">
                  <c:v>2024-09-24</c:v>
                </c:pt>
                <c:pt idx="877">
                  <c:v>2024-09-25</c:v>
                </c:pt>
                <c:pt idx="878">
                  <c:v>2024-09-26</c:v>
                </c:pt>
                <c:pt idx="879">
                  <c:v>2024-09-27</c:v>
                </c:pt>
                <c:pt idx="880">
                  <c:v>2024-09-30</c:v>
                </c:pt>
                <c:pt idx="881">
                  <c:v>2024-10-02</c:v>
                </c:pt>
                <c:pt idx="882">
                  <c:v>2024-10-04</c:v>
                </c:pt>
                <c:pt idx="883">
                  <c:v>2024-10-07</c:v>
                </c:pt>
                <c:pt idx="884">
                  <c:v>2024-10-08</c:v>
                </c:pt>
                <c:pt idx="885">
                  <c:v>2024-10-10</c:v>
                </c:pt>
                <c:pt idx="886">
                  <c:v>2024-10-11</c:v>
                </c:pt>
                <c:pt idx="887">
                  <c:v>2024-10-14</c:v>
                </c:pt>
                <c:pt idx="888">
                  <c:v>2024-10-15</c:v>
                </c:pt>
                <c:pt idx="889">
                  <c:v>2024-10-16</c:v>
                </c:pt>
                <c:pt idx="890">
                  <c:v>2024-10-17</c:v>
                </c:pt>
                <c:pt idx="891">
                  <c:v>2024-10-18</c:v>
                </c:pt>
                <c:pt idx="892">
                  <c:v>2024-10-21</c:v>
                </c:pt>
                <c:pt idx="893">
                  <c:v>2024-10-22</c:v>
                </c:pt>
                <c:pt idx="894">
                  <c:v>2024-10-23</c:v>
                </c:pt>
                <c:pt idx="895">
                  <c:v>2024-10-24</c:v>
                </c:pt>
                <c:pt idx="896">
                  <c:v>2024-10-25</c:v>
                </c:pt>
                <c:pt idx="897">
                  <c:v>2024-10-28</c:v>
                </c:pt>
                <c:pt idx="898">
                  <c:v>2024-10-29</c:v>
                </c:pt>
                <c:pt idx="899">
                  <c:v>2024-10-30</c:v>
                </c:pt>
                <c:pt idx="900">
                  <c:v>2024-10-31</c:v>
                </c:pt>
                <c:pt idx="901">
                  <c:v>2024-11-01</c:v>
                </c:pt>
                <c:pt idx="902">
                  <c:v>2024-11-04</c:v>
                </c:pt>
                <c:pt idx="903">
                  <c:v>2024-11-05</c:v>
                </c:pt>
                <c:pt idx="904">
                  <c:v>2024-11-06</c:v>
                </c:pt>
                <c:pt idx="905">
                  <c:v>2024-11-07</c:v>
                </c:pt>
                <c:pt idx="906">
                  <c:v>2024-11-08</c:v>
                </c:pt>
                <c:pt idx="907">
                  <c:v>2024-11-11</c:v>
                </c:pt>
                <c:pt idx="908">
                  <c:v>2024-11-12</c:v>
                </c:pt>
                <c:pt idx="909">
                  <c:v>2024-11-13</c:v>
                </c:pt>
                <c:pt idx="910">
                  <c:v>2024-11-14</c:v>
                </c:pt>
                <c:pt idx="911">
                  <c:v>2024-11-15</c:v>
                </c:pt>
                <c:pt idx="912">
                  <c:v>2024-11-18</c:v>
                </c:pt>
                <c:pt idx="913">
                  <c:v>2024-11-19</c:v>
                </c:pt>
                <c:pt idx="914">
                  <c:v>2024-11-20</c:v>
                </c:pt>
                <c:pt idx="915">
                  <c:v>2024-11-21</c:v>
                </c:pt>
                <c:pt idx="916">
                  <c:v>2024-11-22</c:v>
                </c:pt>
                <c:pt idx="917">
                  <c:v>2024-11-25</c:v>
                </c:pt>
                <c:pt idx="918">
                  <c:v>2024-11-26</c:v>
                </c:pt>
                <c:pt idx="919">
                  <c:v>2024-11-27</c:v>
                </c:pt>
                <c:pt idx="920">
                  <c:v>2024-11-28</c:v>
                </c:pt>
                <c:pt idx="921">
                  <c:v>2024-11-29</c:v>
                </c:pt>
                <c:pt idx="922">
                  <c:v>2024-12-02</c:v>
                </c:pt>
                <c:pt idx="923">
                  <c:v>2024-12-03</c:v>
                </c:pt>
                <c:pt idx="924">
                  <c:v>2024-12-04</c:v>
                </c:pt>
                <c:pt idx="925">
                  <c:v>2024-12-05</c:v>
                </c:pt>
                <c:pt idx="926">
                  <c:v>2024-12-06</c:v>
                </c:pt>
                <c:pt idx="927">
                  <c:v>2024-12-09</c:v>
                </c:pt>
                <c:pt idx="928">
                  <c:v>2024-12-10</c:v>
                </c:pt>
                <c:pt idx="929">
                  <c:v>2024-12-11</c:v>
                </c:pt>
                <c:pt idx="930">
                  <c:v>2024-12-12</c:v>
                </c:pt>
                <c:pt idx="931">
                  <c:v>2024-12-13</c:v>
                </c:pt>
                <c:pt idx="932">
                  <c:v>2024-12-16</c:v>
                </c:pt>
                <c:pt idx="933">
                  <c:v>2024-12-17</c:v>
                </c:pt>
                <c:pt idx="934">
                  <c:v>2024-12-18</c:v>
                </c:pt>
                <c:pt idx="935">
                  <c:v>2024-12-19</c:v>
                </c:pt>
                <c:pt idx="936">
                  <c:v>2024-12-20</c:v>
                </c:pt>
                <c:pt idx="937">
                  <c:v>2024-12-23</c:v>
                </c:pt>
                <c:pt idx="938">
                  <c:v>2024-12-24</c:v>
                </c:pt>
                <c:pt idx="939">
                  <c:v>2024-12-26</c:v>
                </c:pt>
                <c:pt idx="940">
                  <c:v>2024-12-27</c:v>
                </c:pt>
                <c:pt idx="941">
                  <c:v>2024-12-30</c:v>
                </c:pt>
                <c:pt idx="942">
                  <c:v>2024-12-31</c:v>
                </c:pt>
                <c:pt idx="943">
                  <c:v>2025-01-02</c:v>
                </c:pt>
                <c:pt idx="944">
                  <c:v>2025-01-03</c:v>
                </c:pt>
                <c:pt idx="945">
                  <c:v>2025-01-06</c:v>
                </c:pt>
                <c:pt idx="946">
                  <c:v>2025-01-07</c:v>
                </c:pt>
                <c:pt idx="947">
                  <c:v>2025-01-08</c:v>
                </c:pt>
                <c:pt idx="948">
                  <c:v>2025-01-09</c:v>
                </c:pt>
                <c:pt idx="949">
                  <c:v>2025-01-10</c:v>
                </c:pt>
                <c:pt idx="950">
                  <c:v>2025-01-13</c:v>
                </c:pt>
                <c:pt idx="951">
                  <c:v>2025-01-14</c:v>
                </c:pt>
                <c:pt idx="952">
                  <c:v>2025-01-15</c:v>
                </c:pt>
                <c:pt idx="953">
                  <c:v>2025-01-16</c:v>
                </c:pt>
                <c:pt idx="954">
                  <c:v>2025-01-17</c:v>
                </c:pt>
                <c:pt idx="955">
                  <c:v>2025-01-20</c:v>
                </c:pt>
                <c:pt idx="956">
                  <c:v>2025-01-21</c:v>
                </c:pt>
                <c:pt idx="957">
                  <c:v>2025-01-22</c:v>
                </c:pt>
                <c:pt idx="958">
                  <c:v>2025-01-23</c:v>
                </c:pt>
                <c:pt idx="959">
                  <c:v>2025-01-24</c:v>
                </c:pt>
                <c:pt idx="960">
                  <c:v>2025-01-31</c:v>
                </c:pt>
                <c:pt idx="961">
                  <c:v>2025-02-03</c:v>
                </c:pt>
                <c:pt idx="962">
                  <c:v>2025-02-04</c:v>
                </c:pt>
                <c:pt idx="963">
                  <c:v>2025-02-05</c:v>
                </c:pt>
                <c:pt idx="964">
                  <c:v>2025-02-06</c:v>
                </c:pt>
                <c:pt idx="965">
                  <c:v>2025-02-07</c:v>
                </c:pt>
                <c:pt idx="966">
                  <c:v>2025-02-10</c:v>
                </c:pt>
                <c:pt idx="967">
                  <c:v>2025-02-11</c:v>
                </c:pt>
                <c:pt idx="968">
                  <c:v>2025-02-12</c:v>
                </c:pt>
                <c:pt idx="969">
                  <c:v>2025-02-13</c:v>
                </c:pt>
                <c:pt idx="970">
                  <c:v>2025-02-14</c:v>
                </c:pt>
                <c:pt idx="971">
                  <c:v>2025-02-17</c:v>
                </c:pt>
                <c:pt idx="972">
                  <c:v>2025-02-18</c:v>
                </c:pt>
                <c:pt idx="973">
                  <c:v>2025-02-19</c:v>
                </c:pt>
                <c:pt idx="974">
                  <c:v>2025-02-20</c:v>
                </c:pt>
                <c:pt idx="975">
                  <c:v>2025-02-21</c:v>
                </c:pt>
                <c:pt idx="976">
                  <c:v>2025-02-24</c:v>
                </c:pt>
                <c:pt idx="977">
                  <c:v>2025-02-25</c:v>
                </c:pt>
                <c:pt idx="978">
                  <c:v>2025-02-26</c:v>
                </c:pt>
                <c:pt idx="979">
                  <c:v>2025-02-27</c:v>
                </c:pt>
                <c:pt idx="980">
                  <c:v>2025-02-28</c:v>
                </c:pt>
                <c:pt idx="981">
                  <c:v>2025-03-04</c:v>
                </c:pt>
                <c:pt idx="982">
                  <c:v>2025-03-05</c:v>
                </c:pt>
                <c:pt idx="983">
                  <c:v>2025-03-06</c:v>
                </c:pt>
                <c:pt idx="984">
                  <c:v>2025-03-07</c:v>
                </c:pt>
                <c:pt idx="985">
                  <c:v>2025-03-10</c:v>
                </c:pt>
                <c:pt idx="986">
                  <c:v>2025-03-11</c:v>
                </c:pt>
                <c:pt idx="987">
                  <c:v>2025-03-12</c:v>
                </c:pt>
                <c:pt idx="988">
                  <c:v>2025-03-13</c:v>
                </c:pt>
                <c:pt idx="989">
                  <c:v>2025-03-14</c:v>
                </c:pt>
                <c:pt idx="990">
                  <c:v>2025-03-17</c:v>
                </c:pt>
                <c:pt idx="991">
                  <c:v>2025-03-18</c:v>
                </c:pt>
                <c:pt idx="992">
                  <c:v>2025-03-19</c:v>
                </c:pt>
                <c:pt idx="993">
                  <c:v>2025-03-20</c:v>
                </c:pt>
                <c:pt idx="994">
                  <c:v>2025-03-21</c:v>
                </c:pt>
                <c:pt idx="995">
                  <c:v>2025-03-24</c:v>
                </c:pt>
                <c:pt idx="996">
                  <c:v>2025-03-25</c:v>
                </c:pt>
                <c:pt idx="997">
                  <c:v>2025-03-26</c:v>
                </c:pt>
                <c:pt idx="998">
                  <c:v>2025-03-27</c:v>
                </c:pt>
                <c:pt idx="999">
                  <c:v>2025-03-28</c:v>
                </c:pt>
                <c:pt idx="1000">
                  <c:v>2025-03-31</c:v>
                </c:pt>
                <c:pt idx="1001">
                  <c:v>2025-04-01</c:v>
                </c:pt>
                <c:pt idx="1002">
                  <c:v>2025-04-02</c:v>
                </c:pt>
                <c:pt idx="1003">
                  <c:v>2025-04-03</c:v>
                </c:pt>
                <c:pt idx="1004">
                  <c:v>2025-04-04</c:v>
                </c:pt>
                <c:pt idx="1005">
                  <c:v>2025-04-07</c:v>
                </c:pt>
                <c:pt idx="1006">
                  <c:v>2025-04-08</c:v>
                </c:pt>
                <c:pt idx="1007">
                  <c:v>2025-04-09</c:v>
                </c:pt>
                <c:pt idx="1008">
                  <c:v>2025-04-10</c:v>
                </c:pt>
                <c:pt idx="1009">
                  <c:v>2025-04-11</c:v>
                </c:pt>
                <c:pt idx="1010">
                  <c:v>2025-04-14</c:v>
                </c:pt>
                <c:pt idx="1011">
                  <c:v>2025-04-15</c:v>
                </c:pt>
                <c:pt idx="1012">
                  <c:v>2025-04-16</c:v>
                </c:pt>
                <c:pt idx="1013">
                  <c:v>2025-04-17</c:v>
                </c:pt>
                <c:pt idx="1014">
                  <c:v>2025-04-18</c:v>
                </c:pt>
                <c:pt idx="1015">
                  <c:v>2025-04-21</c:v>
                </c:pt>
                <c:pt idx="1016">
                  <c:v>2025-04-22</c:v>
                </c:pt>
                <c:pt idx="1017">
                  <c:v>2025-04-23</c:v>
                </c:pt>
                <c:pt idx="1018">
                  <c:v>2025-04-24</c:v>
                </c:pt>
                <c:pt idx="1019">
                  <c:v>2025-04-25</c:v>
                </c:pt>
                <c:pt idx="1020">
                  <c:v>2025-04-28</c:v>
                </c:pt>
                <c:pt idx="1021">
                  <c:v>2025-04-29</c:v>
                </c:pt>
                <c:pt idx="1022">
                  <c:v>2025-04-30</c:v>
                </c:pt>
                <c:pt idx="1023">
                  <c:v>2025-05-02</c:v>
                </c:pt>
                <c:pt idx="1024">
                  <c:v>2025-05-07</c:v>
                </c:pt>
                <c:pt idx="1025">
                  <c:v>2025-05-08</c:v>
                </c:pt>
                <c:pt idx="1026">
                  <c:v>2025-05-09</c:v>
                </c:pt>
                <c:pt idx="1027">
                  <c:v>2025-05-12</c:v>
                </c:pt>
                <c:pt idx="1028">
                  <c:v>2025-05-13</c:v>
                </c:pt>
                <c:pt idx="1029">
                  <c:v>2025-05-14</c:v>
                </c:pt>
                <c:pt idx="1030">
                  <c:v>2025-05-15</c:v>
                </c:pt>
                <c:pt idx="1031">
                  <c:v>2025-05-16</c:v>
                </c:pt>
                <c:pt idx="1032">
                  <c:v>2025-05-19</c:v>
                </c:pt>
                <c:pt idx="1033">
                  <c:v>2025-05-20</c:v>
                </c:pt>
                <c:pt idx="1034">
                  <c:v>2025-05-21</c:v>
                </c:pt>
                <c:pt idx="1035">
                  <c:v>2025-05-22</c:v>
                </c:pt>
                <c:pt idx="1036">
                  <c:v>2025-05-23</c:v>
                </c:pt>
                <c:pt idx="1037">
                  <c:v>2025-05-26</c:v>
                </c:pt>
                <c:pt idx="1038">
                  <c:v>2025-05-27</c:v>
                </c:pt>
                <c:pt idx="1039">
                  <c:v>2025-05-28</c:v>
                </c:pt>
                <c:pt idx="1040">
                  <c:v>2025-05-29</c:v>
                </c:pt>
                <c:pt idx="1041">
                  <c:v>2025-05-30</c:v>
                </c:pt>
                <c:pt idx="1042">
                  <c:v>2025-06-02</c:v>
                </c:pt>
                <c:pt idx="1043">
                  <c:v>2025-06-04</c:v>
                </c:pt>
                <c:pt idx="1044">
                  <c:v>2025-06-05</c:v>
                </c:pt>
                <c:pt idx="1045">
                  <c:v>2025-06-09</c:v>
                </c:pt>
                <c:pt idx="1046">
                  <c:v>2025-06-10</c:v>
                </c:pt>
                <c:pt idx="1047">
                  <c:v>2025-06-11</c:v>
                </c:pt>
                <c:pt idx="1048">
                  <c:v>2025-06-12</c:v>
                </c:pt>
                <c:pt idx="1049">
                  <c:v>2025-06-13</c:v>
                </c:pt>
                <c:pt idx="1050">
                  <c:v>2025-06-16</c:v>
                </c:pt>
                <c:pt idx="1051">
                  <c:v>2025-06-17</c:v>
                </c:pt>
                <c:pt idx="1052">
                  <c:v>2025-06-18</c:v>
                </c:pt>
                <c:pt idx="1053">
                  <c:v>2025-06-19</c:v>
                </c:pt>
                <c:pt idx="1054">
                  <c:v>2025-06-20</c:v>
                </c:pt>
                <c:pt idx="1055">
                  <c:v>2025-06-23</c:v>
                </c:pt>
                <c:pt idx="1056">
                  <c:v>2025-06-24</c:v>
                </c:pt>
                <c:pt idx="1057">
                  <c:v>2025-06-25</c:v>
                </c:pt>
                <c:pt idx="1058">
                  <c:v>2025-06-26</c:v>
                </c:pt>
                <c:pt idx="1059">
                  <c:v>2025-06-27</c:v>
                </c:pt>
                <c:pt idx="1060">
                  <c:v>2025-06-30</c:v>
                </c:pt>
                <c:pt idx="1061">
                  <c:v>2025-07-01</c:v>
                </c:pt>
                <c:pt idx="1062">
                  <c:v>2025-07-02</c:v>
                </c:pt>
                <c:pt idx="1063">
                  <c:v>2025-07-03</c:v>
                </c:pt>
                <c:pt idx="1064">
                  <c:v>2025-07-04</c:v>
                </c:pt>
                <c:pt idx="1065">
                  <c:v>2025-07-07</c:v>
                </c:pt>
                <c:pt idx="1066">
                  <c:v>2025-07-08</c:v>
                </c:pt>
                <c:pt idx="1067">
                  <c:v>2025-07-09</c:v>
                </c:pt>
                <c:pt idx="1068">
                  <c:v>2025-07-10</c:v>
                </c:pt>
                <c:pt idx="1069">
                  <c:v>2025-07-11</c:v>
                </c:pt>
                <c:pt idx="1070">
                  <c:v>2025-07-14</c:v>
                </c:pt>
                <c:pt idx="1071">
                  <c:v>2025-07-15</c:v>
                </c:pt>
                <c:pt idx="1072">
                  <c:v>2025-07-16</c:v>
                </c:pt>
                <c:pt idx="1073">
                  <c:v>2025-07-17</c:v>
                </c:pt>
                <c:pt idx="1074">
                  <c:v>2025-07-18</c:v>
                </c:pt>
                <c:pt idx="1075">
                  <c:v>2025-07-21</c:v>
                </c:pt>
                <c:pt idx="1076">
                  <c:v>2025-07-22</c:v>
                </c:pt>
                <c:pt idx="1077">
                  <c:v>2025-07-23</c:v>
                </c:pt>
                <c:pt idx="1078">
                  <c:v>2025-07-24</c:v>
                </c:pt>
                <c:pt idx="1079">
                  <c:v>2025-07-25</c:v>
                </c:pt>
                <c:pt idx="1080">
                  <c:v>2025-07-28</c:v>
                </c:pt>
                <c:pt idx="1081">
                  <c:v>2025-07-29</c:v>
                </c:pt>
                <c:pt idx="1082">
                  <c:v>2025-07-30</c:v>
                </c:pt>
                <c:pt idx="1083">
                  <c:v>2025-07-31</c:v>
                </c:pt>
                <c:pt idx="1084">
                  <c:v>2025-08-01</c:v>
                </c:pt>
                <c:pt idx="1085">
                  <c:v>2025-08-04</c:v>
                </c:pt>
                <c:pt idx="1086">
                  <c:v>2025-08-05</c:v>
                </c:pt>
                <c:pt idx="1087">
                  <c:v>2025-08-06</c:v>
                </c:pt>
                <c:pt idx="1088">
                  <c:v>2025-08-07</c:v>
                </c:pt>
                <c:pt idx="1089">
                  <c:v>2025-08-08</c:v>
                </c:pt>
                <c:pt idx="1090">
                  <c:v>2025-08-11</c:v>
                </c:pt>
                <c:pt idx="1091">
                  <c:v>2025-08-12</c:v>
                </c:pt>
                <c:pt idx="1092">
                  <c:v>2025-08-13</c:v>
                </c:pt>
                <c:pt idx="1093">
                  <c:v>2025-08-14</c:v>
                </c:pt>
                <c:pt idx="1094">
                  <c:v>2025-08-18</c:v>
                </c:pt>
                <c:pt idx="1095">
                  <c:v>2025-08-19</c:v>
                </c:pt>
                <c:pt idx="1096">
                  <c:v>2025-08-20</c:v>
                </c:pt>
                <c:pt idx="1097">
                  <c:v>2025-08-21</c:v>
                </c:pt>
                <c:pt idx="1098">
                  <c:v>2025-08-22</c:v>
                </c:pt>
                <c:pt idx="1099">
                  <c:v>2025-08-25</c:v>
                </c:pt>
                <c:pt idx="1100">
                  <c:v>2025-08-26</c:v>
                </c:pt>
                <c:pt idx="1101">
                  <c:v>2025-08-27</c:v>
                </c:pt>
                <c:pt idx="1102">
                  <c:v>2025-08-28</c:v>
                </c:pt>
                <c:pt idx="1103">
                  <c:v>2025-08-29</c:v>
                </c:pt>
                <c:pt idx="1104">
                  <c:v>2025-09-01</c:v>
                </c:pt>
                <c:pt idx="1105">
                  <c:v>2025-09-02</c:v>
                </c:pt>
                <c:pt idx="1106">
                  <c:v>2025-09-03</c:v>
                </c:pt>
                <c:pt idx="1107">
                  <c:v>2025-09-04</c:v>
                </c:pt>
                <c:pt idx="1108">
                  <c:v>2025-09-05</c:v>
                </c:pt>
                <c:pt idx="1109">
                  <c:v>2025-09-08</c:v>
                </c:pt>
                <c:pt idx="1110">
                  <c:v>2025-09-09</c:v>
                </c:pt>
                <c:pt idx="1111">
                  <c:v>2025-09-10</c:v>
                </c:pt>
                <c:pt idx="1112">
                  <c:v>2025-09-11</c:v>
                </c:pt>
                <c:pt idx="1113">
                  <c:v>2025-09-12</c:v>
                </c:pt>
                <c:pt idx="1114">
                  <c:v>2025-09-15</c:v>
                </c:pt>
                <c:pt idx="1115">
                  <c:v>2025-09-16</c:v>
                </c:pt>
                <c:pt idx="1116">
                  <c:v>2025-09-17</c:v>
                </c:pt>
                <c:pt idx="1117">
                  <c:v>2025-09-18</c:v>
                </c:pt>
                <c:pt idx="1118">
                  <c:v>2025-09-19</c:v>
                </c:pt>
                <c:pt idx="1119">
                  <c:v>2025-09-22</c:v>
                </c:pt>
                <c:pt idx="1120">
                  <c:v>2025-09-23</c:v>
                </c:pt>
                <c:pt idx="1121">
                  <c:v>2025-09-24</c:v>
                </c:pt>
                <c:pt idx="1122">
                  <c:v>2025-09-25</c:v>
                </c:pt>
                <c:pt idx="1123">
                  <c:v>2025-09-26</c:v>
                </c:pt>
                <c:pt idx="1124">
                  <c:v>2025-09-29</c:v>
                </c:pt>
                <c:pt idx="1125">
                  <c:v>2025-09-30</c:v>
                </c:pt>
                <c:pt idx="1126">
                  <c:v>2025-10-01</c:v>
                </c:pt>
                <c:pt idx="1127">
                  <c:v>2025-10-02</c:v>
                </c:pt>
                <c:pt idx="1128">
                  <c:v>2025-10-10</c:v>
                </c:pt>
                <c:pt idx="1129">
                  <c:v>2025-10-13</c:v>
                </c:pt>
                <c:pt idx="1130">
                  <c:v>2025-10-14</c:v>
                </c:pt>
                <c:pt idx="1131">
                  <c:v>2025-10-15</c:v>
                </c:pt>
                <c:pt idx="1132">
                  <c:v>2025-10-16</c:v>
                </c:pt>
                <c:pt idx="1133">
                  <c:v>2025-10-17</c:v>
                </c:pt>
                <c:pt idx="1134">
                  <c:v>2025-10-20</c:v>
                </c:pt>
                <c:pt idx="1135">
                  <c:v>2025-10-21</c:v>
                </c:pt>
                <c:pt idx="1136">
                  <c:v>2025-10-22</c:v>
                </c:pt>
                <c:pt idx="1137">
                  <c:v>2025-10-23</c:v>
                </c:pt>
                <c:pt idx="1138">
                  <c:v>2025-10-24</c:v>
                </c:pt>
                <c:pt idx="1139">
                  <c:v>2025-10-27</c:v>
                </c:pt>
                <c:pt idx="1140">
                  <c:v>2025-10-28</c:v>
                </c:pt>
                <c:pt idx="1141">
                  <c:v>2025-10-29</c:v>
                </c:pt>
                <c:pt idx="1142">
                  <c:v>2025-10-30</c:v>
                </c:pt>
                <c:pt idx="1143">
                  <c:v>2025-10-31</c:v>
                </c:pt>
                <c:pt idx="1144">
                  <c:v>2025-11-03</c:v>
                </c:pt>
                <c:pt idx="1145">
                  <c:v>2025-11-04</c:v>
                </c:pt>
                <c:pt idx="1146">
                  <c:v>2025-11-05</c:v>
                </c:pt>
                <c:pt idx="1147">
                  <c:v>2025-11-06</c:v>
                </c:pt>
                <c:pt idx="1148">
                  <c:v>2025-11-07</c:v>
                </c:pt>
                <c:pt idx="1149">
                  <c:v>2025-11-10</c:v>
                </c:pt>
                <c:pt idx="1150">
                  <c:v>2025-11-11</c:v>
                </c:pt>
                <c:pt idx="1151">
                  <c:v>2025-11-12</c:v>
                </c:pt>
                <c:pt idx="1152">
                  <c:v>2025-11-13</c:v>
                </c:pt>
                <c:pt idx="1153">
                  <c:v>2025-11-14</c:v>
                </c:pt>
                <c:pt idx="1154">
                  <c:v>2025-11-17</c:v>
                </c:pt>
                <c:pt idx="1155">
                  <c:v>2025-11-18</c:v>
                </c:pt>
                <c:pt idx="1156">
                  <c:v>2025-11-19</c:v>
                </c:pt>
                <c:pt idx="1157">
                  <c:v>2025-11-20</c:v>
                </c:pt>
                <c:pt idx="1158">
                  <c:v>2025-11-21</c:v>
                </c:pt>
                <c:pt idx="1159">
                  <c:v>2025-11-24</c:v>
                </c:pt>
                <c:pt idx="1160">
                  <c:v>2025-11-25</c:v>
                </c:pt>
                <c:pt idx="1161">
                  <c:v>2025-11-26</c:v>
                </c:pt>
                <c:pt idx="1162">
                  <c:v>2025-11-27</c:v>
                </c:pt>
                <c:pt idx="1163">
                  <c:v>2025-11-28</c:v>
                </c:pt>
                <c:pt idx="1164">
                  <c:v>2025-12-01</c:v>
                </c:pt>
                <c:pt idx="1165">
                  <c:v>2025-12-02</c:v>
                </c:pt>
                <c:pt idx="1166">
                  <c:v>2025-12-03</c:v>
                </c:pt>
                <c:pt idx="1167">
                  <c:v>2025-12-04</c:v>
                </c:pt>
                <c:pt idx="1168">
                  <c:v>2025-12-05</c:v>
                </c:pt>
                <c:pt idx="1169">
                  <c:v>2025-12-08</c:v>
                </c:pt>
                <c:pt idx="1170">
                  <c:v>2025-12-09</c:v>
                </c:pt>
                <c:pt idx="1171">
                  <c:v>2025-12-10</c:v>
                </c:pt>
                <c:pt idx="1172">
                  <c:v>2025-12-11</c:v>
                </c:pt>
                <c:pt idx="1173">
                  <c:v>2025-12-12</c:v>
                </c:pt>
                <c:pt idx="1174">
                  <c:v>2025-12-15</c:v>
                </c:pt>
                <c:pt idx="1175">
                  <c:v>2025-12-16</c:v>
                </c:pt>
                <c:pt idx="1176">
                  <c:v>2025-12-17</c:v>
                </c:pt>
                <c:pt idx="1177">
                  <c:v>2025-12-18</c:v>
                </c:pt>
                <c:pt idx="1178">
                  <c:v>2025-12-19</c:v>
                </c:pt>
                <c:pt idx="1179">
                  <c:v>2025-12-22</c:v>
                </c:pt>
                <c:pt idx="1180">
                  <c:v>2025-12-23</c:v>
                </c:pt>
                <c:pt idx="1181">
                  <c:v>2025-12-24</c:v>
                </c:pt>
                <c:pt idx="1182">
                  <c:v>2025-12-26</c:v>
                </c:pt>
                <c:pt idx="1183">
                  <c:v>2025-12-29</c:v>
                </c:pt>
                <c:pt idx="1184">
                  <c:v>2025-12-30</c:v>
                </c:pt>
                <c:pt idx="1185">
                  <c:v>2025-12-31</c:v>
                </c:pt>
                <c:pt idx="1186">
                  <c:v>2026-01-02</c:v>
                </c:pt>
                <c:pt idx="1187">
                  <c:v>2026-01-05</c:v>
                </c:pt>
                <c:pt idx="1188">
                  <c:v>2026-01-06</c:v>
                </c:pt>
                <c:pt idx="1189">
                  <c:v>2026-01-07</c:v>
                </c:pt>
                <c:pt idx="1190">
                  <c:v>2026-01-08</c:v>
                </c:pt>
                <c:pt idx="1191">
                  <c:v>2026-01-09</c:v>
                </c:pt>
                <c:pt idx="1192">
                  <c:v>2026-01-12</c:v>
                </c:pt>
                <c:pt idx="1193">
                  <c:v>2026-01-13</c:v>
                </c:pt>
                <c:pt idx="1194">
                  <c:v>2026-01-14</c:v>
                </c:pt>
                <c:pt idx="1195">
                  <c:v>2026-01-15</c:v>
                </c:pt>
                <c:pt idx="1196">
                  <c:v>2026-01-16</c:v>
                </c:pt>
                <c:pt idx="1197">
                  <c:v>2026-01-19</c:v>
                </c:pt>
                <c:pt idx="1198">
                  <c:v>2026-01-20</c:v>
                </c:pt>
                <c:pt idx="1199">
                  <c:v>2026-01-21</c:v>
                </c:pt>
                <c:pt idx="1200">
                  <c:v>2026-01-22</c:v>
                </c:pt>
                <c:pt idx="1201">
                  <c:v>2026-01-23</c:v>
                </c:pt>
                <c:pt idx="1202">
                  <c:v>2026-01-26</c:v>
                </c:pt>
                <c:pt idx="1203">
                  <c:v>2026-01-27</c:v>
                </c:pt>
                <c:pt idx="1204">
                  <c:v>2026-01-28</c:v>
                </c:pt>
                <c:pt idx="1205">
                  <c:v>2026-01-29</c:v>
                </c:pt>
                <c:pt idx="1206">
                  <c:v>2026-01-30</c:v>
                </c:pt>
              </c:strCache>
            </c:strRef>
          </c:cat>
          <c:val>
            <c:numRef>
              <c:f>Sheet1!$B$2:$B$1208</c:f>
              <c:numCache>
                <c:formatCode>General</c:formatCode>
                <c:ptCount val="1207"/>
                <c:pt idx="0">
                  <c:v>0.68899999999999995</c:v>
                </c:pt>
                <c:pt idx="1">
                  <c:v>0.68400000000000005</c:v>
                </c:pt>
                <c:pt idx="2">
                  <c:v>0.68799999999999994</c:v>
                </c:pt>
                <c:pt idx="3">
                  <c:v>0.69099999999999995</c:v>
                </c:pt>
                <c:pt idx="4">
                  <c:v>0.68500000000000005</c:v>
                </c:pt>
                <c:pt idx="5">
                  <c:v>0.68600000000000005</c:v>
                </c:pt>
                <c:pt idx="6">
                  <c:v>0.68200000000000005</c:v>
                </c:pt>
                <c:pt idx="7">
                  <c:v>0.68700000000000006</c:v>
                </c:pt>
                <c:pt idx="8">
                  <c:v>0.68600000000000005</c:v>
                </c:pt>
                <c:pt idx="9">
                  <c:v>0.68700000000000006</c:v>
                </c:pt>
                <c:pt idx="10">
                  <c:v>0.68200000000000005</c:v>
                </c:pt>
                <c:pt idx="11">
                  <c:v>0.68100000000000005</c:v>
                </c:pt>
                <c:pt idx="12">
                  <c:v>0.68400000000000005</c:v>
                </c:pt>
                <c:pt idx="13">
                  <c:v>0.68600000000000005</c:v>
                </c:pt>
                <c:pt idx="14">
                  <c:v>0.69199999999999995</c:v>
                </c:pt>
                <c:pt idx="15">
                  <c:v>0.69</c:v>
                </c:pt>
                <c:pt idx="16">
                  <c:v>0.69299999999999995</c:v>
                </c:pt>
                <c:pt idx="17">
                  <c:v>0.69299999999999995</c:v>
                </c:pt>
                <c:pt idx="18">
                  <c:v>0.69699999999999995</c:v>
                </c:pt>
                <c:pt idx="19">
                  <c:v>0.68400000000000005</c:v>
                </c:pt>
                <c:pt idx="20">
                  <c:v>0.68</c:v>
                </c:pt>
                <c:pt idx="21">
                  <c:v>0.67100000000000004</c:v>
                </c:pt>
                <c:pt idx="22">
                  <c:v>0.66700000000000004</c:v>
                </c:pt>
                <c:pt idx="23">
                  <c:v>0.65700000000000003</c:v>
                </c:pt>
                <c:pt idx="24">
                  <c:v>0.65600000000000003</c:v>
                </c:pt>
                <c:pt idx="25">
                  <c:v>0.64800000000000002</c:v>
                </c:pt>
                <c:pt idx="26">
                  <c:v>0.65800000000000003</c:v>
                </c:pt>
                <c:pt idx="27">
                  <c:v>0.65700000000000003</c:v>
                </c:pt>
                <c:pt idx="28">
                  <c:v>0.65100000000000002</c:v>
                </c:pt>
                <c:pt idx="29">
                  <c:v>0.64900000000000002</c:v>
                </c:pt>
                <c:pt idx="30">
                  <c:v>0.64200000000000002</c:v>
                </c:pt>
                <c:pt idx="31">
                  <c:v>0.64100000000000001</c:v>
                </c:pt>
                <c:pt idx="32">
                  <c:v>0.64400000000000002</c:v>
                </c:pt>
                <c:pt idx="33">
                  <c:v>0.64200000000000002</c:v>
                </c:pt>
                <c:pt idx="34">
                  <c:v>0.63800000000000001</c:v>
                </c:pt>
                <c:pt idx="35">
                  <c:v>0.63900000000000001</c:v>
                </c:pt>
                <c:pt idx="36">
                  <c:v>0.64</c:v>
                </c:pt>
                <c:pt idx="37">
                  <c:v>0.64200000000000002</c:v>
                </c:pt>
                <c:pt idx="38">
                  <c:v>0.64200000000000002</c:v>
                </c:pt>
                <c:pt idx="39">
                  <c:v>0.63900000000000001</c:v>
                </c:pt>
                <c:pt idx="40">
                  <c:v>0.627</c:v>
                </c:pt>
                <c:pt idx="41">
                  <c:v>0.624</c:v>
                </c:pt>
                <c:pt idx="42">
                  <c:v>0.61899999999999999</c:v>
                </c:pt>
                <c:pt idx="43">
                  <c:v>0.61199999999999999</c:v>
                </c:pt>
                <c:pt idx="44">
                  <c:v>0.61</c:v>
                </c:pt>
                <c:pt idx="45">
                  <c:v>0.61</c:v>
                </c:pt>
                <c:pt idx="46">
                  <c:v>0.60899999999999999</c:v>
                </c:pt>
                <c:pt idx="47">
                  <c:v>0.6</c:v>
                </c:pt>
                <c:pt idx="48">
                  <c:v>0.59899999999999998</c:v>
                </c:pt>
                <c:pt idx="49">
                  <c:v>0.59799999999999998</c:v>
                </c:pt>
                <c:pt idx="50">
                  <c:v>0.59299999999999997</c:v>
                </c:pt>
                <c:pt idx="51">
                  <c:v>0.59299999999999997</c:v>
                </c:pt>
                <c:pt idx="52">
                  <c:v>0.59299999999999997</c:v>
                </c:pt>
                <c:pt idx="53">
                  <c:v>0.59699999999999998</c:v>
                </c:pt>
                <c:pt idx="54">
                  <c:v>0.59099999999999997</c:v>
                </c:pt>
                <c:pt idx="55">
                  <c:v>0.61099999999999999</c:v>
                </c:pt>
                <c:pt idx="56">
                  <c:v>0.63300000000000001</c:v>
                </c:pt>
                <c:pt idx="57">
                  <c:v>0.629</c:v>
                </c:pt>
                <c:pt idx="58">
                  <c:v>0.63200000000000001</c:v>
                </c:pt>
                <c:pt idx="59">
                  <c:v>0.63100000000000001</c:v>
                </c:pt>
                <c:pt idx="60">
                  <c:v>0.63900000000000001</c:v>
                </c:pt>
                <c:pt idx="61">
                  <c:v>0.64300000000000002</c:v>
                </c:pt>
                <c:pt idx="62">
                  <c:v>0.64400000000000002</c:v>
                </c:pt>
                <c:pt idx="63">
                  <c:v>0.65300000000000002</c:v>
                </c:pt>
                <c:pt idx="64">
                  <c:v>0.71899999999999997</c:v>
                </c:pt>
                <c:pt idx="65">
                  <c:v>0.76100000000000001</c:v>
                </c:pt>
                <c:pt idx="66">
                  <c:v>0.81399999999999995</c:v>
                </c:pt>
                <c:pt idx="67">
                  <c:v>0.84899999999999998</c:v>
                </c:pt>
                <c:pt idx="68">
                  <c:v>0.879</c:v>
                </c:pt>
                <c:pt idx="69">
                  <c:v>0.89700000000000002</c:v>
                </c:pt>
                <c:pt idx="70">
                  <c:v>0.88900000000000001</c:v>
                </c:pt>
                <c:pt idx="71">
                  <c:v>0.88800000000000001</c:v>
                </c:pt>
                <c:pt idx="72">
                  <c:v>0.877</c:v>
                </c:pt>
                <c:pt idx="73">
                  <c:v>0.86899999999999999</c:v>
                </c:pt>
                <c:pt idx="74">
                  <c:v>0.88800000000000001</c:v>
                </c:pt>
                <c:pt idx="75">
                  <c:v>0.90800000000000003</c:v>
                </c:pt>
                <c:pt idx="76">
                  <c:v>0.94299999999999995</c:v>
                </c:pt>
                <c:pt idx="77">
                  <c:v>0.95799999999999996</c:v>
                </c:pt>
                <c:pt idx="78">
                  <c:v>0.95499999999999996</c:v>
                </c:pt>
                <c:pt idx="79">
                  <c:v>0.95499999999999996</c:v>
                </c:pt>
                <c:pt idx="80">
                  <c:v>0.95599999999999996</c:v>
                </c:pt>
                <c:pt idx="81">
                  <c:v>0.94099999999999995</c:v>
                </c:pt>
                <c:pt idx="82">
                  <c:v>0.93700000000000006</c:v>
                </c:pt>
                <c:pt idx="83">
                  <c:v>0.90400000000000003</c:v>
                </c:pt>
                <c:pt idx="84">
                  <c:v>0.86599999999999999</c:v>
                </c:pt>
                <c:pt idx="85">
                  <c:v>0.85699999999999998</c:v>
                </c:pt>
                <c:pt idx="86">
                  <c:v>0.85199999999999998</c:v>
                </c:pt>
                <c:pt idx="87">
                  <c:v>0.85699999999999998</c:v>
                </c:pt>
                <c:pt idx="88">
                  <c:v>0.85</c:v>
                </c:pt>
                <c:pt idx="89">
                  <c:v>0.90600000000000003</c:v>
                </c:pt>
                <c:pt idx="90">
                  <c:v>0.92200000000000004</c:v>
                </c:pt>
                <c:pt idx="91">
                  <c:v>0.93</c:v>
                </c:pt>
                <c:pt idx="92">
                  <c:v>0.91700000000000004</c:v>
                </c:pt>
                <c:pt idx="93">
                  <c:v>0.90800000000000003</c:v>
                </c:pt>
                <c:pt idx="94">
                  <c:v>0.91500000000000004</c:v>
                </c:pt>
                <c:pt idx="95">
                  <c:v>0.91700000000000004</c:v>
                </c:pt>
                <c:pt idx="96">
                  <c:v>0.91200000000000003</c:v>
                </c:pt>
                <c:pt idx="97">
                  <c:v>0.91600000000000004</c:v>
                </c:pt>
                <c:pt idx="98">
                  <c:v>0.93400000000000005</c:v>
                </c:pt>
                <c:pt idx="99">
                  <c:v>0.94099999999999995</c:v>
                </c:pt>
                <c:pt idx="100">
                  <c:v>0.93600000000000005</c:v>
                </c:pt>
                <c:pt idx="101">
                  <c:v>0.94399999999999995</c:v>
                </c:pt>
                <c:pt idx="102">
                  <c:v>0.95199999999999996</c:v>
                </c:pt>
                <c:pt idx="103">
                  <c:v>0.94399999999999995</c:v>
                </c:pt>
                <c:pt idx="104">
                  <c:v>0.94899999999999995</c:v>
                </c:pt>
                <c:pt idx="105">
                  <c:v>0.97199999999999998</c:v>
                </c:pt>
                <c:pt idx="106">
                  <c:v>0.97799999999999998</c:v>
                </c:pt>
                <c:pt idx="107">
                  <c:v>0.97799999999999998</c:v>
                </c:pt>
                <c:pt idx="108">
                  <c:v>0.97699999999999998</c:v>
                </c:pt>
                <c:pt idx="109">
                  <c:v>0.98599999999999999</c:v>
                </c:pt>
                <c:pt idx="110">
                  <c:v>0.99399999999999999</c:v>
                </c:pt>
                <c:pt idx="111">
                  <c:v>0.99399999999999999</c:v>
                </c:pt>
                <c:pt idx="112">
                  <c:v>0.99299999999999999</c:v>
                </c:pt>
                <c:pt idx="113">
                  <c:v>0.98899999999999999</c:v>
                </c:pt>
                <c:pt idx="114">
                  <c:v>0.999</c:v>
                </c:pt>
                <c:pt idx="115">
                  <c:v>1.0149999999999999</c:v>
                </c:pt>
                <c:pt idx="116">
                  <c:v>1.042</c:v>
                </c:pt>
                <c:pt idx="117">
                  <c:v>1.05</c:v>
                </c:pt>
                <c:pt idx="118">
                  <c:v>1.0589999999999999</c:v>
                </c:pt>
                <c:pt idx="119">
                  <c:v>1.0680000000000001</c:v>
                </c:pt>
                <c:pt idx="120">
                  <c:v>1.0640000000000001</c:v>
                </c:pt>
                <c:pt idx="121">
                  <c:v>1.0640000000000001</c:v>
                </c:pt>
                <c:pt idx="122">
                  <c:v>1.0660000000000001</c:v>
                </c:pt>
                <c:pt idx="123">
                  <c:v>1.046</c:v>
                </c:pt>
                <c:pt idx="124">
                  <c:v>1.0429999999999999</c:v>
                </c:pt>
                <c:pt idx="125">
                  <c:v>1.0429999999999999</c:v>
                </c:pt>
                <c:pt idx="126">
                  <c:v>1.0409999999999999</c:v>
                </c:pt>
                <c:pt idx="127">
                  <c:v>1.0469999999999999</c:v>
                </c:pt>
                <c:pt idx="128">
                  <c:v>1.0609999999999999</c:v>
                </c:pt>
                <c:pt idx="129">
                  <c:v>1.0740000000000001</c:v>
                </c:pt>
                <c:pt idx="130">
                  <c:v>1.0860000000000001</c:v>
                </c:pt>
                <c:pt idx="131">
                  <c:v>1.0900000000000001</c:v>
                </c:pt>
                <c:pt idx="132">
                  <c:v>1.073</c:v>
                </c:pt>
                <c:pt idx="133">
                  <c:v>1.0780000000000001</c:v>
                </c:pt>
                <c:pt idx="134">
                  <c:v>1.0820000000000001</c:v>
                </c:pt>
                <c:pt idx="135">
                  <c:v>1.0860000000000001</c:v>
                </c:pt>
                <c:pt idx="136">
                  <c:v>1.085</c:v>
                </c:pt>
                <c:pt idx="137">
                  <c:v>1.081</c:v>
                </c:pt>
                <c:pt idx="138">
                  <c:v>1.103</c:v>
                </c:pt>
                <c:pt idx="139">
                  <c:v>1.1000000000000001</c:v>
                </c:pt>
                <c:pt idx="140">
                  <c:v>1.0960000000000001</c:v>
                </c:pt>
                <c:pt idx="141">
                  <c:v>1.1020000000000001</c:v>
                </c:pt>
                <c:pt idx="142">
                  <c:v>1.1020000000000001</c:v>
                </c:pt>
                <c:pt idx="143">
                  <c:v>1.137</c:v>
                </c:pt>
                <c:pt idx="144">
                  <c:v>1.1259999999999999</c:v>
                </c:pt>
                <c:pt idx="145">
                  <c:v>1.1240000000000001</c:v>
                </c:pt>
                <c:pt idx="146">
                  <c:v>1.1559999999999999</c:v>
                </c:pt>
                <c:pt idx="147">
                  <c:v>1.151</c:v>
                </c:pt>
                <c:pt idx="148">
                  <c:v>1.1419999999999999</c:v>
                </c:pt>
                <c:pt idx="149">
                  <c:v>1.135</c:v>
                </c:pt>
                <c:pt idx="150">
                  <c:v>1.161</c:v>
                </c:pt>
                <c:pt idx="151">
                  <c:v>1.157</c:v>
                </c:pt>
                <c:pt idx="152">
                  <c:v>1.151</c:v>
                </c:pt>
                <c:pt idx="153">
                  <c:v>1.1439999999999999</c:v>
                </c:pt>
                <c:pt idx="154">
                  <c:v>1.17</c:v>
                </c:pt>
                <c:pt idx="155">
                  <c:v>1.1839999999999999</c:v>
                </c:pt>
                <c:pt idx="156">
                  <c:v>1.216</c:v>
                </c:pt>
                <c:pt idx="157">
                  <c:v>1.2989999999999999</c:v>
                </c:pt>
                <c:pt idx="158">
                  <c:v>1.32</c:v>
                </c:pt>
                <c:pt idx="159">
                  <c:v>1.41</c:v>
                </c:pt>
                <c:pt idx="160">
                  <c:v>1.4710000000000001</c:v>
                </c:pt>
                <c:pt idx="161">
                  <c:v>1.456</c:v>
                </c:pt>
                <c:pt idx="162">
                  <c:v>1.4379999999999999</c:v>
                </c:pt>
                <c:pt idx="163">
                  <c:v>1.429</c:v>
                </c:pt>
                <c:pt idx="164">
                  <c:v>1.397</c:v>
                </c:pt>
                <c:pt idx="165">
                  <c:v>1.37</c:v>
                </c:pt>
                <c:pt idx="166">
                  <c:v>1.3320000000000001</c:v>
                </c:pt>
                <c:pt idx="167">
                  <c:v>1.32</c:v>
                </c:pt>
                <c:pt idx="168">
                  <c:v>1.3169999999999999</c:v>
                </c:pt>
                <c:pt idx="169">
                  <c:v>1.3140000000000001</c:v>
                </c:pt>
                <c:pt idx="170">
                  <c:v>1.294</c:v>
                </c:pt>
                <c:pt idx="171">
                  <c:v>1.3049999999999999</c:v>
                </c:pt>
                <c:pt idx="172">
                  <c:v>1.298</c:v>
                </c:pt>
                <c:pt idx="173">
                  <c:v>1.29</c:v>
                </c:pt>
                <c:pt idx="174">
                  <c:v>1.292</c:v>
                </c:pt>
                <c:pt idx="175">
                  <c:v>1.3069999999999999</c:v>
                </c:pt>
                <c:pt idx="176">
                  <c:v>1.3180000000000001</c:v>
                </c:pt>
                <c:pt idx="177">
                  <c:v>1.323</c:v>
                </c:pt>
                <c:pt idx="178">
                  <c:v>1.3049999999999999</c:v>
                </c:pt>
                <c:pt idx="179">
                  <c:v>1.288</c:v>
                </c:pt>
                <c:pt idx="180">
                  <c:v>1.2969999999999999</c:v>
                </c:pt>
                <c:pt idx="181">
                  <c:v>1.292</c:v>
                </c:pt>
                <c:pt idx="182">
                  <c:v>1.319</c:v>
                </c:pt>
                <c:pt idx="183">
                  <c:v>1.327</c:v>
                </c:pt>
                <c:pt idx="184">
                  <c:v>1.343</c:v>
                </c:pt>
                <c:pt idx="185">
                  <c:v>1.3280000000000001</c:v>
                </c:pt>
                <c:pt idx="186">
                  <c:v>1.33</c:v>
                </c:pt>
                <c:pt idx="187">
                  <c:v>1.32</c:v>
                </c:pt>
                <c:pt idx="188">
                  <c:v>1.3220000000000001</c:v>
                </c:pt>
                <c:pt idx="189">
                  <c:v>1.329</c:v>
                </c:pt>
                <c:pt idx="190">
                  <c:v>1.3280000000000001</c:v>
                </c:pt>
                <c:pt idx="191">
                  <c:v>1.3220000000000001</c:v>
                </c:pt>
                <c:pt idx="192">
                  <c:v>1.32</c:v>
                </c:pt>
                <c:pt idx="193">
                  <c:v>1.2849999999999999</c:v>
                </c:pt>
                <c:pt idx="194">
                  <c:v>1.276</c:v>
                </c:pt>
                <c:pt idx="195">
                  <c:v>1.2709999999999999</c:v>
                </c:pt>
                <c:pt idx="196">
                  <c:v>1.2809999999999999</c:v>
                </c:pt>
                <c:pt idx="197">
                  <c:v>1.3009999999999999</c:v>
                </c:pt>
                <c:pt idx="198">
                  <c:v>1.3280000000000001</c:v>
                </c:pt>
                <c:pt idx="199">
                  <c:v>1.327</c:v>
                </c:pt>
                <c:pt idx="200">
                  <c:v>1.3260000000000001</c:v>
                </c:pt>
                <c:pt idx="201">
                  <c:v>1.3380000000000001</c:v>
                </c:pt>
                <c:pt idx="202">
                  <c:v>1.3380000000000001</c:v>
                </c:pt>
                <c:pt idx="203">
                  <c:v>1.349</c:v>
                </c:pt>
                <c:pt idx="204">
                  <c:v>1.35</c:v>
                </c:pt>
                <c:pt idx="205">
                  <c:v>1.363</c:v>
                </c:pt>
                <c:pt idx="206">
                  <c:v>1.37</c:v>
                </c:pt>
                <c:pt idx="207">
                  <c:v>1.341</c:v>
                </c:pt>
                <c:pt idx="208">
                  <c:v>1.3939999999999999</c:v>
                </c:pt>
                <c:pt idx="209">
                  <c:v>1.397</c:v>
                </c:pt>
                <c:pt idx="210">
                  <c:v>1.417</c:v>
                </c:pt>
                <c:pt idx="211">
                  <c:v>1.417</c:v>
                </c:pt>
                <c:pt idx="212">
                  <c:v>1.4039999999999999</c:v>
                </c:pt>
                <c:pt idx="213">
                  <c:v>1.4039999999999999</c:v>
                </c:pt>
                <c:pt idx="214">
                  <c:v>1.431</c:v>
                </c:pt>
                <c:pt idx="215">
                  <c:v>1.4550000000000001</c:v>
                </c:pt>
                <c:pt idx="216">
                  <c:v>1.448</c:v>
                </c:pt>
                <c:pt idx="217">
                  <c:v>1.4330000000000001</c:v>
                </c:pt>
                <c:pt idx="218">
                  <c:v>1.444</c:v>
                </c:pt>
                <c:pt idx="219">
                  <c:v>1.4430000000000001</c:v>
                </c:pt>
                <c:pt idx="220">
                  <c:v>1.4379999999999999</c:v>
                </c:pt>
                <c:pt idx="221">
                  <c:v>1.4530000000000001</c:v>
                </c:pt>
                <c:pt idx="222">
                  <c:v>1.4550000000000001</c:v>
                </c:pt>
                <c:pt idx="223">
                  <c:v>1.4730000000000001</c:v>
                </c:pt>
                <c:pt idx="224">
                  <c:v>1.4630000000000001</c:v>
                </c:pt>
                <c:pt idx="225">
                  <c:v>1.452</c:v>
                </c:pt>
                <c:pt idx="226">
                  <c:v>1.4670000000000001</c:v>
                </c:pt>
                <c:pt idx="227">
                  <c:v>1.47</c:v>
                </c:pt>
                <c:pt idx="228">
                  <c:v>1.47</c:v>
                </c:pt>
                <c:pt idx="229">
                  <c:v>1.46</c:v>
                </c:pt>
                <c:pt idx="230">
                  <c:v>1.4550000000000001</c:v>
                </c:pt>
                <c:pt idx="231">
                  <c:v>1.4750000000000001</c:v>
                </c:pt>
                <c:pt idx="232">
                  <c:v>1.474</c:v>
                </c:pt>
                <c:pt idx="233">
                  <c:v>1.4830000000000001</c:v>
                </c:pt>
                <c:pt idx="234">
                  <c:v>1.478</c:v>
                </c:pt>
                <c:pt idx="235">
                  <c:v>1.4810000000000001</c:v>
                </c:pt>
                <c:pt idx="236">
                  <c:v>1.496</c:v>
                </c:pt>
                <c:pt idx="237">
                  <c:v>1.502</c:v>
                </c:pt>
                <c:pt idx="238">
                  <c:v>1.492</c:v>
                </c:pt>
                <c:pt idx="239">
                  <c:v>1.5</c:v>
                </c:pt>
                <c:pt idx="240">
                  <c:v>1.4850000000000001</c:v>
                </c:pt>
                <c:pt idx="241">
                  <c:v>1.498</c:v>
                </c:pt>
                <c:pt idx="242">
                  <c:v>1.5029999999999999</c:v>
                </c:pt>
                <c:pt idx="243">
                  <c:v>1.4870000000000001</c:v>
                </c:pt>
                <c:pt idx="244">
                  <c:v>1.512</c:v>
                </c:pt>
                <c:pt idx="245">
                  <c:v>1.5029999999999999</c:v>
                </c:pt>
                <c:pt idx="246">
                  <c:v>1.5149999999999999</c:v>
                </c:pt>
                <c:pt idx="247">
                  <c:v>1.5069999999999999</c:v>
                </c:pt>
                <c:pt idx="248">
                  <c:v>1.504</c:v>
                </c:pt>
                <c:pt idx="249">
                  <c:v>1.546</c:v>
                </c:pt>
                <c:pt idx="250">
                  <c:v>1.56</c:v>
                </c:pt>
                <c:pt idx="251">
                  <c:v>1.548</c:v>
                </c:pt>
                <c:pt idx="252">
                  <c:v>1.5389999999999999</c:v>
                </c:pt>
                <c:pt idx="253">
                  <c:v>1.508</c:v>
                </c:pt>
                <c:pt idx="254">
                  <c:v>1.5109999999999999</c:v>
                </c:pt>
                <c:pt idx="255">
                  <c:v>1.5229999999999999</c:v>
                </c:pt>
                <c:pt idx="256">
                  <c:v>1.569</c:v>
                </c:pt>
                <c:pt idx="257">
                  <c:v>1.585</c:v>
                </c:pt>
                <c:pt idx="258">
                  <c:v>1.593</c:v>
                </c:pt>
                <c:pt idx="259">
                  <c:v>1.6319999999999999</c:v>
                </c:pt>
                <c:pt idx="260">
                  <c:v>1.75</c:v>
                </c:pt>
                <c:pt idx="261">
                  <c:v>1.802</c:v>
                </c:pt>
                <c:pt idx="262">
                  <c:v>1.792</c:v>
                </c:pt>
                <c:pt idx="263">
                  <c:v>1.8149999999999999</c:v>
                </c:pt>
                <c:pt idx="264">
                  <c:v>1.823</c:v>
                </c:pt>
                <c:pt idx="265">
                  <c:v>1.8440000000000001</c:v>
                </c:pt>
                <c:pt idx="266">
                  <c:v>1.8520000000000001</c:v>
                </c:pt>
                <c:pt idx="267">
                  <c:v>1.923</c:v>
                </c:pt>
                <c:pt idx="268">
                  <c:v>2.012</c:v>
                </c:pt>
                <c:pt idx="269">
                  <c:v>2.0840000000000001</c:v>
                </c:pt>
                <c:pt idx="270">
                  <c:v>2.2229999999999999</c:v>
                </c:pt>
                <c:pt idx="271">
                  <c:v>2.2240000000000002</c:v>
                </c:pt>
                <c:pt idx="272">
                  <c:v>2.1520000000000001</c:v>
                </c:pt>
                <c:pt idx="273">
                  <c:v>2.0760000000000001</c:v>
                </c:pt>
                <c:pt idx="274">
                  <c:v>2.0230000000000001</c:v>
                </c:pt>
                <c:pt idx="275">
                  <c:v>2.012</c:v>
                </c:pt>
                <c:pt idx="276">
                  <c:v>1.9950000000000001</c:v>
                </c:pt>
                <c:pt idx="277">
                  <c:v>1.9970000000000001</c:v>
                </c:pt>
                <c:pt idx="278">
                  <c:v>1.9910000000000001</c:v>
                </c:pt>
                <c:pt idx="279">
                  <c:v>1.998</c:v>
                </c:pt>
                <c:pt idx="280">
                  <c:v>1.972</c:v>
                </c:pt>
                <c:pt idx="281">
                  <c:v>1.9630000000000001</c:v>
                </c:pt>
                <c:pt idx="282">
                  <c:v>1.958</c:v>
                </c:pt>
                <c:pt idx="283">
                  <c:v>1.96</c:v>
                </c:pt>
                <c:pt idx="284">
                  <c:v>1.97</c:v>
                </c:pt>
                <c:pt idx="285">
                  <c:v>2.012</c:v>
                </c:pt>
                <c:pt idx="286">
                  <c:v>2.0099999999999998</c:v>
                </c:pt>
                <c:pt idx="287">
                  <c:v>2.0230000000000001</c:v>
                </c:pt>
                <c:pt idx="288">
                  <c:v>2.0169999999999999</c:v>
                </c:pt>
                <c:pt idx="289">
                  <c:v>1.9890000000000001</c:v>
                </c:pt>
                <c:pt idx="290">
                  <c:v>1.9810000000000001</c:v>
                </c:pt>
                <c:pt idx="291">
                  <c:v>1.9490000000000001</c:v>
                </c:pt>
                <c:pt idx="292">
                  <c:v>1.95</c:v>
                </c:pt>
                <c:pt idx="293">
                  <c:v>1.954</c:v>
                </c:pt>
                <c:pt idx="294">
                  <c:v>2.0409999999999999</c:v>
                </c:pt>
                <c:pt idx="295">
                  <c:v>2.04</c:v>
                </c:pt>
                <c:pt idx="296">
                  <c:v>2.0779999999999998</c:v>
                </c:pt>
                <c:pt idx="297">
                  <c:v>2.0790000000000002</c:v>
                </c:pt>
                <c:pt idx="298">
                  <c:v>2.0720000000000001</c:v>
                </c:pt>
                <c:pt idx="299">
                  <c:v>2.0880000000000001</c:v>
                </c:pt>
                <c:pt idx="300">
                  <c:v>2.0920000000000001</c:v>
                </c:pt>
                <c:pt idx="301">
                  <c:v>2.0910000000000002</c:v>
                </c:pt>
                <c:pt idx="302">
                  <c:v>2.129</c:v>
                </c:pt>
                <c:pt idx="303">
                  <c:v>2.137</c:v>
                </c:pt>
                <c:pt idx="304">
                  <c:v>2.1309999999999998</c:v>
                </c:pt>
                <c:pt idx="305">
                  <c:v>2.1629999999999998</c:v>
                </c:pt>
                <c:pt idx="306">
                  <c:v>2.181</c:v>
                </c:pt>
                <c:pt idx="307">
                  <c:v>2.1800000000000002</c:v>
                </c:pt>
                <c:pt idx="308">
                  <c:v>2.222</c:v>
                </c:pt>
                <c:pt idx="309">
                  <c:v>2.226</c:v>
                </c:pt>
                <c:pt idx="310">
                  <c:v>2.234</c:v>
                </c:pt>
                <c:pt idx="311">
                  <c:v>2.29</c:v>
                </c:pt>
                <c:pt idx="312">
                  <c:v>2.4159999999999999</c:v>
                </c:pt>
                <c:pt idx="313">
                  <c:v>2.4510000000000001</c:v>
                </c:pt>
                <c:pt idx="314">
                  <c:v>2.5409999999999999</c:v>
                </c:pt>
                <c:pt idx="315">
                  <c:v>2.6509999999999998</c:v>
                </c:pt>
                <c:pt idx="316">
                  <c:v>2.819</c:v>
                </c:pt>
                <c:pt idx="317">
                  <c:v>2.8109999999999999</c:v>
                </c:pt>
                <c:pt idx="318">
                  <c:v>2.8340000000000001</c:v>
                </c:pt>
                <c:pt idx="319">
                  <c:v>2.83</c:v>
                </c:pt>
                <c:pt idx="320">
                  <c:v>2.8359999999999999</c:v>
                </c:pt>
                <c:pt idx="321">
                  <c:v>2.8239999999999998</c:v>
                </c:pt>
                <c:pt idx="322">
                  <c:v>2.8759999999999999</c:v>
                </c:pt>
                <c:pt idx="323">
                  <c:v>2.8780000000000001</c:v>
                </c:pt>
                <c:pt idx="324">
                  <c:v>2.9</c:v>
                </c:pt>
                <c:pt idx="325">
                  <c:v>2.9809999999999999</c:v>
                </c:pt>
                <c:pt idx="326">
                  <c:v>2.964</c:v>
                </c:pt>
                <c:pt idx="327">
                  <c:v>2.9590000000000001</c:v>
                </c:pt>
                <c:pt idx="328">
                  <c:v>2.9540000000000002</c:v>
                </c:pt>
                <c:pt idx="329">
                  <c:v>2.9089999999999998</c:v>
                </c:pt>
                <c:pt idx="330">
                  <c:v>2.92</c:v>
                </c:pt>
                <c:pt idx="331">
                  <c:v>2.9590000000000001</c:v>
                </c:pt>
                <c:pt idx="332">
                  <c:v>2.9740000000000002</c:v>
                </c:pt>
                <c:pt idx="333">
                  <c:v>2.984</c:v>
                </c:pt>
                <c:pt idx="334">
                  <c:v>2.97</c:v>
                </c:pt>
                <c:pt idx="335">
                  <c:v>3.0110000000000001</c:v>
                </c:pt>
                <c:pt idx="336">
                  <c:v>2.9969999999999999</c:v>
                </c:pt>
                <c:pt idx="337">
                  <c:v>2.996</c:v>
                </c:pt>
                <c:pt idx="338">
                  <c:v>2.9740000000000002</c:v>
                </c:pt>
                <c:pt idx="339">
                  <c:v>2.9849999999999999</c:v>
                </c:pt>
                <c:pt idx="340">
                  <c:v>2.9729999999999999</c:v>
                </c:pt>
                <c:pt idx="341">
                  <c:v>2.9430000000000001</c:v>
                </c:pt>
                <c:pt idx="342">
                  <c:v>2.9289999999999998</c:v>
                </c:pt>
                <c:pt idx="343">
                  <c:v>2.931</c:v>
                </c:pt>
                <c:pt idx="344">
                  <c:v>2.9319999999999999</c:v>
                </c:pt>
                <c:pt idx="345">
                  <c:v>2.9489999999999998</c:v>
                </c:pt>
                <c:pt idx="346">
                  <c:v>2.9020000000000001</c:v>
                </c:pt>
                <c:pt idx="347">
                  <c:v>2.9239999999999999</c:v>
                </c:pt>
                <c:pt idx="348">
                  <c:v>2.891</c:v>
                </c:pt>
                <c:pt idx="349">
                  <c:v>2.9009999999999998</c:v>
                </c:pt>
                <c:pt idx="350">
                  <c:v>2.8919999999999999</c:v>
                </c:pt>
                <c:pt idx="351">
                  <c:v>2.8759999999999999</c:v>
                </c:pt>
                <c:pt idx="352">
                  <c:v>2.9</c:v>
                </c:pt>
                <c:pt idx="353">
                  <c:v>2.899</c:v>
                </c:pt>
                <c:pt idx="354">
                  <c:v>2.9020000000000001</c:v>
                </c:pt>
                <c:pt idx="355">
                  <c:v>2.8940000000000001</c:v>
                </c:pt>
                <c:pt idx="356">
                  <c:v>2.9020000000000001</c:v>
                </c:pt>
                <c:pt idx="357">
                  <c:v>2.8620000000000001</c:v>
                </c:pt>
                <c:pt idx="358">
                  <c:v>2.8820000000000001</c:v>
                </c:pt>
                <c:pt idx="359">
                  <c:v>2.887</c:v>
                </c:pt>
                <c:pt idx="360">
                  <c:v>2.9249999999999998</c:v>
                </c:pt>
                <c:pt idx="361">
                  <c:v>2.9609999999999999</c:v>
                </c:pt>
                <c:pt idx="362">
                  <c:v>2.99</c:v>
                </c:pt>
                <c:pt idx="363">
                  <c:v>3.0459999999999998</c:v>
                </c:pt>
                <c:pt idx="364">
                  <c:v>3.19</c:v>
                </c:pt>
                <c:pt idx="365">
                  <c:v>3.2090000000000001</c:v>
                </c:pt>
                <c:pt idx="366">
                  <c:v>3.2719999999999998</c:v>
                </c:pt>
                <c:pt idx="367">
                  <c:v>3.2440000000000002</c:v>
                </c:pt>
                <c:pt idx="368">
                  <c:v>3.2679999999999998</c:v>
                </c:pt>
                <c:pt idx="369">
                  <c:v>3.3029999999999999</c:v>
                </c:pt>
                <c:pt idx="370">
                  <c:v>3.25</c:v>
                </c:pt>
                <c:pt idx="371">
                  <c:v>3.2050000000000001</c:v>
                </c:pt>
                <c:pt idx="372">
                  <c:v>3.242</c:v>
                </c:pt>
                <c:pt idx="373">
                  <c:v>3.2320000000000002</c:v>
                </c:pt>
                <c:pt idx="374">
                  <c:v>3.1440000000000001</c:v>
                </c:pt>
                <c:pt idx="375">
                  <c:v>3.1549999999999998</c:v>
                </c:pt>
                <c:pt idx="376">
                  <c:v>3.21</c:v>
                </c:pt>
                <c:pt idx="377">
                  <c:v>3.2280000000000002</c:v>
                </c:pt>
                <c:pt idx="378">
                  <c:v>3.2109999999999999</c:v>
                </c:pt>
                <c:pt idx="379">
                  <c:v>3.194</c:v>
                </c:pt>
                <c:pt idx="380">
                  <c:v>3.1669999999999998</c:v>
                </c:pt>
                <c:pt idx="381">
                  <c:v>3.1749999999999998</c:v>
                </c:pt>
                <c:pt idx="382">
                  <c:v>3.278</c:v>
                </c:pt>
                <c:pt idx="383">
                  <c:v>3.3420000000000001</c:v>
                </c:pt>
                <c:pt idx="384">
                  <c:v>3.6040000000000001</c:v>
                </c:pt>
                <c:pt idx="385">
                  <c:v>3.484</c:v>
                </c:pt>
                <c:pt idx="386">
                  <c:v>3.488</c:v>
                </c:pt>
                <c:pt idx="387">
                  <c:v>3.4540000000000002</c:v>
                </c:pt>
                <c:pt idx="388">
                  <c:v>3.3820000000000001</c:v>
                </c:pt>
                <c:pt idx="389">
                  <c:v>3.331</c:v>
                </c:pt>
                <c:pt idx="390">
                  <c:v>3.415</c:v>
                </c:pt>
                <c:pt idx="391">
                  <c:v>3.43</c:v>
                </c:pt>
                <c:pt idx="392">
                  <c:v>3.4870000000000001</c:v>
                </c:pt>
                <c:pt idx="393">
                  <c:v>3.5459999999999998</c:v>
                </c:pt>
                <c:pt idx="394">
                  <c:v>3.4550000000000001</c:v>
                </c:pt>
                <c:pt idx="395">
                  <c:v>3.5430000000000001</c:v>
                </c:pt>
                <c:pt idx="396">
                  <c:v>3.544</c:v>
                </c:pt>
                <c:pt idx="397">
                  <c:v>3.5680000000000001</c:v>
                </c:pt>
                <c:pt idx="398">
                  <c:v>3.573</c:v>
                </c:pt>
                <c:pt idx="399">
                  <c:v>3.649</c:v>
                </c:pt>
                <c:pt idx="400">
                  <c:v>3.6739999999999999</c:v>
                </c:pt>
                <c:pt idx="401">
                  <c:v>3.8010000000000002</c:v>
                </c:pt>
                <c:pt idx="402">
                  <c:v>3.7360000000000002</c:v>
                </c:pt>
                <c:pt idx="403">
                  <c:v>3.71</c:v>
                </c:pt>
                <c:pt idx="404">
                  <c:v>3.7189999999999999</c:v>
                </c:pt>
                <c:pt idx="405">
                  <c:v>3.7530000000000001</c:v>
                </c:pt>
                <c:pt idx="406">
                  <c:v>3.7280000000000002</c:v>
                </c:pt>
                <c:pt idx="407">
                  <c:v>3.7829999999999999</c:v>
                </c:pt>
                <c:pt idx="408">
                  <c:v>3.766</c:v>
                </c:pt>
                <c:pt idx="409">
                  <c:v>3.863</c:v>
                </c:pt>
                <c:pt idx="410">
                  <c:v>3.9009999999999998</c:v>
                </c:pt>
                <c:pt idx="411">
                  <c:v>3.9020000000000001</c:v>
                </c:pt>
                <c:pt idx="412">
                  <c:v>3.93</c:v>
                </c:pt>
                <c:pt idx="413">
                  <c:v>3.93</c:v>
                </c:pt>
                <c:pt idx="414">
                  <c:v>3.911</c:v>
                </c:pt>
                <c:pt idx="415">
                  <c:v>3.9049999999999998</c:v>
                </c:pt>
                <c:pt idx="416">
                  <c:v>3.8359999999999999</c:v>
                </c:pt>
                <c:pt idx="417">
                  <c:v>3.871</c:v>
                </c:pt>
                <c:pt idx="418">
                  <c:v>3.831</c:v>
                </c:pt>
                <c:pt idx="419">
                  <c:v>3.84</c:v>
                </c:pt>
                <c:pt idx="420">
                  <c:v>3.835</c:v>
                </c:pt>
                <c:pt idx="421">
                  <c:v>3.831</c:v>
                </c:pt>
                <c:pt idx="422">
                  <c:v>3.8340000000000001</c:v>
                </c:pt>
                <c:pt idx="423">
                  <c:v>3.8439999999999999</c:v>
                </c:pt>
                <c:pt idx="424">
                  <c:v>3.84</c:v>
                </c:pt>
                <c:pt idx="425">
                  <c:v>3.7879999999999998</c:v>
                </c:pt>
                <c:pt idx="426">
                  <c:v>3.7549999999999999</c:v>
                </c:pt>
                <c:pt idx="427">
                  <c:v>3.7480000000000002</c:v>
                </c:pt>
                <c:pt idx="428">
                  <c:v>3.7530000000000001</c:v>
                </c:pt>
                <c:pt idx="429">
                  <c:v>3.7250000000000001</c:v>
                </c:pt>
                <c:pt idx="430">
                  <c:v>3.702</c:v>
                </c:pt>
                <c:pt idx="431">
                  <c:v>3.6779999999999999</c:v>
                </c:pt>
                <c:pt idx="432">
                  <c:v>3.6619999999999999</c:v>
                </c:pt>
                <c:pt idx="433">
                  <c:v>3.6629999999999998</c:v>
                </c:pt>
                <c:pt idx="434">
                  <c:v>3.6589999999999998</c:v>
                </c:pt>
                <c:pt idx="435">
                  <c:v>3.6619999999999999</c:v>
                </c:pt>
                <c:pt idx="436">
                  <c:v>3.6560000000000001</c:v>
                </c:pt>
                <c:pt idx="437">
                  <c:v>3.6459999999999999</c:v>
                </c:pt>
                <c:pt idx="438">
                  <c:v>3.649</c:v>
                </c:pt>
                <c:pt idx="439">
                  <c:v>3.6219999999999999</c:v>
                </c:pt>
                <c:pt idx="440">
                  <c:v>3.64</c:v>
                </c:pt>
                <c:pt idx="441">
                  <c:v>3.6589999999999998</c:v>
                </c:pt>
                <c:pt idx="442">
                  <c:v>3.6909999999999998</c:v>
                </c:pt>
                <c:pt idx="443">
                  <c:v>3.7679999999999998</c:v>
                </c:pt>
                <c:pt idx="444">
                  <c:v>3.7509999999999999</c:v>
                </c:pt>
                <c:pt idx="445">
                  <c:v>3.742</c:v>
                </c:pt>
                <c:pt idx="446">
                  <c:v>3.7690000000000001</c:v>
                </c:pt>
                <c:pt idx="447">
                  <c:v>3.794</c:v>
                </c:pt>
                <c:pt idx="448">
                  <c:v>3.7749999999999999</c:v>
                </c:pt>
                <c:pt idx="449">
                  <c:v>3.7669999999999999</c:v>
                </c:pt>
                <c:pt idx="450">
                  <c:v>3.7770000000000001</c:v>
                </c:pt>
                <c:pt idx="451">
                  <c:v>3.7730000000000001</c:v>
                </c:pt>
                <c:pt idx="452">
                  <c:v>3.7690000000000001</c:v>
                </c:pt>
                <c:pt idx="453">
                  <c:v>3.7050000000000001</c:v>
                </c:pt>
                <c:pt idx="454">
                  <c:v>3.669</c:v>
                </c:pt>
                <c:pt idx="455">
                  <c:v>3.649</c:v>
                </c:pt>
                <c:pt idx="456">
                  <c:v>3.6070000000000002</c:v>
                </c:pt>
                <c:pt idx="457">
                  <c:v>3.5830000000000002</c:v>
                </c:pt>
                <c:pt idx="458">
                  <c:v>3.5880000000000001</c:v>
                </c:pt>
                <c:pt idx="459">
                  <c:v>3.5710000000000002</c:v>
                </c:pt>
                <c:pt idx="460">
                  <c:v>3.5960000000000001</c:v>
                </c:pt>
                <c:pt idx="461">
                  <c:v>3.5539999999999998</c:v>
                </c:pt>
                <c:pt idx="462">
                  <c:v>3.5990000000000002</c:v>
                </c:pt>
                <c:pt idx="463">
                  <c:v>3.605</c:v>
                </c:pt>
                <c:pt idx="464">
                  <c:v>3.5720000000000001</c:v>
                </c:pt>
                <c:pt idx="465">
                  <c:v>3.532</c:v>
                </c:pt>
                <c:pt idx="466">
                  <c:v>3.548</c:v>
                </c:pt>
                <c:pt idx="467">
                  <c:v>3.5350000000000001</c:v>
                </c:pt>
                <c:pt idx="468">
                  <c:v>3.5310000000000001</c:v>
                </c:pt>
                <c:pt idx="469">
                  <c:v>3.5059999999999998</c:v>
                </c:pt>
                <c:pt idx="470">
                  <c:v>3.472</c:v>
                </c:pt>
                <c:pt idx="471">
                  <c:v>3.4889999999999999</c:v>
                </c:pt>
                <c:pt idx="472">
                  <c:v>3.4470000000000001</c:v>
                </c:pt>
                <c:pt idx="473">
                  <c:v>3.4239999999999999</c:v>
                </c:pt>
                <c:pt idx="474">
                  <c:v>3.4</c:v>
                </c:pt>
                <c:pt idx="475">
                  <c:v>3.4590000000000001</c:v>
                </c:pt>
                <c:pt idx="476">
                  <c:v>3.4470000000000001</c:v>
                </c:pt>
                <c:pt idx="477">
                  <c:v>3.4449999999999998</c:v>
                </c:pt>
                <c:pt idx="478">
                  <c:v>3.46</c:v>
                </c:pt>
                <c:pt idx="479">
                  <c:v>3.4510000000000001</c:v>
                </c:pt>
                <c:pt idx="480">
                  <c:v>3.4780000000000002</c:v>
                </c:pt>
                <c:pt idx="481">
                  <c:v>3.4929999999999999</c:v>
                </c:pt>
                <c:pt idx="482">
                  <c:v>3.5459999999999998</c:v>
                </c:pt>
                <c:pt idx="483">
                  <c:v>3.54</c:v>
                </c:pt>
                <c:pt idx="484">
                  <c:v>3.61</c:v>
                </c:pt>
                <c:pt idx="485">
                  <c:v>3.6160000000000001</c:v>
                </c:pt>
                <c:pt idx="486">
                  <c:v>3.5920000000000001</c:v>
                </c:pt>
                <c:pt idx="487">
                  <c:v>3.6070000000000002</c:v>
                </c:pt>
                <c:pt idx="488">
                  <c:v>3.6019999999999999</c:v>
                </c:pt>
                <c:pt idx="489">
                  <c:v>3.5819999999999999</c:v>
                </c:pt>
                <c:pt idx="490">
                  <c:v>3.6520000000000001</c:v>
                </c:pt>
                <c:pt idx="491">
                  <c:v>3.7010000000000001</c:v>
                </c:pt>
                <c:pt idx="492">
                  <c:v>3.74</c:v>
                </c:pt>
                <c:pt idx="493">
                  <c:v>3.7069999999999999</c:v>
                </c:pt>
                <c:pt idx="494">
                  <c:v>3.6989999999999998</c:v>
                </c:pt>
                <c:pt idx="495">
                  <c:v>3.6659999999999999</c:v>
                </c:pt>
                <c:pt idx="496">
                  <c:v>3.6960000000000002</c:v>
                </c:pt>
                <c:pt idx="497">
                  <c:v>3.6920000000000002</c:v>
                </c:pt>
                <c:pt idx="498">
                  <c:v>3.6509999999999998</c:v>
                </c:pt>
                <c:pt idx="499">
                  <c:v>3.5379999999999998</c:v>
                </c:pt>
                <c:pt idx="500">
                  <c:v>3.484</c:v>
                </c:pt>
                <c:pt idx="501">
                  <c:v>3.4689999999999999</c:v>
                </c:pt>
                <c:pt idx="502">
                  <c:v>3.3849999999999998</c:v>
                </c:pt>
                <c:pt idx="503">
                  <c:v>3.355</c:v>
                </c:pt>
                <c:pt idx="504">
                  <c:v>3.2959999999999998</c:v>
                </c:pt>
                <c:pt idx="505">
                  <c:v>3.3010000000000002</c:v>
                </c:pt>
                <c:pt idx="506">
                  <c:v>3.2919999999999998</c:v>
                </c:pt>
                <c:pt idx="507">
                  <c:v>3.29</c:v>
                </c:pt>
                <c:pt idx="508">
                  <c:v>3.2850000000000001</c:v>
                </c:pt>
                <c:pt idx="509">
                  <c:v>3.29</c:v>
                </c:pt>
                <c:pt idx="510">
                  <c:v>3.2879999999999998</c:v>
                </c:pt>
                <c:pt idx="511">
                  <c:v>3.2869999999999999</c:v>
                </c:pt>
                <c:pt idx="512">
                  <c:v>3.2690000000000001</c:v>
                </c:pt>
                <c:pt idx="513">
                  <c:v>3.274</c:v>
                </c:pt>
                <c:pt idx="514">
                  <c:v>3.3079999999999998</c:v>
                </c:pt>
                <c:pt idx="515">
                  <c:v>3.2810000000000001</c:v>
                </c:pt>
                <c:pt idx="516">
                  <c:v>3.2890000000000001</c:v>
                </c:pt>
                <c:pt idx="517">
                  <c:v>3.2749999999999999</c:v>
                </c:pt>
                <c:pt idx="518">
                  <c:v>3.282</c:v>
                </c:pt>
                <c:pt idx="519">
                  <c:v>3.2629999999999999</c:v>
                </c:pt>
                <c:pt idx="520">
                  <c:v>3.2789999999999999</c:v>
                </c:pt>
                <c:pt idx="521">
                  <c:v>3.2719999999999998</c:v>
                </c:pt>
                <c:pt idx="522">
                  <c:v>3.2349999999999999</c:v>
                </c:pt>
                <c:pt idx="523">
                  <c:v>3.2349999999999999</c:v>
                </c:pt>
                <c:pt idx="524">
                  <c:v>3.242</c:v>
                </c:pt>
                <c:pt idx="525">
                  <c:v>3.2280000000000002</c:v>
                </c:pt>
                <c:pt idx="526">
                  <c:v>3.2370000000000001</c:v>
                </c:pt>
                <c:pt idx="527">
                  <c:v>3.234</c:v>
                </c:pt>
                <c:pt idx="528">
                  <c:v>3.218</c:v>
                </c:pt>
                <c:pt idx="529">
                  <c:v>3.2170000000000001</c:v>
                </c:pt>
                <c:pt idx="530">
                  <c:v>3.2280000000000002</c:v>
                </c:pt>
                <c:pt idx="531">
                  <c:v>3.2189999999999999</c:v>
                </c:pt>
                <c:pt idx="532">
                  <c:v>3.2530000000000001</c:v>
                </c:pt>
                <c:pt idx="533">
                  <c:v>3.2810000000000001</c:v>
                </c:pt>
                <c:pt idx="534">
                  <c:v>3.3239999999999998</c:v>
                </c:pt>
                <c:pt idx="535">
                  <c:v>3.335</c:v>
                </c:pt>
                <c:pt idx="536">
                  <c:v>3.3260000000000001</c:v>
                </c:pt>
                <c:pt idx="537">
                  <c:v>3.3420000000000001</c:v>
                </c:pt>
                <c:pt idx="538">
                  <c:v>3.3439999999999999</c:v>
                </c:pt>
                <c:pt idx="539">
                  <c:v>3.3530000000000002</c:v>
                </c:pt>
                <c:pt idx="540">
                  <c:v>3.3439999999999999</c:v>
                </c:pt>
                <c:pt idx="541">
                  <c:v>3.35</c:v>
                </c:pt>
                <c:pt idx="542">
                  <c:v>3.391</c:v>
                </c:pt>
                <c:pt idx="543">
                  <c:v>3.3919999999999999</c:v>
                </c:pt>
                <c:pt idx="544">
                  <c:v>3.4159999999999999</c:v>
                </c:pt>
                <c:pt idx="545">
                  <c:v>3.4260000000000002</c:v>
                </c:pt>
                <c:pt idx="546">
                  <c:v>3.4449999999999998</c:v>
                </c:pt>
                <c:pt idx="547">
                  <c:v>3.4470000000000001</c:v>
                </c:pt>
                <c:pt idx="548">
                  <c:v>3.47</c:v>
                </c:pt>
                <c:pt idx="549">
                  <c:v>3.464</c:v>
                </c:pt>
                <c:pt idx="550">
                  <c:v>3.5129999999999999</c:v>
                </c:pt>
                <c:pt idx="551">
                  <c:v>3.5379999999999998</c:v>
                </c:pt>
                <c:pt idx="552">
                  <c:v>3.569</c:v>
                </c:pt>
                <c:pt idx="553">
                  <c:v>3.54</c:v>
                </c:pt>
                <c:pt idx="554">
                  <c:v>3.5459999999999998</c:v>
                </c:pt>
                <c:pt idx="555">
                  <c:v>3.51</c:v>
                </c:pt>
                <c:pt idx="556">
                  <c:v>3.5379999999999998</c:v>
                </c:pt>
                <c:pt idx="557">
                  <c:v>3.5139999999999998</c:v>
                </c:pt>
                <c:pt idx="558">
                  <c:v>3.5310000000000001</c:v>
                </c:pt>
                <c:pt idx="559">
                  <c:v>3.5030000000000001</c:v>
                </c:pt>
                <c:pt idx="560">
                  <c:v>3.492</c:v>
                </c:pt>
                <c:pt idx="561">
                  <c:v>3.4670000000000001</c:v>
                </c:pt>
                <c:pt idx="562">
                  <c:v>3.4889999999999999</c:v>
                </c:pt>
                <c:pt idx="563">
                  <c:v>3.5070000000000001</c:v>
                </c:pt>
                <c:pt idx="564">
                  <c:v>3.5019999999999998</c:v>
                </c:pt>
                <c:pt idx="565">
                  <c:v>3.5139999999999998</c:v>
                </c:pt>
                <c:pt idx="566">
                  <c:v>3.5030000000000001</c:v>
                </c:pt>
                <c:pt idx="567">
                  <c:v>3.5019999999999998</c:v>
                </c:pt>
                <c:pt idx="568">
                  <c:v>3.5059999999999998</c:v>
                </c:pt>
                <c:pt idx="569">
                  <c:v>3.51</c:v>
                </c:pt>
                <c:pt idx="570">
                  <c:v>3.5049999999999999</c:v>
                </c:pt>
                <c:pt idx="571">
                  <c:v>3.5009999999999999</c:v>
                </c:pt>
                <c:pt idx="572">
                  <c:v>3.508</c:v>
                </c:pt>
                <c:pt idx="573">
                  <c:v>3.5249999999999999</c:v>
                </c:pt>
                <c:pt idx="574">
                  <c:v>3.5630000000000002</c:v>
                </c:pt>
                <c:pt idx="575">
                  <c:v>3.5590000000000002</c:v>
                </c:pt>
                <c:pt idx="576">
                  <c:v>3.5619999999999998</c:v>
                </c:pt>
                <c:pt idx="577">
                  <c:v>3.5640000000000001</c:v>
                </c:pt>
                <c:pt idx="578">
                  <c:v>3.59</c:v>
                </c:pt>
                <c:pt idx="579">
                  <c:v>3.6230000000000002</c:v>
                </c:pt>
                <c:pt idx="580">
                  <c:v>3.665</c:v>
                </c:pt>
                <c:pt idx="581">
                  <c:v>3.629</c:v>
                </c:pt>
                <c:pt idx="582">
                  <c:v>3.6269999999999998</c:v>
                </c:pt>
                <c:pt idx="583">
                  <c:v>3.5739999999999998</c:v>
                </c:pt>
                <c:pt idx="584">
                  <c:v>3.5920000000000001</c:v>
                </c:pt>
                <c:pt idx="585">
                  <c:v>3.5880000000000001</c:v>
                </c:pt>
                <c:pt idx="586">
                  <c:v>3.58</c:v>
                </c:pt>
                <c:pt idx="587">
                  <c:v>3.5419999999999998</c:v>
                </c:pt>
                <c:pt idx="588">
                  <c:v>3.552</c:v>
                </c:pt>
                <c:pt idx="589">
                  <c:v>3.5510000000000002</c:v>
                </c:pt>
                <c:pt idx="590">
                  <c:v>3.548</c:v>
                </c:pt>
                <c:pt idx="591">
                  <c:v>3.5510000000000002</c:v>
                </c:pt>
                <c:pt idx="592">
                  <c:v>3.524</c:v>
                </c:pt>
                <c:pt idx="593">
                  <c:v>3.5059999999999998</c:v>
                </c:pt>
                <c:pt idx="594">
                  <c:v>3.5209999999999999</c:v>
                </c:pt>
                <c:pt idx="595">
                  <c:v>3.5230000000000001</c:v>
                </c:pt>
                <c:pt idx="596">
                  <c:v>3.4940000000000002</c:v>
                </c:pt>
                <c:pt idx="597">
                  <c:v>3.4940000000000002</c:v>
                </c:pt>
                <c:pt idx="598">
                  <c:v>3.4940000000000002</c:v>
                </c:pt>
                <c:pt idx="599">
                  <c:v>3.4980000000000002</c:v>
                </c:pt>
                <c:pt idx="600">
                  <c:v>3.4750000000000001</c:v>
                </c:pt>
                <c:pt idx="601">
                  <c:v>3.4660000000000002</c:v>
                </c:pt>
                <c:pt idx="602">
                  <c:v>3.4740000000000002</c:v>
                </c:pt>
                <c:pt idx="603">
                  <c:v>3.4750000000000001</c:v>
                </c:pt>
                <c:pt idx="604">
                  <c:v>3.476</c:v>
                </c:pt>
                <c:pt idx="605">
                  <c:v>3.4889999999999999</c:v>
                </c:pt>
                <c:pt idx="606">
                  <c:v>3.4620000000000002</c:v>
                </c:pt>
                <c:pt idx="607">
                  <c:v>3.49</c:v>
                </c:pt>
                <c:pt idx="608">
                  <c:v>3.4710000000000001</c:v>
                </c:pt>
                <c:pt idx="609">
                  <c:v>3.51</c:v>
                </c:pt>
                <c:pt idx="610">
                  <c:v>3.5139999999999998</c:v>
                </c:pt>
                <c:pt idx="611">
                  <c:v>3.508</c:v>
                </c:pt>
                <c:pt idx="612">
                  <c:v>3.5110000000000001</c:v>
                </c:pt>
                <c:pt idx="613">
                  <c:v>3.5390000000000001</c:v>
                </c:pt>
                <c:pt idx="614">
                  <c:v>3.5339999999999998</c:v>
                </c:pt>
                <c:pt idx="615">
                  <c:v>3.5259999999999998</c:v>
                </c:pt>
                <c:pt idx="616">
                  <c:v>3.5150000000000001</c:v>
                </c:pt>
                <c:pt idx="617">
                  <c:v>3.5</c:v>
                </c:pt>
                <c:pt idx="618">
                  <c:v>3.4969999999999999</c:v>
                </c:pt>
                <c:pt idx="619">
                  <c:v>3.5179999999999998</c:v>
                </c:pt>
                <c:pt idx="620">
                  <c:v>3.528</c:v>
                </c:pt>
                <c:pt idx="621">
                  <c:v>3.5139999999999998</c:v>
                </c:pt>
                <c:pt idx="622">
                  <c:v>3.5680000000000001</c:v>
                </c:pt>
                <c:pt idx="623">
                  <c:v>3.5619999999999998</c:v>
                </c:pt>
                <c:pt idx="624">
                  <c:v>3.6070000000000002</c:v>
                </c:pt>
                <c:pt idx="625">
                  <c:v>3.6219999999999999</c:v>
                </c:pt>
                <c:pt idx="626">
                  <c:v>3.629</c:v>
                </c:pt>
                <c:pt idx="627">
                  <c:v>3.633</c:v>
                </c:pt>
                <c:pt idx="628">
                  <c:v>3.645</c:v>
                </c:pt>
                <c:pt idx="629">
                  <c:v>3.6640000000000001</c:v>
                </c:pt>
                <c:pt idx="630">
                  <c:v>3.6520000000000001</c:v>
                </c:pt>
                <c:pt idx="631">
                  <c:v>3.653</c:v>
                </c:pt>
                <c:pt idx="632">
                  <c:v>3.6720000000000002</c:v>
                </c:pt>
                <c:pt idx="633">
                  <c:v>3.6579999999999999</c:v>
                </c:pt>
                <c:pt idx="634">
                  <c:v>3.6509999999999998</c:v>
                </c:pt>
                <c:pt idx="635">
                  <c:v>3.66</c:v>
                </c:pt>
                <c:pt idx="636">
                  <c:v>3.661</c:v>
                </c:pt>
                <c:pt idx="637">
                  <c:v>3.7570000000000001</c:v>
                </c:pt>
                <c:pt idx="638">
                  <c:v>3.7440000000000002</c:v>
                </c:pt>
                <c:pt idx="639">
                  <c:v>3.722</c:v>
                </c:pt>
                <c:pt idx="640">
                  <c:v>3.7229999999999999</c:v>
                </c:pt>
                <c:pt idx="641">
                  <c:v>3.7130000000000001</c:v>
                </c:pt>
                <c:pt idx="642">
                  <c:v>3.7040000000000002</c:v>
                </c:pt>
                <c:pt idx="643">
                  <c:v>3.7280000000000002</c:v>
                </c:pt>
                <c:pt idx="644">
                  <c:v>3.7389999999999999</c:v>
                </c:pt>
                <c:pt idx="645">
                  <c:v>3.738</c:v>
                </c:pt>
                <c:pt idx="646">
                  <c:v>3.7530000000000001</c:v>
                </c:pt>
                <c:pt idx="647">
                  <c:v>3.7669999999999999</c:v>
                </c:pt>
                <c:pt idx="648">
                  <c:v>3.7490000000000001</c:v>
                </c:pt>
                <c:pt idx="649">
                  <c:v>3.7610000000000001</c:v>
                </c:pt>
                <c:pt idx="650">
                  <c:v>3.738</c:v>
                </c:pt>
                <c:pt idx="651">
                  <c:v>3.7429999999999999</c:v>
                </c:pt>
                <c:pt idx="652">
                  <c:v>3.7610000000000001</c:v>
                </c:pt>
                <c:pt idx="653">
                  <c:v>3.7490000000000001</c:v>
                </c:pt>
                <c:pt idx="654">
                  <c:v>3.7450000000000001</c:v>
                </c:pt>
                <c:pt idx="655">
                  <c:v>3.74</c:v>
                </c:pt>
                <c:pt idx="656">
                  <c:v>3.7309999999999999</c:v>
                </c:pt>
                <c:pt idx="657">
                  <c:v>3.6869999999999998</c:v>
                </c:pt>
                <c:pt idx="658">
                  <c:v>3.6930000000000001</c:v>
                </c:pt>
                <c:pt idx="659">
                  <c:v>3.6930000000000001</c:v>
                </c:pt>
                <c:pt idx="660">
                  <c:v>3.722</c:v>
                </c:pt>
                <c:pt idx="661">
                  <c:v>3.7309999999999999</c:v>
                </c:pt>
                <c:pt idx="662">
                  <c:v>3.734</c:v>
                </c:pt>
                <c:pt idx="663">
                  <c:v>3.7650000000000001</c:v>
                </c:pt>
                <c:pt idx="664">
                  <c:v>3.7930000000000001</c:v>
                </c:pt>
                <c:pt idx="665">
                  <c:v>3.7919999999999998</c:v>
                </c:pt>
                <c:pt idx="666">
                  <c:v>3.75</c:v>
                </c:pt>
                <c:pt idx="667">
                  <c:v>3.75</c:v>
                </c:pt>
                <c:pt idx="668">
                  <c:v>3.7410000000000001</c:v>
                </c:pt>
                <c:pt idx="669">
                  <c:v>3.7290000000000001</c:v>
                </c:pt>
                <c:pt idx="670">
                  <c:v>3.7149999999999999</c:v>
                </c:pt>
                <c:pt idx="671">
                  <c:v>3.72</c:v>
                </c:pt>
                <c:pt idx="672">
                  <c:v>3.702</c:v>
                </c:pt>
                <c:pt idx="673">
                  <c:v>3.7069999999999999</c:v>
                </c:pt>
                <c:pt idx="674">
                  <c:v>3.7160000000000002</c:v>
                </c:pt>
                <c:pt idx="675">
                  <c:v>3.6960000000000002</c:v>
                </c:pt>
                <c:pt idx="676">
                  <c:v>3.6560000000000001</c:v>
                </c:pt>
                <c:pt idx="677">
                  <c:v>3.653</c:v>
                </c:pt>
                <c:pt idx="678">
                  <c:v>3.6389999999999998</c:v>
                </c:pt>
                <c:pt idx="679">
                  <c:v>3.5950000000000002</c:v>
                </c:pt>
                <c:pt idx="680">
                  <c:v>3.5739999999999998</c:v>
                </c:pt>
                <c:pt idx="681">
                  <c:v>3.5609999999999999</c:v>
                </c:pt>
                <c:pt idx="682">
                  <c:v>3.5760000000000001</c:v>
                </c:pt>
                <c:pt idx="683">
                  <c:v>3.56</c:v>
                </c:pt>
                <c:pt idx="684">
                  <c:v>3.5750000000000002</c:v>
                </c:pt>
                <c:pt idx="685">
                  <c:v>3.5609999999999999</c:v>
                </c:pt>
                <c:pt idx="686">
                  <c:v>3.581</c:v>
                </c:pt>
                <c:pt idx="687">
                  <c:v>3.484</c:v>
                </c:pt>
                <c:pt idx="688">
                  <c:v>3.4889999999999999</c:v>
                </c:pt>
                <c:pt idx="689">
                  <c:v>3.4830000000000001</c:v>
                </c:pt>
                <c:pt idx="690">
                  <c:v>3.4870000000000001</c:v>
                </c:pt>
                <c:pt idx="691">
                  <c:v>3.4620000000000002</c:v>
                </c:pt>
                <c:pt idx="692">
                  <c:v>3.4540000000000002</c:v>
                </c:pt>
                <c:pt idx="693">
                  <c:v>3.4529999999999998</c:v>
                </c:pt>
                <c:pt idx="694">
                  <c:v>3.4590000000000001</c:v>
                </c:pt>
                <c:pt idx="695">
                  <c:v>3.46</c:v>
                </c:pt>
                <c:pt idx="696">
                  <c:v>3.4340000000000002</c:v>
                </c:pt>
                <c:pt idx="697">
                  <c:v>3.4340000000000002</c:v>
                </c:pt>
                <c:pt idx="698">
                  <c:v>3.4660000000000002</c:v>
                </c:pt>
                <c:pt idx="699">
                  <c:v>3.4710000000000001</c:v>
                </c:pt>
                <c:pt idx="700">
                  <c:v>3.4510000000000001</c:v>
                </c:pt>
                <c:pt idx="701">
                  <c:v>3.46</c:v>
                </c:pt>
                <c:pt idx="702">
                  <c:v>3.4550000000000001</c:v>
                </c:pt>
                <c:pt idx="703">
                  <c:v>3.4239999999999999</c:v>
                </c:pt>
                <c:pt idx="704">
                  <c:v>3.427</c:v>
                </c:pt>
                <c:pt idx="705">
                  <c:v>3.395</c:v>
                </c:pt>
                <c:pt idx="706">
                  <c:v>3.371</c:v>
                </c:pt>
                <c:pt idx="707">
                  <c:v>3.3519999999999999</c:v>
                </c:pt>
                <c:pt idx="708">
                  <c:v>3.3690000000000002</c:v>
                </c:pt>
                <c:pt idx="709">
                  <c:v>3.3719999999999999</c:v>
                </c:pt>
                <c:pt idx="710">
                  <c:v>3.3740000000000001</c:v>
                </c:pt>
                <c:pt idx="711">
                  <c:v>3.3650000000000002</c:v>
                </c:pt>
                <c:pt idx="712">
                  <c:v>3.3290000000000002</c:v>
                </c:pt>
                <c:pt idx="713">
                  <c:v>3.3380000000000001</c:v>
                </c:pt>
                <c:pt idx="714">
                  <c:v>3.3450000000000002</c:v>
                </c:pt>
                <c:pt idx="715">
                  <c:v>3.347</c:v>
                </c:pt>
                <c:pt idx="716">
                  <c:v>3.3180000000000001</c:v>
                </c:pt>
                <c:pt idx="717">
                  <c:v>3.3490000000000002</c:v>
                </c:pt>
                <c:pt idx="718">
                  <c:v>3.331</c:v>
                </c:pt>
                <c:pt idx="719">
                  <c:v>3.3359999999999999</c:v>
                </c:pt>
                <c:pt idx="720">
                  <c:v>3.3380000000000001</c:v>
                </c:pt>
                <c:pt idx="721">
                  <c:v>3.3330000000000002</c:v>
                </c:pt>
                <c:pt idx="722">
                  <c:v>3.371</c:v>
                </c:pt>
                <c:pt idx="723">
                  <c:v>3.3650000000000002</c:v>
                </c:pt>
                <c:pt idx="724">
                  <c:v>3.367</c:v>
                </c:pt>
                <c:pt idx="725">
                  <c:v>3.3839999999999999</c:v>
                </c:pt>
                <c:pt idx="726">
                  <c:v>3.4169999999999998</c:v>
                </c:pt>
                <c:pt idx="727">
                  <c:v>3.4540000000000002</c:v>
                </c:pt>
                <c:pt idx="728">
                  <c:v>3.4390000000000001</c:v>
                </c:pt>
                <c:pt idx="729">
                  <c:v>3.4489999999999998</c:v>
                </c:pt>
                <c:pt idx="730">
                  <c:v>3.45</c:v>
                </c:pt>
                <c:pt idx="731">
                  <c:v>3.4740000000000002</c:v>
                </c:pt>
                <c:pt idx="732">
                  <c:v>3.4860000000000002</c:v>
                </c:pt>
                <c:pt idx="733">
                  <c:v>3.4660000000000002</c:v>
                </c:pt>
                <c:pt idx="734">
                  <c:v>3.4940000000000002</c:v>
                </c:pt>
                <c:pt idx="735">
                  <c:v>3.4769999999999999</c:v>
                </c:pt>
                <c:pt idx="736">
                  <c:v>3.49</c:v>
                </c:pt>
                <c:pt idx="737">
                  <c:v>3.4870000000000001</c:v>
                </c:pt>
                <c:pt idx="738">
                  <c:v>3.496</c:v>
                </c:pt>
                <c:pt idx="739">
                  <c:v>3.4689999999999999</c:v>
                </c:pt>
                <c:pt idx="740">
                  <c:v>3.4630000000000001</c:v>
                </c:pt>
                <c:pt idx="741">
                  <c:v>3.4470000000000001</c:v>
                </c:pt>
                <c:pt idx="742">
                  <c:v>3.4420000000000002</c:v>
                </c:pt>
                <c:pt idx="743">
                  <c:v>3.407</c:v>
                </c:pt>
                <c:pt idx="744">
                  <c:v>3.395</c:v>
                </c:pt>
                <c:pt idx="745">
                  <c:v>3.3610000000000002</c:v>
                </c:pt>
                <c:pt idx="746">
                  <c:v>3.3450000000000002</c:v>
                </c:pt>
                <c:pt idx="747">
                  <c:v>3.3490000000000002</c:v>
                </c:pt>
                <c:pt idx="748">
                  <c:v>3.351</c:v>
                </c:pt>
                <c:pt idx="749">
                  <c:v>3.3570000000000002</c:v>
                </c:pt>
                <c:pt idx="750">
                  <c:v>3.3610000000000002</c:v>
                </c:pt>
                <c:pt idx="751">
                  <c:v>3.3460000000000001</c:v>
                </c:pt>
                <c:pt idx="752">
                  <c:v>3.32</c:v>
                </c:pt>
                <c:pt idx="753">
                  <c:v>3.3210000000000002</c:v>
                </c:pt>
                <c:pt idx="754">
                  <c:v>3.3279999999999998</c:v>
                </c:pt>
                <c:pt idx="755">
                  <c:v>3.34</c:v>
                </c:pt>
                <c:pt idx="756">
                  <c:v>3.34</c:v>
                </c:pt>
                <c:pt idx="757">
                  <c:v>3.3559999999999999</c:v>
                </c:pt>
                <c:pt idx="758">
                  <c:v>3.3839999999999999</c:v>
                </c:pt>
                <c:pt idx="759">
                  <c:v>3.3730000000000002</c:v>
                </c:pt>
                <c:pt idx="760">
                  <c:v>3.3959999999999999</c:v>
                </c:pt>
                <c:pt idx="761">
                  <c:v>3.4009999999999998</c:v>
                </c:pt>
                <c:pt idx="762">
                  <c:v>3.4</c:v>
                </c:pt>
                <c:pt idx="763">
                  <c:v>3.3919999999999999</c:v>
                </c:pt>
                <c:pt idx="764">
                  <c:v>3.42</c:v>
                </c:pt>
                <c:pt idx="765">
                  <c:v>3.4220000000000002</c:v>
                </c:pt>
                <c:pt idx="766">
                  <c:v>3.4580000000000002</c:v>
                </c:pt>
                <c:pt idx="767">
                  <c:v>3.431</c:v>
                </c:pt>
                <c:pt idx="768">
                  <c:v>3.444</c:v>
                </c:pt>
                <c:pt idx="769">
                  <c:v>3.4550000000000001</c:v>
                </c:pt>
                <c:pt idx="770">
                  <c:v>3.4510000000000001</c:v>
                </c:pt>
                <c:pt idx="771">
                  <c:v>3.42</c:v>
                </c:pt>
                <c:pt idx="772">
                  <c:v>3.4470000000000001</c:v>
                </c:pt>
                <c:pt idx="773">
                  <c:v>3.4729999999999999</c:v>
                </c:pt>
                <c:pt idx="774">
                  <c:v>3.464</c:v>
                </c:pt>
                <c:pt idx="775">
                  <c:v>3.472</c:v>
                </c:pt>
                <c:pt idx="776">
                  <c:v>3.4849999999999999</c:v>
                </c:pt>
                <c:pt idx="777">
                  <c:v>3.476</c:v>
                </c:pt>
                <c:pt idx="778">
                  <c:v>3.4809999999999999</c:v>
                </c:pt>
                <c:pt idx="779">
                  <c:v>3.47</c:v>
                </c:pt>
                <c:pt idx="780">
                  <c:v>3.4620000000000002</c:v>
                </c:pt>
                <c:pt idx="781">
                  <c:v>3.46</c:v>
                </c:pt>
                <c:pt idx="782">
                  <c:v>3.4409999999999998</c:v>
                </c:pt>
                <c:pt idx="783">
                  <c:v>3.444</c:v>
                </c:pt>
                <c:pt idx="784">
                  <c:v>3.45</c:v>
                </c:pt>
                <c:pt idx="785">
                  <c:v>3.4470000000000001</c:v>
                </c:pt>
                <c:pt idx="786">
                  <c:v>3.4580000000000002</c:v>
                </c:pt>
                <c:pt idx="787">
                  <c:v>3.46</c:v>
                </c:pt>
                <c:pt idx="788">
                  <c:v>3.4260000000000002</c:v>
                </c:pt>
                <c:pt idx="789">
                  <c:v>3.4239999999999999</c:v>
                </c:pt>
                <c:pt idx="790">
                  <c:v>3.4350000000000001</c:v>
                </c:pt>
                <c:pt idx="791">
                  <c:v>3.4340000000000002</c:v>
                </c:pt>
                <c:pt idx="792">
                  <c:v>3.431</c:v>
                </c:pt>
                <c:pt idx="793">
                  <c:v>3.42</c:v>
                </c:pt>
                <c:pt idx="794">
                  <c:v>3.4239999999999999</c:v>
                </c:pt>
                <c:pt idx="795">
                  <c:v>3.4169999999999998</c:v>
                </c:pt>
                <c:pt idx="796">
                  <c:v>3.4020000000000001</c:v>
                </c:pt>
                <c:pt idx="797">
                  <c:v>3.411</c:v>
                </c:pt>
                <c:pt idx="798">
                  <c:v>3.415</c:v>
                </c:pt>
                <c:pt idx="799">
                  <c:v>3.41</c:v>
                </c:pt>
                <c:pt idx="800">
                  <c:v>3.39</c:v>
                </c:pt>
                <c:pt idx="801">
                  <c:v>3.363</c:v>
                </c:pt>
                <c:pt idx="802">
                  <c:v>3.3490000000000002</c:v>
                </c:pt>
                <c:pt idx="803">
                  <c:v>3.3340000000000001</c:v>
                </c:pt>
                <c:pt idx="804">
                  <c:v>3.3620000000000001</c:v>
                </c:pt>
                <c:pt idx="805">
                  <c:v>3.3490000000000002</c:v>
                </c:pt>
                <c:pt idx="806">
                  <c:v>3.3380000000000001</c:v>
                </c:pt>
                <c:pt idx="807">
                  <c:v>3.33</c:v>
                </c:pt>
                <c:pt idx="808">
                  <c:v>3.3239999999999998</c:v>
                </c:pt>
                <c:pt idx="809">
                  <c:v>3.3149999999999999</c:v>
                </c:pt>
                <c:pt idx="810">
                  <c:v>3.3250000000000002</c:v>
                </c:pt>
                <c:pt idx="811">
                  <c:v>3.3140000000000001</c:v>
                </c:pt>
                <c:pt idx="812">
                  <c:v>3.3359999999999999</c:v>
                </c:pt>
                <c:pt idx="813">
                  <c:v>3.33</c:v>
                </c:pt>
                <c:pt idx="814">
                  <c:v>3.343</c:v>
                </c:pt>
                <c:pt idx="815">
                  <c:v>3.3460000000000001</c:v>
                </c:pt>
                <c:pt idx="816">
                  <c:v>3.3479999999999999</c:v>
                </c:pt>
                <c:pt idx="817">
                  <c:v>3.3479999999999999</c:v>
                </c:pt>
                <c:pt idx="818">
                  <c:v>3.3279999999999998</c:v>
                </c:pt>
                <c:pt idx="819">
                  <c:v>3.3090000000000002</c:v>
                </c:pt>
                <c:pt idx="820">
                  <c:v>3.2610000000000001</c:v>
                </c:pt>
                <c:pt idx="821">
                  <c:v>3.254</c:v>
                </c:pt>
                <c:pt idx="822">
                  <c:v>3.23</c:v>
                </c:pt>
                <c:pt idx="823">
                  <c:v>3.2160000000000002</c:v>
                </c:pt>
                <c:pt idx="824">
                  <c:v>3.2090000000000001</c:v>
                </c:pt>
                <c:pt idx="825">
                  <c:v>3.2010000000000001</c:v>
                </c:pt>
                <c:pt idx="826">
                  <c:v>3.2010000000000001</c:v>
                </c:pt>
                <c:pt idx="827">
                  <c:v>3.2160000000000002</c:v>
                </c:pt>
                <c:pt idx="828">
                  <c:v>3.2010000000000001</c:v>
                </c:pt>
                <c:pt idx="829">
                  <c:v>3.1920000000000002</c:v>
                </c:pt>
                <c:pt idx="830">
                  <c:v>3.181</c:v>
                </c:pt>
                <c:pt idx="831">
                  <c:v>3.1930000000000001</c:v>
                </c:pt>
                <c:pt idx="832">
                  <c:v>3.202</c:v>
                </c:pt>
                <c:pt idx="833">
                  <c:v>3.2160000000000002</c:v>
                </c:pt>
                <c:pt idx="834">
                  <c:v>3.2189999999999999</c:v>
                </c:pt>
                <c:pt idx="835">
                  <c:v>3.2290000000000001</c:v>
                </c:pt>
                <c:pt idx="836">
                  <c:v>3.2170000000000001</c:v>
                </c:pt>
                <c:pt idx="837">
                  <c:v>3.2029999999999998</c:v>
                </c:pt>
                <c:pt idx="838">
                  <c:v>3.1930000000000001</c:v>
                </c:pt>
                <c:pt idx="839">
                  <c:v>3.1560000000000001</c:v>
                </c:pt>
                <c:pt idx="840">
                  <c:v>3.1549999999999998</c:v>
                </c:pt>
                <c:pt idx="841">
                  <c:v>3.1520000000000001</c:v>
                </c:pt>
                <c:pt idx="842">
                  <c:v>3.137</c:v>
                </c:pt>
                <c:pt idx="843">
                  <c:v>3.1240000000000001</c:v>
                </c:pt>
                <c:pt idx="844">
                  <c:v>3.0830000000000002</c:v>
                </c:pt>
                <c:pt idx="845">
                  <c:v>3.1120000000000001</c:v>
                </c:pt>
                <c:pt idx="846">
                  <c:v>3.1040000000000001</c:v>
                </c:pt>
                <c:pt idx="847">
                  <c:v>3.093</c:v>
                </c:pt>
                <c:pt idx="848">
                  <c:v>3.0920000000000001</c:v>
                </c:pt>
                <c:pt idx="849">
                  <c:v>3.0840000000000001</c:v>
                </c:pt>
                <c:pt idx="850">
                  <c:v>3.0720000000000001</c:v>
                </c:pt>
                <c:pt idx="851">
                  <c:v>3.0489999999999999</c:v>
                </c:pt>
                <c:pt idx="852">
                  <c:v>3.06</c:v>
                </c:pt>
                <c:pt idx="853">
                  <c:v>3.0550000000000002</c:v>
                </c:pt>
                <c:pt idx="854">
                  <c:v>3.0579999999999998</c:v>
                </c:pt>
                <c:pt idx="855">
                  <c:v>3.052</c:v>
                </c:pt>
                <c:pt idx="856">
                  <c:v>3.0419999999999998</c:v>
                </c:pt>
                <c:pt idx="857">
                  <c:v>3.05</c:v>
                </c:pt>
                <c:pt idx="858">
                  <c:v>3.0390000000000001</c:v>
                </c:pt>
                <c:pt idx="859">
                  <c:v>3.0550000000000002</c:v>
                </c:pt>
                <c:pt idx="860">
                  <c:v>3.0489999999999999</c:v>
                </c:pt>
                <c:pt idx="861">
                  <c:v>3.0590000000000002</c:v>
                </c:pt>
                <c:pt idx="862">
                  <c:v>3.06</c:v>
                </c:pt>
                <c:pt idx="863">
                  <c:v>3.0630000000000002</c:v>
                </c:pt>
                <c:pt idx="864">
                  <c:v>3.056</c:v>
                </c:pt>
                <c:pt idx="865">
                  <c:v>3.028</c:v>
                </c:pt>
                <c:pt idx="866">
                  <c:v>3.0209999999999999</c:v>
                </c:pt>
                <c:pt idx="867">
                  <c:v>3.0139999999999998</c:v>
                </c:pt>
                <c:pt idx="868">
                  <c:v>3.01</c:v>
                </c:pt>
                <c:pt idx="869">
                  <c:v>2.9910000000000001</c:v>
                </c:pt>
                <c:pt idx="870">
                  <c:v>2.9409999999999998</c:v>
                </c:pt>
                <c:pt idx="871">
                  <c:v>2.9409999999999998</c:v>
                </c:pt>
                <c:pt idx="872">
                  <c:v>2.8959999999999999</c:v>
                </c:pt>
                <c:pt idx="873">
                  <c:v>2.8980000000000001</c:v>
                </c:pt>
                <c:pt idx="874">
                  <c:v>2.8860000000000001</c:v>
                </c:pt>
                <c:pt idx="875">
                  <c:v>2.8860000000000001</c:v>
                </c:pt>
                <c:pt idx="876">
                  <c:v>2.88</c:v>
                </c:pt>
                <c:pt idx="877">
                  <c:v>2.8650000000000002</c:v>
                </c:pt>
                <c:pt idx="878">
                  <c:v>2.8530000000000002</c:v>
                </c:pt>
                <c:pt idx="879">
                  <c:v>2.8450000000000002</c:v>
                </c:pt>
                <c:pt idx="880">
                  <c:v>2.8260000000000001</c:v>
                </c:pt>
                <c:pt idx="881">
                  <c:v>2.8090000000000002</c:v>
                </c:pt>
                <c:pt idx="882">
                  <c:v>2.827</c:v>
                </c:pt>
                <c:pt idx="883">
                  <c:v>2.8610000000000002</c:v>
                </c:pt>
                <c:pt idx="884">
                  <c:v>2.8519999999999999</c:v>
                </c:pt>
                <c:pt idx="885">
                  <c:v>2.8660000000000001</c:v>
                </c:pt>
                <c:pt idx="886">
                  <c:v>2.8559999999999999</c:v>
                </c:pt>
                <c:pt idx="887">
                  <c:v>2.8570000000000002</c:v>
                </c:pt>
                <c:pt idx="888">
                  <c:v>2.8490000000000002</c:v>
                </c:pt>
                <c:pt idx="889">
                  <c:v>2.8420000000000001</c:v>
                </c:pt>
                <c:pt idx="890">
                  <c:v>2.85</c:v>
                </c:pt>
                <c:pt idx="891">
                  <c:v>2.8620000000000001</c:v>
                </c:pt>
                <c:pt idx="892">
                  <c:v>2.8620000000000001</c:v>
                </c:pt>
                <c:pt idx="893">
                  <c:v>2.879</c:v>
                </c:pt>
                <c:pt idx="894">
                  <c:v>2.879</c:v>
                </c:pt>
                <c:pt idx="895">
                  <c:v>2.8530000000000002</c:v>
                </c:pt>
                <c:pt idx="896">
                  <c:v>2.851</c:v>
                </c:pt>
                <c:pt idx="897">
                  <c:v>2.8730000000000002</c:v>
                </c:pt>
                <c:pt idx="898">
                  <c:v>2.867</c:v>
                </c:pt>
                <c:pt idx="899">
                  <c:v>2.87</c:v>
                </c:pt>
                <c:pt idx="900">
                  <c:v>2.875</c:v>
                </c:pt>
                <c:pt idx="901">
                  <c:v>2.875</c:v>
                </c:pt>
                <c:pt idx="902">
                  <c:v>2.87</c:v>
                </c:pt>
                <c:pt idx="903">
                  <c:v>2.8580000000000001</c:v>
                </c:pt>
                <c:pt idx="904">
                  <c:v>2.867</c:v>
                </c:pt>
                <c:pt idx="905">
                  <c:v>2.8580000000000001</c:v>
                </c:pt>
                <c:pt idx="906">
                  <c:v>2.847</c:v>
                </c:pt>
                <c:pt idx="907">
                  <c:v>2.8580000000000001</c:v>
                </c:pt>
                <c:pt idx="908">
                  <c:v>2.855</c:v>
                </c:pt>
                <c:pt idx="909">
                  <c:v>2.875</c:v>
                </c:pt>
                <c:pt idx="910">
                  <c:v>2.8730000000000002</c:v>
                </c:pt>
                <c:pt idx="911">
                  <c:v>2.8929999999999998</c:v>
                </c:pt>
                <c:pt idx="912">
                  <c:v>2.8940000000000001</c:v>
                </c:pt>
                <c:pt idx="913">
                  <c:v>2.89</c:v>
                </c:pt>
                <c:pt idx="914">
                  <c:v>2.8860000000000001</c:v>
                </c:pt>
                <c:pt idx="915">
                  <c:v>2.8719999999999999</c:v>
                </c:pt>
                <c:pt idx="916">
                  <c:v>2.8660000000000001</c:v>
                </c:pt>
                <c:pt idx="917">
                  <c:v>2.8530000000000002</c:v>
                </c:pt>
                <c:pt idx="918">
                  <c:v>2.8540000000000001</c:v>
                </c:pt>
                <c:pt idx="919">
                  <c:v>2.8460000000000001</c:v>
                </c:pt>
                <c:pt idx="920">
                  <c:v>2.802</c:v>
                </c:pt>
                <c:pt idx="921">
                  <c:v>2.7789999999999999</c:v>
                </c:pt>
                <c:pt idx="922">
                  <c:v>2.754</c:v>
                </c:pt>
                <c:pt idx="923">
                  <c:v>2.754</c:v>
                </c:pt>
                <c:pt idx="924">
                  <c:v>2.758</c:v>
                </c:pt>
                <c:pt idx="925">
                  <c:v>2.7389999999999999</c:v>
                </c:pt>
                <c:pt idx="926">
                  <c:v>2.7429999999999999</c:v>
                </c:pt>
                <c:pt idx="927">
                  <c:v>2.7229999999999999</c:v>
                </c:pt>
                <c:pt idx="928">
                  <c:v>2.7170000000000001</c:v>
                </c:pt>
                <c:pt idx="929">
                  <c:v>2.7120000000000002</c:v>
                </c:pt>
                <c:pt idx="930">
                  <c:v>2.706</c:v>
                </c:pt>
                <c:pt idx="931">
                  <c:v>2.694</c:v>
                </c:pt>
                <c:pt idx="932">
                  <c:v>2.6909999999999998</c:v>
                </c:pt>
                <c:pt idx="933">
                  <c:v>2.7040000000000002</c:v>
                </c:pt>
                <c:pt idx="934">
                  <c:v>2.6640000000000001</c:v>
                </c:pt>
                <c:pt idx="935">
                  <c:v>2.6850000000000001</c:v>
                </c:pt>
                <c:pt idx="936">
                  <c:v>2.6920000000000002</c:v>
                </c:pt>
                <c:pt idx="937">
                  <c:v>2.6890000000000001</c:v>
                </c:pt>
                <c:pt idx="938">
                  <c:v>2.6960000000000002</c:v>
                </c:pt>
                <c:pt idx="939">
                  <c:v>2.7</c:v>
                </c:pt>
                <c:pt idx="940">
                  <c:v>2.6949999999999998</c:v>
                </c:pt>
                <c:pt idx="941">
                  <c:v>2.6880000000000002</c:v>
                </c:pt>
                <c:pt idx="942">
                  <c:v>2.6880000000000002</c:v>
                </c:pt>
                <c:pt idx="943">
                  <c:v>2.6589999999999998</c:v>
                </c:pt>
                <c:pt idx="944">
                  <c:v>2.649</c:v>
                </c:pt>
                <c:pt idx="945">
                  <c:v>2.653</c:v>
                </c:pt>
                <c:pt idx="946">
                  <c:v>2.6429999999999998</c:v>
                </c:pt>
                <c:pt idx="947">
                  <c:v>2.6349999999999998</c:v>
                </c:pt>
                <c:pt idx="948">
                  <c:v>2.6240000000000001</c:v>
                </c:pt>
                <c:pt idx="949">
                  <c:v>2.6360000000000001</c:v>
                </c:pt>
                <c:pt idx="950">
                  <c:v>2.6629999999999998</c:v>
                </c:pt>
                <c:pt idx="951">
                  <c:v>2.65</c:v>
                </c:pt>
                <c:pt idx="952">
                  <c:v>2.653</c:v>
                </c:pt>
                <c:pt idx="953">
                  <c:v>2.6309999999999998</c:v>
                </c:pt>
                <c:pt idx="954">
                  <c:v>2.6179999999999999</c:v>
                </c:pt>
                <c:pt idx="955">
                  <c:v>2.6280000000000001</c:v>
                </c:pt>
                <c:pt idx="956">
                  <c:v>2.6160000000000001</c:v>
                </c:pt>
                <c:pt idx="957">
                  <c:v>2.6240000000000001</c:v>
                </c:pt>
                <c:pt idx="958">
                  <c:v>2.6320000000000001</c:v>
                </c:pt>
                <c:pt idx="959">
                  <c:v>2.6269999999999998</c:v>
                </c:pt>
                <c:pt idx="960">
                  <c:v>2.6309999999999998</c:v>
                </c:pt>
                <c:pt idx="961">
                  <c:v>2.6440000000000001</c:v>
                </c:pt>
                <c:pt idx="962">
                  <c:v>2.6539999999999999</c:v>
                </c:pt>
                <c:pt idx="963">
                  <c:v>2.6589999999999998</c:v>
                </c:pt>
                <c:pt idx="964">
                  <c:v>2.66</c:v>
                </c:pt>
                <c:pt idx="965">
                  <c:v>2.6720000000000002</c:v>
                </c:pt>
                <c:pt idx="966">
                  <c:v>2.673</c:v>
                </c:pt>
                <c:pt idx="967">
                  <c:v>2.673</c:v>
                </c:pt>
                <c:pt idx="968">
                  <c:v>2.6739999999999999</c:v>
                </c:pt>
                <c:pt idx="969">
                  <c:v>2.6720000000000002</c:v>
                </c:pt>
                <c:pt idx="970">
                  <c:v>2.6659999999999999</c:v>
                </c:pt>
                <c:pt idx="971">
                  <c:v>2.6680000000000001</c:v>
                </c:pt>
                <c:pt idx="972">
                  <c:v>2.6680000000000001</c:v>
                </c:pt>
                <c:pt idx="973">
                  <c:v>2.66</c:v>
                </c:pt>
                <c:pt idx="974">
                  <c:v>2.6549999999999998</c:v>
                </c:pt>
                <c:pt idx="975">
                  <c:v>2.6480000000000001</c:v>
                </c:pt>
                <c:pt idx="976">
                  <c:v>2.6379999999999999</c:v>
                </c:pt>
                <c:pt idx="977">
                  <c:v>2.63</c:v>
                </c:pt>
                <c:pt idx="978">
                  <c:v>2.6240000000000001</c:v>
                </c:pt>
                <c:pt idx="979">
                  <c:v>2.6230000000000002</c:v>
                </c:pt>
                <c:pt idx="980">
                  <c:v>2.62</c:v>
                </c:pt>
                <c:pt idx="981">
                  <c:v>2.6150000000000002</c:v>
                </c:pt>
                <c:pt idx="982">
                  <c:v>2.6269999999999998</c:v>
                </c:pt>
                <c:pt idx="983">
                  <c:v>2.6389999999999998</c:v>
                </c:pt>
                <c:pt idx="984">
                  <c:v>2.621</c:v>
                </c:pt>
                <c:pt idx="985">
                  <c:v>2.63</c:v>
                </c:pt>
                <c:pt idx="986">
                  <c:v>2.6160000000000001</c:v>
                </c:pt>
                <c:pt idx="987">
                  <c:v>2.6150000000000002</c:v>
                </c:pt>
                <c:pt idx="988">
                  <c:v>2.6040000000000001</c:v>
                </c:pt>
                <c:pt idx="989">
                  <c:v>2.61</c:v>
                </c:pt>
                <c:pt idx="990">
                  <c:v>2.609</c:v>
                </c:pt>
                <c:pt idx="991">
                  <c:v>2.6019999999999999</c:v>
                </c:pt>
                <c:pt idx="992">
                  <c:v>2.6019999999999999</c:v>
                </c:pt>
                <c:pt idx="993">
                  <c:v>2.59</c:v>
                </c:pt>
                <c:pt idx="994">
                  <c:v>2.5920000000000001</c:v>
                </c:pt>
                <c:pt idx="995">
                  <c:v>2.6030000000000002</c:v>
                </c:pt>
                <c:pt idx="996">
                  <c:v>2.6110000000000002</c:v>
                </c:pt>
                <c:pt idx="997">
                  <c:v>2.6150000000000002</c:v>
                </c:pt>
                <c:pt idx="998">
                  <c:v>2.617</c:v>
                </c:pt>
                <c:pt idx="999">
                  <c:v>2.621</c:v>
                </c:pt>
                <c:pt idx="1000">
                  <c:v>2.6070000000000002</c:v>
                </c:pt>
                <c:pt idx="1001">
                  <c:v>2.6219999999999999</c:v>
                </c:pt>
                <c:pt idx="1002">
                  <c:v>2.6219999999999999</c:v>
                </c:pt>
                <c:pt idx="1003">
                  <c:v>2.5920000000000001</c:v>
                </c:pt>
                <c:pt idx="1004">
                  <c:v>2.5579999999999998</c:v>
                </c:pt>
                <c:pt idx="1005">
                  <c:v>2.5249999999999999</c:v>
                </c:pt>
                <c:pt idx="1006">
                  <c:v>2.5350000000000001</c:v>
                </c:pt>
                <c:pt idx="1007">
                  <c:v>2.536</c:v>
                </c:pt>
                <c:pt idx="1008">
                  <c:v>2.536</c:v>
                </c:pt>
                <c:pt idx="1009">
                  <c:v>2.5129999999999999</c:v>
                </c:pt>
                <c:pt idx="1010">
                  <c:v>2.4990000000000001</c:v>
                </c:pt>
                <c:pt idx="1011">
                  <c:v>2.492</c:v>
                </c:pt>
                <c:pt idx="1012">
                  <c:v>2.4670000000000001</c:v>
                </c:pt>
                <c:pt idx="1013">
                  <c:v>2.4670000000000001</c:v>
                </c:pt>
                <c:pt idx="1014">
                  <c:v>2.4239999999999999</c:v>
                </c:pt>
                <c:pt idx="1015">
                  <c:v>2.4159999999999999</c:v>
                </c:pt>
                <c:pt idx="1016">
                  <c:v>2.415</c:v>
                </c:pt>
                <c:pt idx="1017">
                  <c:v>2.4119999999999999</c:v>
                </c:pt>
                <c:pt idx="1018">
                  <c:v>2.411</c:v>
                </c:pt>
                <c:pt idx="1019">
                  <c:v>2.3940000000000001</c:v>
                </c:pt>
                <c:pt idx="1020">
                  <c:v>2.3929999999999998</c:v>
                </c:pt>
                <c:pt idx="1021">
                  <c:v>2.39</c:v>
                </c:pt>
                <c:pt idx="1022">
                  <c:v>2.3740000000000001</c:v>
                </c:pt>
                <c:pt idx="1023">
                  <c:v>2.3740000000000001</c:v>
                </c:pt>
                <c:pt idx="1024">
                  <c:v>2.35</c:v>
                </c:pt>
                <c:pt idx="1025">
                  <c:v>2.3460000000000001</c:v>
                </c:pt>
                <c:pt idx="1026">
                  <c:v>2.3460000000000001</c:v>
                </c:pt>
                <c:pt idx="1027">
                  <c:v>2.3410000000000002</c:v>
                </c:pt>
                <c:pt idx="1028">
                  <c:v>2.3479999999999999</c:v>
                </c:pt>
                <c:pt idx="1029">
                  <c:v>2.319</c:v>
                </c:pt>
                <c:pt idx="1030">
                  <c:v>2.3140000000000001</c:v>
                </c:pt>
                <c:pt idx="1031">
                  <c:v>2.2879999999999998</c:v>
                </c:pt>
                <c:pt idx="1032">
                  <c:v>2.2949999999999999</c:v>
                </c:pt>
                <c:pt idx="1033">
                  <c:v>2.2810000000000001</c:v>
                </c:pt>
                <c:pt idx="1034">
                  <c:v>2.2810000000000001</c:v>
                </c:pt>
                <c:pt idx="1035">
                  <c:v>2.2799999999999998</c:v>
                </c:pt>
                <c:pt idx="1036">
                  <c:v>2.282</c:v>
                </c:pt>
                <c:pt idx="1037">
                  <c:v>2.2799999999999998</c:v>
                </c:pt>
                <c:pt idx="1038">
                  <c:v>2.2759999999999998</c:v>
                </c:pt>
                <c:pt idx="1039">
                  <c:v>2.27</c:v>
                </c:pt>
                <c:pt idx="1040">
                  <c:v>2.2759999999999998</c:v>
                </c:pt>
                <c:pt idx="1041">
                  <c:v>2.2759999999999998</c:v>
                </c:pt>
                <c:pt idx="1042">
                  <c:v>2.2709999999999999</c:v>
                </c:pt>
                <c:pt idx="1043">
                  <c:v>2.2930000000000001</c:v>
                </c:pt>
                <c:pt idx="1044">
                  <c:v>2.2839999999999998</c:v>
                </c:pt>
                <c:pt idx="1045">
                  <c:v>2.278</c:v>
                </c:pt>
                <c:pt idx="1046">
                  <c:v>2.2770000000000001</c:v>
                </c:pt>
                <c:pt idx="1047">
                  <c:v>2.2829999999999999</c:v>
                </c:pt>
                <c:pt idx="1048">
                  <c:v>2.2850000000000001</c:v>
                </c:pt>
                <c:pt idx="1049">
                  <c:v>2.2919999999999998</c:v>
                </c:pt>
                <c:pt idx="1050">
                  <c:v>2.298</c:v>
                </c:pt>
                <c:pt idx="1051">
                  <c:v>2.2789999999999999</c:v>
                </c:pt>
                <c:pt idx="1052">
                  <c:v>2.29</c:v>
                </c:pt>
                <c:pt idx="1053">
                  <c:v>2.2949999999999999</c:v>
                </c:pt>
                <c:pt idx="1054">
                  <c:v>2.2919999999999998</c:v>
                </c:pt>
                <c:pt idx="1055">
                  <c:v>2.3069999999999999</c:v>
                </c:pt>
                <c:pt idx="1056">
                  <c:v>2.2970000000000002</c:v>
                </c:pt>
                <c:pt idx="1057">
                  <c:v>2.298</c:v>
                </c:pt>
                <c:pt idx="1058">
                  <c:v>2.294</c:v>
                </c:pt>
                <c:pt idx="1059">
                  <c:v>2.3039999999999998</c:v>
                </c:pt>
                <c:pt idx="1060">
                  <c:v>2.302</c:v>
                </c:pt>
                <c:pt idx="1061">
                  <c:v>2.3010000000000002</c:v>
                </c:pt>
                <c:pt idx="1062">
                  <c:v>2.31</c:v>
                </c:pt>
                <c:pt idx="1063">
                  <c:v>2.302</c:v>
                </c:pt>
                <c:pt idx="1064">
                  <c:v>2.3109999999999999</c:v>
                </c:pt>
                <c:pt idx="1065">
                  <c:v>2.3130000000000002</c:v>
                </c:pt>
                <c:pt idx="1066">
                  <c:v>2.31</c:v>
                </c:pt>
                <c:pt idx="1067">
                  <c:v>2.3090000000000002</c:v>
                </c:pt>
                <c:pt idx="1068">
                  <c:v>2.2949999999999999</c:v>
                </c:pt>
                <c:pt idx="1069">
                  <c:v>2.3029999999999999</c:v>
                </c:pt>
                <c:pt idx="1070">
                  <c:v>2.3130000000000002</c:v>
                </c:pt>
                <c:pt idx="1071">
                  <c:v>2.3079999999999998</c:v>
                </c:pt>
                <c:pt idx="1072">
                  <c:v>2.3069999999999999</c:v>
                </c:pt>
                <c:pt idx="1073">
                  <c:v>2.3170000000000002</c:v>
                </c:pt>
                <c:pt idx="1074">
                  <c:v>2.3149999999999999</c:v>
                </c:pt>
                <c:pt idx="1075">
                  <c:v>2.3109999999999999</c:v>
                </c:pt>
                <c:pt idx="1076">
                  <c:v>2.3140000000000001</c:v>
                </c:pt>
                <c:pt idx="1077">
                  <c:v>2.3140000000000001</c:v>
                </c:pt>
                <c:pt idx="1078">
                  <c:v>2.3159999999999998</c:v>
                </c:pt>
                <c:pt idx="1079">
                  <c:v>2.3180000000000001</c:v>
                </c:pt>
                <c:pt idx="1080">
                  <c:v>2.31</c:v>
                </c:pt>
                <c:pt idx="1081">
                  <c:v>2.2999999999999998</c:v>
                </c:pt>
                <c:pt idx="1082">
                  <c:v>2.2949999999999999</c:v>
                </c:pt>
                <c:pt idx="1083">
                  <c:v>2.2970000000000002</c:v>
                </c:pt>
                <c:pt idx="1084">
                  <c:v>2.3029999999999999</c:v>
                </c:pt>
                <c:pt idx="1085">
                  <c:v>2.266</c:v>
                </c:pt>
                <c:pt idx="1086">
                  <c:v>2.2669999999999999</c:v>
                </c:pt>
                <c:pt idx="1087">
                  <c:v>2.2690000000000001</c:v>
                </c:pt>
                <c:pt idx="1088">
                  <c:v>2.2629999999999999</c:v>
                </c:pt>
                <c:pt idx="1089">
                  <c:v>2.2629999999999999</c:v>
                </c:pt>
                <c:pt idx="1090">
                  <c:v>2.266</c:v>
                </c:pt>
                <c:pt idx="1091">
                  <c:v>2.27</c:v>
                </c:pt>
                <c:pt idx="1092">
                  <c:v>2.2650000000000001</c:v>
                </c:pt>
                <c:pt idx="1093">
                  <c:v>2.2610000000000001</c:v>
                </c:pt>
                <c:pt idx="1094">
                  <c:v>2.266</c:v>
                </c:pt>
                <c:pt idx="1095">
                  <c:v>2.2679999999999998</c:v>
                </c:pt>
                <c:pt idx="1096">
                  <c:v>2.2669999999999999</c:v>
                </c:pt>
                <c:pt idx="1097">
                  <c:v>2.266</c:v>
                </c:pt>
                <c:pt idx="1098">
                  <c:v>2.2690000000000001</c:v>
                </c:pt>
                <c:pt idx="1099">
                  <c:v>2.258</c:v>
                </c:pt>
                <c:pt idx="1100">
                  <c:v>2.25</c:v>
                </c:pt>
                <c:pt idx="1101">
                  <c:v>2.2400000000000002</c:v>
                </c:pt>
                <c:pt idx="1102">
                  <c:v>2.2440000000000002</c:v>
                </c:pt>
                <c:pt idx="1103">
                  <c:v>2.2480000000000002</c:v>
                </c:pt>
                <c:pt idx="1104">
                  <c:v>2.2530000000000001</c:v>
                </c:pt>
                <c:pt idx="1105">
                  <c:v>2.258</c:v>
                </c:pt>
                <c:pt idx="1106">
                  <c:v>2.2679999999999998</c:v>
                </c:pt>
                <c:pt idx="1107">
                  <c:v>2.2690000000000001</c:v>
                </c:pt>
                <c:pt idx="1108">
                  <c:v>2.27</c:v>
                </c:pt>
                <c:pt idx="1109">
                  <c:v>2.2690000000000001</c:v>
                </c:pt>
                <c:pt idx="1110">
                  <c:v>2.266</c:v>
                </c:pt>
                <c:pt idx="1111">
                  <c:v>2.2749999999999999</c:v>
                </c:pt>
                <c:pt idx="1112">
                  <c:v>2.2730000000000001</c:v>
                </c:pt>
                <c:pt idx="1113">
                  <c:v>2.2770000000000001</c:v>
                </c:pt>
                <c:pt idx="1114">
                  <c:v>2.278</c:v>
                </c:pt>
                <c:pt idx="1115">
                  <c:v>2.266</c:v>
                </c:pt>
                <c:pt idx="1116">
                  <c:v>2.266</c:v>
                </c:pt>
                <c:pt idx="1117">
                  <c:v>2.262</c:v>
                </c:pt>
                <c:pt idx="1118">
                  <c:v>2.2759999999999998</c:v>
                </c:pt>
                <c:pt idx="1119">
                  <c:v>2.2829999999999999</c:v>
                </c:pt>
                <c:pt idx="1120">
                  <c:v>2.2850000000000001</c:v>
                </c:pt>
                <c:pt idx="1121">
                  <c:v>2.2909999999999999</c:v>
                </c:pt>
                <c:pt idx="1122">
                  <c:v>2.3029999999999999</c:v>
                </c:pt>
                <c:pt idx="1123">
                  <c:v>2.3180000000000001</c:v>
                </c:pt>
                <c:pt idx="1124">
                  <c:v>2.3220000000000001</c:v>
                </c:pt>
                <c:pt idx="1125">
                  <c:v>2.3250000000000002</c:v>
                </c:pt>
                <c:pt idx="1126">
                  <c:v>2.3260000000000001</c:v>
                </c:pt>
                <c:pt idx="1127">
                  <c:v>2.3140000000000001</c:v>
                </c:pt>
                <c:pt idx="1128">
                  <c:v>2.3180000000000001</c:v>
                </c:pt>
                <c:pt idx="1129">
                  <c:v>2.3029999999999999</c:v>
                </c:pt>
                <c:pt idx="1130">
                  <c:v>2.298</c:v>
                </c:pt>
                <c:pt idx="1131">
                  <c:v>2.2949999999999999</c:v>
                </c:pt>
                <c:pt idx="1132">
                  <c:v>2.3109999999999999</c:v>
                </c:pt>
                <c:pt idx="1133">
                  <c:v>2.3039999999999998</c:v>
                </c:pt>
                <c:pt idx="1134">
                  <c:v>2.31</c:v>
                </c:pt>
                <c:pt idx="1135">
                  <c:v>2.3210000000000002</c:v>
                </c:pt>
                <c:pt idx="1136">
                  <c:v>2.3079999999999998</c:v>
                </c:pt>
                <c:pt idx="1137">
                  <c:v>2.3239999999999998</c:v>
                </c:pt>
                <c:pt idx="1138">
                  <c:v>2.3180000000000001</c:v>
                </c:pt>
                <c:pt idx="1139">
                  <c:v>2.33</c:v>
                </c:pt>
                <c:pt idx="1140">
                  <c:v>2.3359999999999999</c:v>
                </c:pt>
                <c:pt idx="1141">
                  <c:v>2.3719999999999999</c:v>
                </c:pt>
                <c:pt idx="1142">
                  <c:v>2.4489999999999998</c:v>
                </c:pt>
                <c:pt idx="1143">
                  <c:v>2.4380000000000002</c:v>
                </c:pt>
                <c:pt idx="1144">
                  <c:v>2.448</c:v>
                </c:pt>
                <c:pt idx="1145">
                  <c:v>2.4460000000000002</c:v>
                </c:pt>
                <c:pt idx="1146">
                  <c:v>2.46</c:v>
                </c:pt>
                <c:pt idx="1147">
                  <c:v>2.5049999999999999</c:v>
                </c:pt>
                <c:pt idx="1148">
                  <c:v>2.5289999999999999</c:v>
                </c:pt>
                <c:pt idx="1149">
                  <c:v>2.5230000000000001</c:v>
                </c:pt>
                <c:pt idx="1150">
                  <c:v>2.5059999999999998</c:v>
                </c:pt>
                <c:pt idx="1151">
                  <c:v>2.54</c:v>
                </c:pt>
                <c:pt idx="1152">
                  <c:v>2.5369999999999999</c:v>
                </c:pt>
                <c:pt idx="1153">
                  <c:v>2.5369999999999999</c:v>
                </c:pt>
                <c:pt idx="1154">
                  <c:v>2.52</c:v>
                </c:pt>
                <c:pt idx="1155">
                  <c:v>2.4860000000000002</c:v>
                </c:pt>
                <c:pt idx="1156">
                  <c:v>2.4780000000000002</c:v>
                </c:pt>
                <c:pt idx="1157">
                  <c:v>2.4750000000000001</c:v>
                </c:pt>
                <c:pt idx="1158">
                  <c:v>2.4500000000000002</c:v>
                </c:pt>
                <c:pt idx="1159">
                  <c:v>2.4580000000000002</c:v>
                </c:pt>
                <c:pt idx="1160">
                  <c:v>2.4590000000000001</c:v>
                </c:pt>
                <c:pt idx="1161">
                  <c:v>2.4569999999999999</c:v>
                </c:pt>
                <c:pt idx="1162">
                  <c:v>2.5219999999999998</c:v>
                </c:pt>
                <c:pt idx="1163">
                  <c:v>2.5169999999999999</c:v>
                </c:pt>
                <c:pt idx="1164">
                  <c:v>2.544</c:v>
                </c:pt>
                <c:pt idx="1165">
                  <c:v>2.5350000000000001</c:v>
                </c:pt>
                <c:pt idx="1166">
                  <c:v>2.5409999999999999</c:v>
                </c:pt>
                <c:pt idx="1167">
                  <c:v>2.524</c:v>
                </c:pt>
                <c:pt idx="1168">
                  <c:v>2.5089999999999999</c:v>
                </c:pt>
                <c:pt idx="1169">
                  <c:v>2.5209999999999999</c:v>
                </c:pt>
                <c:pt idx="1170">
                  <c:v>2.5350000000000001</c:v>
                </c:pt>
                <c:pt idx="1171">
                  <c:v>2.544</c:v>
                </c:pt>
                <c:pt idx="1172">
                  <c:v>2.5779999999999998</c:v>
                </c:pt>
                <c:pt idx="1173">
                  <c:v>2.5819999999999999</c:v>
                </c:pt>
                <c:pt idx="1174">
                  <c:v>2.5569999999999999</c:v>
                </c:pt>
                <c:pt idx="1175">
                  <c:v>2.5550000000000002</c:v>
                </c:pt>
                <c:pt idx="1176">
                  <c:v>2.5569999999999999</c:v>
                </c:pt>
                <c:pt idx="1177">
                  <c:v>2.5449999999999999</c:v>
                </c:pt>
                <c:pt idx="1178">
                  <c:v>2.5670000000000002</c:v>
                </c:pt>
                <c:pt idx="1179">
                  <c:v>2.5579999999999998</c:v>
                </c:pt>
                <c:pt idx="1180">
                  <c:v>2.5529999999999999</c:v>
                </c:pt>
                <c:pt idx="1181">
                  <c:v>2.5539999999999998</c:v>
                </c:pt>
                <c:pt idx="1182">
                  <c:v>2.5590000000000002</c:v>
                </c:pt>
                <c:pt idx="1183">
                  <c:v>2.5499999999999998</c:v>
                </c:pt>
                <c:pt idx="1184">
                  <c:v>2.556</c:v>
                </c:pt>
                <c:pt idx="1185">
                  <c:v>2.556</c:v>
                </c:pt>
                <c:pt idx="1186">
                  <c:v>2.5510000000000002</c:v>
                </c:pt>
                <c:pt idx="1187">
                  <c:v>2.552</c:v>
                </c:pt>
                <c:pt idx="1188">
                  <c:v>2.5449999999999999</c:v>
                </c:pt>
                <c:pt idx="1189">
                  <c:v>2.5230000000000001</c:v>
                </c:pt>
                <c:pt idx="1190">
                  <c:v>2.5169999999999999</c:v>
                </c:pt>
                <c:pt idx="1191">
                  <c:v>2.5209999999999999</c:v>
                </c:pt>
                <c:pt idx="1192">
                  <c:v>2.5230000000000001</c:v>
                </c:pt>
                <c:pt idx="1193">
                  <c:v>2.5259999999999998</c:v>
                </c:pt>
                <c:pt idx="1194">
                  <c:v>2.5249999999999999</c:v>
                </c:pt>
                <c:pt idx="1195">
                  <c:v>2.5579999999999998</c:v>
                </c:pt>
                <c:pt idx="1196">
                  <c:v>2.556</c:v>
                </c:pt>
                <c:pt idx="1197">
                  <c:v>2.58</c:v>
                </c:pt>
                <c:pt idx="1198">
                  <c:v>2.601</c:v>
                </c:pt>
                <c:pt idx="1199">
                  <c:v>2.5979999999999999</c:v>
                </c:pt>
                <c:pt idx="1200">
                  <c:v>2.5979999999999999</c:v>
                </c:pt>
                <c:pt idx="1201">
                  <c:v>2.6150000000000002</c:v>
                </c:pt>
                <c:pt idx="1202">
                  <c:v>2.6139999999999999</c:v>
                </c:pt>
                <c:pt idx="1203">
                  <c:v>2.6469999999999998</c:v>
                </c:pt>
                <c:pt idx="1204">
                  <c:v>2.6720000000000002</c:v>
                </c:pt>
                <c:pt idx="1205">
                  <c:v>2.6840000000000002</c:v>
                </c:pt>
                <c:pt idx="1206">
                  <c:v>2.694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6C-43CD-8CDF-873E287264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2Y</c:v>
                </c:pt>
              </c:strCache>
            </c:strRef>
          </c:tx>
          <c:spPr>
            <a:ln w="1270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Sheet1!$A$2:$A$1208</c:f>
              <c:strCache>
                <c:ptCount val="1207"/>
                <c:pt idx="0">
                  <c:v>2021-03-10</c:v>
                </c:pt>
                <c:pt idx="1">
                  <c:v>2021-03-11</c:v>
                </c:pt>
                <c:pt idx="2">
                  <c:v>2021-03-12</c:v>
                </c:pt>
                <c:pt idx="3">
                  <c:v>2021-03-15</c:v>
                </c:pt>
                <c:pt idx="4">
                  <c:v>2021-03-16</c:v>
                </c:pt>
                <c:pt idx="5">
                  <c:v>2021-03-17</c:v>
                </c:pt>
                <c:pt idx="6">
                  <c:v>2021-03-18</c:v>
                </c:pt>
                <c:pt idx="7">
                  <c:v>2021-03-19</c:v>
                </c:pt>
                <c:pt idx="8">
                  <c:v>2021-03-22</c:v>
                </c:pt>
                <c:pt idx="9">
                  <c:v>2021-03-23</c:v>
                </c:pt>
                <c:pt idx="10">
                  <c:v>2021-03-24</c:v>
                </c:pt>
                <c:pt idx="11">
                  <c:v>2021-03-25</c:v>
                </c:pt>
                <c:pt idx="12">
                  <c:v>2021-03-26</c:v>
                </c:pt>
                <c:pt idx="13">
                  <c:v>2021-03-29</c:v>
                </c:pt>
                <c:pt idx="14">
                  <c:v>2021-03-30</c:v>
                </c:pt>
                <c:pt idx="15">
                  <c:v>2021-03-31</c:v>
                </c:pt>
                <c:pt idx="16">
                  <c:v>2021-04-01</c:v>
                </c:pt>
                <c:pt idx="17">
                  <c:v>2021-04-02</c:v>
                </c:pt>
                <c:pt idx="18">
                  <c:v>2021-04-05</c:v>
                </c:pt>
                <c:pt idx="19">
                  <c:v>2021-04-06</c:v>
                </c:pt>
                <c:pt idx="20">
                  <c:v>2021-04-07</c:v>
                </c:pt>
                <c:pt idx="21">
                  <c:v>2021-04-08</c:v>
                </c:pt>
                <c:pt idx="22">
                  <c:v>2021-04-09</c:v>
                </c:pt>
                <c:pt idx="23">
                  <c:v>2021-04-12</c:v>
                </c:pt>
                <c:pt idx="24">
                  <c:v>2021-04-13</c:v>
                </c:pt>
                <c:pt idx="25">
                  <c:v>2021-04-14</c:v>
                </c:pt>
                <c:pt idx="26">
                  <c:v>2021-04-15</c:v>
                </c:pt>
                <c:pt idx="27">
                  <c:v>2021-04-16</c:v>
                </c:pt>
                <c:pt idx="28">
                  <c:v>2021-04-19</c:v>
                </c:pt>
                <c:pt idx="29">
                  <c:v>2021-04-20</c:v>
                </c:pt>
                <c:pt idx="30">
                  <c:v>2021-04-21</c:v>
                </c:pt>
                <c:pt idx="31">
                  <c:v>2021-04-22</c:v>
                </c:pt>
                <c:pt idx="32">
                  <c:v>2021-04-23</c:v>
                </c:pt>
                <c:pt idx="33">
                  <c:v>2021-04-26</c:v>
                </c:pt>
                <c:pt idx="34">
                  <c:v>2021-04-27</c:v>
                </c:pt>
                <c:pt idx="35">
                  <c:v>2021-04-28</c:v>
                </c:pt>
                <c:pt idx="36">
                  <c:v>2021-04-29</c:v>
                </c:pt>
                <c:pt idx="37">
                  <c:v>2021-04-30</c:v>
                </c:pt>
                <c:pt idx="38">
                  <c:v>2021-05-03</c:v>
                </c:pt>
                <c:pt idx="39">
                  <c:v>2021-05-04</c:v>
                </c:pt>
                <c:pt idx="40">
                  <c:v>2021-05-06</c:v>
                </c:pt>
                <c:pt idx="41">
                  <c:v>2021-05-07</c:v>
                </c:pt>
                <c:pt idx="42">
                  <c:v>2021-05-10</c:v>
                </c:pt>
                <c:pt idx="43">
                  <c:v>2021-05-11</c:v>
                </c:pt>
                <c:pt idx="44">
                  <c:v>2021-05-12</c:v>
                </c:pt>
                <c:pt idx="45">
                  <c:v>2021-05-13</c:v>
                </c:pt>
                <c:pt idx="46">
                  <c:v>2021-05-14</c:v>
                </c:pt>
                <c:pt idx="47">
                  <c:v>2021-05-17</c:v>
                </c:pt>
                <c:pt idx="48">
                  <c:v>2021-05-18</c:v>
                </c:pt>
                <c:pt idx="49">
                  <c:v>2021-05-20</c:v>
                </c:pt>
                <c:pt idx="50">
                  <c:v>2021-05-21</c:v>
                </c:pt>
                <c:pt idx="51">
                  <c:v>2021-05-24</c:v>
                </c:pt>
                <c:pt idx="52">
                  <c:v>2021-05-25</c:v>
                </c:pt>
                <c:pt idx="53">
                  <c:v>2021-05-26</c:v>
                </c:pt>
                <c:pt idx="54">
                  <c:v>2021-05-27</c:v>
                </c:pt>
                <c:pt idx="55">
                  <c:v>2021-05-28</c:v>
                </c:pt>
                <c:pt idx="56">
                  <c:v>2021-05-31</c:v>
                </c:pt>
                <c:pt idx="57">
                  <c:v>2021-06-01</c:v>
                </c:pt>
                <c:pt idx="58">
                  <c:v>2021-06-02</c:v>
                </c:pt>
                <c:pt idx="59">
                  <c:v>2021-06-03</c:v>
                </c:pt>
                <c:pt idx="60">
                  <c:v>2021-06-04</c:v>
                </c:pt>
                <c:pt idx="61">
                  <c:v>2021-06-07</c:v>
                </c:pt>
                <c:pt idx="62">
                  <c:v>2021-06-08</c:v>
                </c:pt>
                <c:pt idx="63">
                  <c:v>2021-06-09</c:v>
                </c:pt>
                <c:pt idx="64">
                  <c:v>2021-06-10</c:v>
                </c:pt>
                <c:pt idx="65">
                  <c:v>2021-06-11</c:v>
                </c:pt>
                <c:pt idx="66">
                  <c:v>2021-06-14</c:v>
                </c:pt>
                <c:pt idx="67">
                  <c:v>2021-06-15</c:v>
                </c:pt>
                <c:pt idx="68">
                  <c:v>2021-06-16</c:v>
                </c:pt>
                <c:pt idx="69">
                  <c:v>2021-06-17</c:v>
                </c:pt>
                <c:pt idx="70">
                  <c:v>2021-06-18</c:v>
                </c:pt>
                <c:pt idx="71">
                  <c:v>2021-06-21</c:v>
                </c:pt>
                <c:pt idx="72">
                  <c:v>2021-06-22</c:v>
                </c:pt>
                <c:pt idx="73">
                  <c:v>2021-06-23</c:v>
                </c:pt>
                <c:pt idx="74">
                  <c:v>2021-06-24</c:v>
                </c:pt>
                <c:pt idx="75">
                  <c:v>2021-06-25</c:v>
                </c:pt>
                <c:pt idx="76">
                  <c:v>2021-06-28</c:v>
                </c:pt>
                <c:pt idx="77">
                  <c:v>2021-06-29</c:v>
                </c:pt>
                <c:pt idx="78">
                  <c:v>2021-06-30</c:v>
                </c:pt>
                <c:pt idx="79">
                  <c:v>2021-07-01</c:v>
                </c:pt>
                <c:pt idx="80">
                  <c:v>2021-07-02</c:v>
                </c:pt>
                <c:pt idx="81">
                  <c:v>2021-07-05</c:v>
                </c:pt>
                <c:pt idx="82">
                  <c:v>2021-07-06</c:v>
                </c:pt>
                <c:pt idx="83">
                  <c:v>2021-07-07</c:v>
                </c:pt>
                <c:pt idx="84">
                  <c:v>2021-07-08</c:v>
                </c:pt>
                <c:pt idx="85">
                  <c:v>2021-07-09</c:v>
                </c:pt>
                <c:pt idx="86">
                  <c:v>2021-07-12</c:v>
                </c:pt>
                <c:pt idx="87">
                  <c:v>2021-07-13</c:v>
                </c:pt>
                <c:pt idx="88">
                  <c:v>2021-07-14</c:v>
                </c:pt>
                <c:pt idx="89">
                  <c:v>2021-07-15</c:v>
                </c:pt>
                <c:pt idx="90">
                  <c:v>2021-07-16</c:v>
                </c:pt>
                <c:pt idx="91">
                  <c:v>2021-07-19</c:v>
                </c:pt>
                <c:pt idx="92">
                  <c:v>2021-07-20</c:v>
                </c:pt>
                <c:pt idx="93">
                  <c:v>2021-07-21</c:v>
                </c:pt>
                <c:pt idx="94">
                  <c:v>2021-07-22</c:v>
                </c:pt>
                <c:pt idx="95">
                  <c:v>2021-07-23</c:v>
                </c:pt>
                <c:pt idx="96">
                  <c:v>2021-07-26</c:v>
                </c:pt>
                <c:pt idx="97">
                  <c:v>2021-07-27</c:v>
                </c:pt>
                <c:pt idx="98">
                  <c:v>2021-07-28</c:v>
                </c:pt>
                <c:pt idx="99">
                  <c:v>2021-07-29</c:v>
                </c:pt>
                <c:pt idx="100">
                  <c:v>2021-07-30</c:v>
                </c:pt>
                <c:pt idx="101">
                  <c:v>2021-08-02</c:v>
                </c:pt>
                <c:pt idx="102">
                  <c:v>2021-08-03</c:v>
                </c:pt>
                <c:pt idx="103">
                  <c:v>2021-08-04</c:v>
                </c:pt>
                <c:pt idx="104">
                  <c:v>2021-08-05</c:v>
                </c:pt>
                <c:pt idx="105">
                  <c:v>2021-08-06</c:v>
                </c:pt>
                <c:pt idx="106">
                  <c:v>2021-08-09</c:v>
                </c:pt>
                <c:pt idx="107">
                  <c:v>2021-08-10</c:v>
                </c:pt>
                <c:pt idx="108">
                  <c:v>2021-08-11</c:v>
                </c:pt>
                <c:pt idx="109">
                  <c:v>2021-08-12</c:v>
                </c:pt>
                <c:pt idx="110">
                  <c:v>2021-08-13</c:v>
                </c:pt>
                <c:pt idx="111">
                  <c:v>2021-08-17</c:v>
                </c:pt>
                <c:pt idx="112">
                  <c:v>2021-08-18</c:v>
                </c:pt>
                <c:pt idx="113">
                  <c:v>2021-08-19</c:v>
                </c:pt>
                <c:pt idx="114">
                  <c:v>2021-08-20</c:v>
                </c:pt>
                <c:pt idx="115">
                  <c:v>2021-08-23</c:v>
                </c:pt>
                <c:pt idx="116">
                  <c:v>2021-08-24</c:v>
                </c:pt>
                <c:pt idx="117">
                  <c:v>2021-08-25</c:v>
                </c:pt>
                <c:pt idx="118">
                  <c:v>2021-08-26</c:v>
                </c:pt>
                <c:pt idx="119">
                  <c:v>2021-08-27</c:v>
                </c:pt>
                <c:pt idx="120">
                  <c:v>2021-08-30</c:v>
                </c:pt>
                <c:pt idx="121">
                  <c:v>2021-08-31</c:v>
                </c:pt>
                <c:pt idx="122">
                  <c:v>2021-09-01</c:v>
                </c:pt>
                <c:pt idx="123">
                  <c:v>2021-09-02</c:v>
                </c:pt>
                <c:pt idx="124">
                  <c:v>2021-09-03</c:v>
                </c:pt>
                <c:pt idx="125">
                  <c:v>2021-09-06</c:v>
                </c:pt>
                <c:pt idx="126">
                  <c:v>2021-09-07</c:v>
                </c:pt>
                <c:pt idx="127">
                  <c:v>2021-09-08</c:v>
                </c:pt>
                <c:pt idx="128">
                  <c:v>2021-09-09</c:v>
                </c:pt>
                <c:pt idx="129">
                  <c:v>2021-09-10</c:v>
                </c:pt>
                <c:pt idx="130">
                  <c:v>2021-09-13</c:v>
                </c:pt>
                <c:pt idx="131">
                  <c:v>2021-09-14</c:v>
                </c:pt>
                <c:pt idx="132">
                  <c:v>2021-09-15</c:v>
                </c:pt>
                <c:pt idx="133">
                  <c:v>2021-09-16</c:v>
                </c:pt>
                <c:pt idx="134">
                  <c:v>2021-09-17</c:v>
                </c:pt>
                <c:pt idx="135">
                  <c:v>2021-09-23</c:v>
                </c:pt>
                <c:pt idx="136">
                  <c:v>2021-09-24</c:v>
                </c:pt>
                <c:pt idx="137">
                  <c:v>2021-09-27</c:v>
                </c:pt>
                <c:pt idx="138">
                  <c:v>2021-09-28</c:v>
                </c:pt>
                <c:pt idx="139">
                  <c:v>2021-09-29</c:v>
                </c:pt>
                <c:pt idx="140">
                  <c:v>2021-09-30</c:v>
                </c:pt>
                <c:pt idx="141">
                  <c:v>2021-10-01</c:v>
                </c:pt>
                <c:pt idx="142">
                  <c:v>2021-10-05</c:v>
                </c:pt>
                <c:pt idx="143">
                  <c:v>2021-10-06</c:v>
                </c:pt>
                <c:pt idx="144">
                  <c:v>2021-10-07</c:v>
                </c:pt>
                <c:pt idx="145">
                  <c:v>2021-10-08</c:v>
                </c:pt>
                <c:pt idx="146">
                  <c:v>2021-10-12</c:v>
                </c:pt>
                <c:pt idx="147">
                  <c:v>2021-10-13</c:v>
                </c:pt>
                <c:pt idx="148">
                  <c:v>2021-10-14</c:v>
                </c:pt>
                <c:pt idx="149">
                  <c:v>2021-10-15</c:v>
                </c:pt>
                <c:pt idx="150">
                  <c:v>2021-10-18</c:v>
                </c:pt>
                <c:pt idx="151">
                  <c:v>2021-10-19</c:v>
                </c:pt>
                <c:pt idx="152">
                  <c:v>2021-10-20</c:v>
                </c:pt>
                <c:pt idx="153">
                  <c:v>2021-10-21</c:v>
                </c:pt>
                <c:pt idx="154">
                  <c:v>2021-10-22</c:v>
                </c:pt>
                <c:pt idx="155">
                  <c:v>2021-10-25</c:v>
                </c:pt>
                <c:pt idx="156">
                  <c:v>2021-10-26</c:v>
                </c:pt>
                <c:pt idx="157">
                  <c:v>2021-10-27</c:v>
                </c:pt>
                <c:pt idx="158">
                  <c:v>2021-10-28</c:v>
                </c:pt>
                <c:pt idx="159">
                  <c:v>2021-10-29</c:v>
                </c:pt>
                <c:pt idx="160">
                  <c:v>2021-11-01</c:v>
                </c:pt>
                <c:pt idx="161">
                  <c:v>2021-11-02</c:v>
                </c:pt>
                <c:pt idx="162">
                  <c:v>2021-11-03</c:v>
                </c:pt>
                <c:pt idx="163">
                  <c:v>2021-11-04</c:v>
                </c:pt>
                <c:pt idx="164">
                  <c:v>2021-11-05</c:v>
                </c:pt>
                <c:pt idx="165">
                  <c:v>2021-11-08</c:v>
                </c:pt>
                <c:pt idx="166">
                  <c:v>2021-11-09</c:v>
                </c:pt>
                <c:pt idx="167">
                  <c:v>2021-11-10</c:v>
                </c:pt>
                <c:pt idx="168">
                  <c:v>2021-11-11</c:v>
                </c:pt>
                <c:pt idx="169">
                  <c:v>2021-11-12</c:v>
                </c:pt>
                <c:pt idx="170">
                  <c:v>2021-11-15</c:v>
                </c:pt>
                <c:pt idx="171">
                  <c:v>2021-11-16</c:v>
                </c:pt>
                <c:pt idx="172">
                  <c:v>2021-11-17</c:v>
                </c:pt>
                <c:pt idx="173">
                  <c:v>2021-11-18</c:v>
                </c:pt>
                <c:pt idx="174">
                  <c:v>2021-11-19</c:v>
                </c:pt>
                <c:pt idx="175">
                  <c:v>2021-11-22</c:v>
                </c:pt>
                <c:pt idx="176">
                  <c:v>2021-11-23</c:v>
                </c:pt>
                <c:pt idx="177">
                  <c:v>2021-11-24</c:v>
                </c:pt>
                <c:pt idx="178">
                  <c:v>2021-11-25</c:v>
                </c:pt>
                <c:pt idx="179">
                  <c:v>2021-11-26</c:v>
                </c:pt>
                <c:pt idx="180">
                  <c:v>2021-11-29</c:v>
                </c:pt>
                <c:pt idx="181">
                  <c:v>2021-11-30</c:v>
                </c:pt>
                <c:pt idx="182">
                  <c:v>2021-12-01</c:v>
                </c:pt>
                <c:pt idx="183">
                  <c:v>2021-12-02</c:v>
                </c:pt>
                <c:pt idx="184">
                  <c:v>2021-12-03</c:v>
                </c:pt>
                <c:pt idx="185">
                  <c:v>2021-12-06</c:v>
                </c:pt>
                <c:pt idx="186">
                  <c:v>2021-12-07</c:v>
                </c:pt>
                <c:pt idx="187">
                  <c:v>2021-12-08</c:v>
                </c:pt>
                <c:pt idx="188">
                  <c:v>2021-12-09</c:v>
                </c:pt>
                <c:pt idx="189">
                  <c:v>2021-12-10</c:v>
                </c:pt>
                <c:pt idx="190">
                  <c:v>2021-12-13</c:v>
                </c:pt>
                <c:pt idx="191">
                  <c:v>2021-12-14</c:v>
                </c:pt>
                <c:pt idx="192">
                  <c:v>2021-12-15</c:v>
                </c:pt>
                <c:pt idx="193">
                  <c:v>2021-12-16</c:v>
                </c:pt>
                <c:pt idx="194">
                  <c:v>2021-12-17</c:v>
                </c:pt>
                <c:pt idx="195">
                  <c:v>2021-12-20</c:v>
                </c:pt>
                <c:pt idx="196">
                  <c:v>2021-12-21</c:v>
                </c:pt>
                <c:pt idx="197">
                  <c:v>2021-12-22</c:v>
                </c:pt>
                <c:pt idx="198">
                  <c:v>2021-12-23</c:v>
                </c:pt>
                <c:pt idx="199">
                  <c:v>2021-12-24</c:v>
                </c:pt>
                <c:pt idx="200">
                  <c:v>2021-12-27</c:v>
                </c:pt>
                <c:pt idx="201">
                  <c:v>2021-12-28</c:v>
                </c:pt>
                <c:pt idx="202">
                  <c:v>2021-12-29</c:v>
                </c:pt>
                <c:pt idx="203">
                  <c:v>2021-12-30</c:v>
                </c:pt>
                <c:pt idx="204">
                  <c:v>2021-12-31</c:v>
                </c:pt>
                <c:pt idx="205">
                  <c:v>2022-01-03</c:v>
                </c:pt>
                <c:pt idx="206">
                  <c:v>2022-01-04</c:v>
                </c:pt>
                <c:pt idx="207">
                  <c:v>2022-01-05</c:v>
                </c:pt>
                <c:pt idx="208">
                  <c:v>2022-01-06</c:v>
                </c:pt>
                <c:pt idx="209">
                  <c:v>2022-01-07</c:v>
                </c:pt>
                <c:pt idx="210">
                  <c:v>2022-01-10</c:v>
                </c:pt>
                <c:pt idx="211">
                  <c:v>2022-01-11</c:v>
                </c:pt>
                <c:pt idx="212">
                  <c:v>2022-01-12</c:v>
                </c:pt>
                <c:pt idx="213">
                  <c:v>2022-01-13</c:v>
                </c:pt>
                <c:pt idx="214">
                  <c:v>2022-01-14</c:v>
                </c:pt>
                <c:pt idx="215">
                  <c:v>2022-01-17</c:v>
                </c:pt>
                <c:pt idx="216">
                  <c:v>2022-01-18</c:v>
                </c:pt>
                <c:pt idx="217">
                  <c:v>2022-01-19</c:v>
                </c:pt>
                <c:pt idx="218">
                  <c:v>2022-01-20</c:v>
                </c:pt>
                <c:pt idx="219">
                  <c:v>2022-01-21</c:v>
                </c:pt>
                <c:pt idx="220">
                  <c:v>2022-01-24</c:v>
                </c:pt>
                <c:pt idx="221">
                  <c:v>2022-01-25</c:v>
                </c:pt>
                <c:pt idx="222">
                  <c:v>2022-01-26</c:v>
                </c:pt>
                <c:pt idx="223">
                  <c:v>2022-01-27</c:v>
                </c:pt>
                <c:pt idx="224">
                  <c:v>2022-01-28</c:v>
                </c:pt>
                <c:pt idx="225">
                  <c:v>2022-02-03</c:v>
                </c:pt>
                <c:pt idx="226">
                  <c:v>2022-02-04</c:v>
                </c:pt>
                <c:pt idx="227">
                  <c:v>2022-02-07</c:v>
                </c:pt>
                <c:pt idx="228">
                  <c:v>2022-02-08</c:v>
                </c:pt>
                <c:pt idx="229">
                  <c:v>2022-02-09</c:v>
                </c:pt>
                <c:pt idx="230">
                  <c:v>2022-02-10</c:v>
                </c:pt>
                <c:pt idx="231">
                  <c:v>2022-02-11</c:v>
                </c:pt>
                <c:pt idx="232">
                  <c:v>2022-02-14</c:v>
                </c:pt>
                <c:pt idx="233">
                  <c:v>2022-02-15</c:v>
                </c:pt>
                <c:pt idx="234">
                  <c:v>2022-02-16</c:v>
                </c:pt>
                <c:pt idx="235">
                  <c:v>2022-02-17</c:v>
                </c:pt>
                <c:pt idx="236">
                  <c:v>2022-02-18</c:v>
                </c:pt>
                <c:pt idx="237">
                  <c:v>2022-02-21</c:v>
                </c:pt>
                <c:pt idx="238">
                  <c:v>2022-02-22</c:v>
                </c:pt>
                <c:pt idx="239">
                  <c:v>2022-02-23</c:v>
                </c:pt>
                <c:pt idx="240">
                  <c:v>2022-02-24</c:v>
                </c:pt>
                <c:pt idx="241">
                  <c:v>2022-02-25</c:v>
                </c:pt>
                <c:pt idx="242">
                  <c:v>2022-02-28</c:v>
                </c:pt>
                <c:pt idx="243">
                  <c:v>2022-03-02</c:v>
                </c:pt>
                <c:pt idx="244">
                  <c:v>2022-03-03</c:v>
                </c:pt>
                <c:pt idx="245">
                  <c:v>2022-03-04</c:v>
                </c:pt>
                <c:pt idx="246">
                  <c:v>2022-03-07</c:v>
                </c:pt>
                <c:pt idx="247">
                  <c:v>2022-03-08</c:v>
                </c:pt>
                <c:pt idx="248">
                  <c:v>2022-03-10</c:v>
                </c:pt>
                <c:pt idx="249">
                  <c:v>2022-03-11</c:v>
                </c:pt>
                <c:pt idx="250">
                  <c:v>2022-03-14</c:v>
                </c:pt>
                <c:pt idx="251">
                  <c:v>2022-03-15</c:v>
                </c:pt>
                <c:pt idx="252">
                  <c:v>2022-03-16</c:v>
                </c:pt>
                <c:pt idx="253">
                  <c:v>2022-03-17</c:v>
                </c:pt>
                <c:pt idx="254">
                  <c:v>2022-03-18</c:v>
                </c:pt>
                <c:pt idx="255">
                  <c:v>2022-03-21</c:v>
                </c:pt>
                <c:pt idx="256">
                  <c:v>2022-03-22</c:v>
                </c:pt>
                <c:pt idx="257">
                  <c:v>2022-03-23</c:v>
                </c:pt>
                <c:pt idx="258">
                  <c:v>2022-03-24</c:v>
                </c:pt>
                <c:pt idx="259">
                  <c:v>2022-03-25</c:v>
                </c:pt>
                <c:pt idx="260">
                  <c:v>2022-03-28</c:v>
                </c:pt>
                <c:pt idx="261">
                  <c:v>2022-03-29</c:v>
                </c:pt>
                <c:pt idx="262">
                  <c:v>2022-03-30</c:v>
                </c:pt>
                <c:pt idx="263">
                  <c:v>2022-03-31</c:v>
                </c:pt>
                <c:pt idx="264">
                  <c:v>2022-04-01</c:v>
                </c:pt>
                <c:pt idx="265">
                  <c:v>2022-04-04</c:v>
                </c:pt>
                <c:pt idx="266">
                  <c:v>2022-04-05</c:v>
                </c:pt>
                <c:pt idx="267">
                  <c:v>2022-04-06</c:v>
                </c:pt>
                <c:pt idx="268">
                  <c:v>2022-04-07</c:v>
                </c:pt>
                <c:pt idx="269">
                  <c:v>2022-04-08</c:v>
                </c:pt>
                <c:pt idx="270">
                  <c:v>2022-04-11</c:v>
                </c:pt>
                <c:pt idx="271">
                  <c:v>2022-04-12</c:v>
                </c:pt>
                <c:pt idx="272">
                  <c:v>2022-04-13</c:v>
                </c:pt>
                <c:pt idx="273">
                  <c:v>2022-04-14</c:v>
                </c:pt>
                <c:pt idx="274">
                  <c:v>2022-04-15</c:v>
                </c:pt>
                <c:pt idx="275">
                  <c:v>2022-04-18</c:v>
                </c:pt>
                <c:pt idx="276">
                  <c:v>2022-04-19</c:v>
                </c:pt>
                <c:pt idx="277">
                  <c:v>2022-04-20</c:v>
                </c:pt>
                <c:pt idx="278">
                  <c:v>2022-04-21</c:v>
                </c:pt>
                <c:pt idx="279">
                  <c:v>2022-04-22</c:v>
                </c:pt>
                <c:pt idx="280">
                  <c:v>2022-04-25</c:v>
                </c:pt>
                <c:pt idx="281">
                  <c:v>2022-04-26</c:v>
                </c:pt>
                <c:pt idx="282">
                  <c:v>2022-04-27</c:v>
                </c:pt>
                <c:pt idx="283">
                  <c:v>2022-04-28</c:v>
                </c:pt>
                <c:pt idx="284">
                  <c:v>2022-04-29</c:v>
                </c:pt>
                <c:pt idx="285">
                  <c:v>2022-05-02</c:v>
                </c:pt>
                <c:pt idx="286">
                  <c:v>2022-05-03</c:v>
                </c:pt>
                <c:pt idx="287">
                  <c:v>2022-05-04</c:v>
                </c:pt>
                <c:pt idx="288">
                  <c:v>2022-05-06</c:v>
                </c:pt>
                <c:pt idx="289">
                  <c:v>2022-05-09</c:v>
                </c:pt>
                <c:pt idx="290">
                  <c:v>2022-05-10</c:v>
                </c:pt>
                <c:pt idx="291">
                  <c:v>2022-05-11</c:v>
                </c:pt>
                <c:pt idx="292">
                  <c:v>2022-05-12</c:v>
                </c:pt>
                <c:pt idx="293">
                  <c:v>2022-05-13</c:v>
                </c:pt>
                <c:pt idx="294">
                  <c:v>2022-05-16</c:v>
                </c:pt>
                <c:pt idx="295">
                  <c:v>2022-05-17</c:v>
                </c:pt>
                <c:pt idx="296">
                  <c:v>2022-05-18</c:v>
                </c:pt>
                <c:pt idx="297">
                  <c:v>2022-05-19</c:v>
                </c:pt>
                <c:pt idx="298">
                  <c:v>2022-05-20</c:v>
                </c:pt>
                <c:pt idx="299">
                  <c:v>2022-05-23</c:v>
                </c:pt>
                <c:pt idx="300">
                  <c:v>2022-05-24</c:v>
                </c:pt>
                <c:pt idx="301">
                  <c:v>2022-05-25</c:v>
                </c:pt>
                <c:pt idx="302">
                  <c:v>2022-05-26</c:v>
                </c:pt>
                <c:pt idx="303">
                  <c:v>2022-05-27</c:v>
                </c:pt>
                <c:pt idx="304">
                  <c:v>2022-05-30</c:v>
                </c:pt>
                <c:pt idx="305">
                  <c:v>2022-05-31</c:v>
                </c:pt>
                <c:pt idx="306">
                  <c:v>2022-06-02</c:v>
                </c:pt>
                <c:pt idx="307">
                  <c:v>2022-06-03</c:v>
                </c:pt>
                <c:pt idx="308">
                  <c:v>2022-06-07</c:v>
                </c:pt>
                <c:pt idx="309">
                  <c:v>2022-06-08</c:v>
                </c:pt>
                <c:pt idx="310">
                  <c:v>2022-06-09</c:v>
                </c:pt>
                <c:pt idx="311">
                  <c:v>2022-06-10</c:v>
                </c:pt>
                <c:pt idx="312">
                  <c:v>2022-06-13</c:v>
                </c:pt>
                <c:pt idx="313">
                  <c:v>2022-06-14</c:v>
                </c:pt>
                <c:pt idx="314">
                  <c:v>2022-06-15</c:v>
                </c:pt>
                <c:pt idx="315">
                  <c:v>2022-06-16</c:v>
                </c:pt>
                <c:pt idx="316">
                  <c:v>2022-06-17</c:v>
                </c:pt>
                <c:pt idx="317">
                  <c:v>2022-06-20</c:v>
                </c:pt>
                <c:pt idx="318">
                  <c:v>2022-06-21</c:v>
                </c:pt>
                <c:pt idx="319">
                  <c:v>2022-06-22</c:v>
                </c:pt>
                <c:pt idx="320">
                  <c:v>2022-06-23</c:v>
                </c:pt>
                <c:pt idx="321">
                  <c:v>2022-06-24</c:v>
                </c:pt>
                <c:pt idx="322">
                  <c:v>2022-06-27</c:v>
                </c:pt>
                <c:pt idx="323">
                  <c:v>2022-06-28</c:v>
                </c:pt>
                <c:pt idx="324">
                  <c:v>2022-06-29</c:v>
                </c:pt>
                <c:pt idx="325">
                  <c:v>2022-06-30</c:v>
                </c:pt>
                <c:pt idx="326">
                  <c:v>2022-07-01</c:v>
                </c:pt>
                <c:pt idx="327">
                  <c:v>2022-07-04</c:v>
                </c:pt>
                <c:pt idx="328">
                  <c:v>2022-07-05</c:v>
                </c:pt>
                <c:pt idx="329">
                  <c:v>2022-07-06</c:v>
                </c:pt>
                <c:pt idx="330">
                  <c:v>2022-07-07</c:v>
                </c:pt>
                <c:pt idx="331">
                  <c:v>2022-07-08</c:v>
                </c:pt>
                <c:pt idx="332">
                  <c:v>2022-07-11</c:v>
                </c:pt>
                <c:pt idx="333">
                  <c:v>2022-07-12</c:v>
                </c:pt>
                <c:pt idx="334">
                  <c:v>2022-07-13</c:v>
                </c:pt>
                <c:pt idx="335">
                  <c:v>2022-07-14</c:v>
                </c:pt>
                <c:pt idx="336">
                  <c:v>2022-07-15</c:v>
                </c:pt>
                <c:pt idx="337">
                  <c:v>2022-07-18</c:v>
                </c:pt>
                <c:pt idx="338">
                  <c:v>2022-07-19</c:v>
                </c:pt>
                <c:pt idx="339">
                  <c:v>2022-07-20</c:v>
                </c:pt>
                <c:pt idx="340">
                  <c:v>2022-07-21</c:v>
                </c:pt>
                <c:pt idx="341">
                  <c:v>2022-07-22</c:v>
                </c:pt>
                <c:pt idx="342">
                  <c:v>2022-07-25</c:v>
                </c:pt>
                <c:pt idx="343">
                  <c:v>2022-07-26</c:v>
                </c:pt>
                <c:pt idx="344">
                  <c:v>2022-07-27</c:v>
                </c:pt>
                <c:pt idx="345">
                  <c:v>2022-07-28</c:v>
                </c:pt>
                <c:pt idx="346">
                  <c:v>2022-07-29</c:v>
                </c:pt>
                <c:pt idx="347">
                  <c:v>2022-08-01</c:v>
                </c:pt>
                <c:pt idx="348">
                  <c:v>2022-08-02</c:v>
                </c:pt>
                <c:pt idx="349">
                  <c:v>2022-08-03</c:v>
                </c:pt>
                <c:pt idx="350">
                  <c:v>2022-08-04</c:v>
                </c:pt>
                <c:pt idx="351">
                  <c:v>2022-08-05</c:v>
                </c:pt>
                <c:pt idx="352">
                  <c:v>2022-08-08</c:v>
                </c:pt>
                <c:pt idx="353">
                  <c:v>2022-08-09</c:v>
                </c:pt>
                <c:pt idx="354">
                  <c:v>2022-08-10</c:v>
                </c:pt>
                <c:pt idx="355">
                  <c:v>2022-08-11</c:v>
                </c:pt>
                <c:pt idx="356">
                  <c:v>2022-08-12</c:v>
                </c:pt>
                <c:pt idx="357">
                  <c:v>2022-08-16</c:v>
                </c:pt>
                <c:pt idx="358">
                  <c:v>2022-08-17</c:v>
                </c:pt>
                <c:pt idx="359">
                  <c:v>2022-08-18</c:v>
                </c:pt>
                <c:pt idx="360">
                  <c:v>2022-08-19</c:v>
                </c:pt>
                <c:pt idx="361">
                  <c:v>2022-08-22</c:v>
                </c:pt>
                <c:pt idx="362">
                  <c:v>2022-08-23</c:v>
                </c:pt>
                <c:pt idx="363">
                  <c:v>2022-08-24</c:v>
                </c:pt>
                <c:pt idx="364">
                  <c:v>2022-08-25</c:v>
                </c:pt>
                <c:pt idx="365">
                  <c:v>2022-08-26</c:v>
                </c:pt>
                <c:pt idx="366">
                  <c:v>2022-08-29</c:v>
                </c:pt>
                <c:pt idx="367">
                  <c:v>2022-08-30</c:v>
                </c:pt>
                <c:pt idx="368">
                  <c:v>2022-08-31</c:v>
                </c:pt>
                <c:pt idx="369">
                  <c:v>2022-09-01</c:v>
                </c:pt>
                <c:pt idx="370">
                  <c:v>2022-09-02</c:v>
                </c:pt>
                <c:pt idx="371">
                  <c:v>2022-09-05</c:v>
                </c:pt>
                <c:pt idx="372">
                  <c:v>2022-09-06</c:v>
                </c:pt>
                <c:pt idx="373">
                  <c:v>2022-09-07</c:v>
                </c:pt>
                <c:pt idx="374">
                  <c:v>2022-09-08</c:v>
                </c:pt>
                <c:pt idx="375">
                  <c:v>2022-09-13</c:v>
                </c:pt>
                <c:pt idx="376">
                  <c:v>2022-09-14</c:v>
                </c:pt>
                <c:pt idx="377">
                  <c:v>2022-09-15</c:v>
                </c:pt>
                <c:pt idx="378">
                  <c:v>2022-09-16</c:v>
                </c:pt>
                <c:pt idx="379">
                  <c:v>2022-09-19</c:v>
                </c:pt>
                <c:pt idx="380">
                  <c:v>2022-09-20</c:v>
                </c:pt>
                <c:pt idx="381">
                  <c:v>2022-09-21</c:v>
                </c:pt>
                <c:pt idx="382">
                  <c:v>2022-09-22</c:v>
                </c:pt>
                <c:pt idx="383">
                  <c:v>2022-09-23</c:v>
                </c:pt>
                <c:pt idx="384">
                  <c:v>2022-09-26</c:v>
                </c:pt>
                <c:pt idx="385">
                  <c:v>2022-09-27</c:v>
                </c:pt>
                <c:pt idx="386">
                  <c:v>2022-09-28</c:v>
                </c:pt>
                <c:pt idx="387">
                  <c:v>2022-09-29</c:v>
                </c:pt>
                <c:pt idx="388">
                  <c:v>2022-09-30</c:v>
                </c:pt>
                <c:pt idx="389">
                  <c:v>2022-10-04</c:v>
                </c:pt>
                <c:pt idx="390">
                  <c:v>2022-10-05</c:v>
                </c:pt>
                <c:pt idx="391">
                  <c:v>2022-10-06</c:v>
                </c:pt>
                <c:pt idx="392">
                  <c:v>2022-10-07</c:v>
                </c:pt>
                <c:pt idx="393">
                  <c:v>2022-10-11</c:v>
                </c:pt>
                <c:pt idx="394">
                  <c:v>2022-10-12</c:v>
                </c:pt>
                <c:pt idx="395">
                  <c:v>2022-10-13</c:v>
                </c:pt>
                <c:pt idx="396">
                  <c:v>2022-10-14</c:v>
                </c:pt>
                <c:pt idx="397">
                  <c:v>2022-10-17</c:v>
                </c:pt>
                <c:pt idx="398">
                  <c:v>2022-10-18</c:v>
                </c:pt>
                <c:pt idx="399">
                  <c:v>2022-10-19</c:v>
                </c:pt>
                <c:pt idx="400">
                  <c:v>2022-10-20</c:v>
                </c:pt>
                <c:pt idx="401">
                  <c:v>2022-10-21</c:v>
                </c:pt>
                <c:pt idx="402">
                  <c:v>2022-10-24</c:v>
                </c:pt>
                <c:pt idx="403">
                  <c:v>2022-10-25</c:v>
                </c:pt>
                <c:pt idx="404">
                  <c:v>2022-10-26</c:v>
                </c:pt>
                <c:pt idx="405">
                  <c:v>2022-10-27</c:v>
                </c:pt>
                <c:pt idx="406">
                  <c:v>2022-10-28</c:v>
                </c:pt>
                <c:pt idx="407">
                  <c:v>2022-10-31</c:v>
                </c:pt>
                <c:pt idx="408">
                  <c:v>2022-11-01</c:v>
                </c:pt>
                <c:pt idx="409">
                  <c:v>2022-11-02</c:v>
                </c:pt>
                <c:pt idx="410">
                  <c:v>2022-11-03</c:v>
                </c:pt>
                <c:pt idx="411">
                  <c:v>2022-11-04</c:v>
                </c:pt>
                <c:pt idx="412">
                  <c:v>2022-11-07</c:v>
                </c:pt>
                <c:pt idx="413">
                  <c:v>2022-11-08</c:v>
                </c:pt>
                <c:pt idx="414">
                  <c:v>2022-11-09</c:v>
                </c:pt>
                <c:pt idx="415">
                  <c:v>2022-11-10</c:v>
                </c:pt>
                <c:pt idx="416">
                  <c:v>2022-11-11</c:v>
                </c:pt>
                <c:pt idx="417">
                  <c:v>2022-11-14</c:v>
                </c:pt>
                <c:pt idx="418">
                  <c:v>2022-11-15</c:v>
                </c:pt>
                <c:pt idx="419">
                  <c:v>2022-11-16</c:v>
                </c:pt>
                <c:pt idx="420">
                  <c:v>2022-11-17</c:v>
                </c:pt>
                <c:pt idx="421">
                  <c:v>2022-11-18</c:v>
                </c:pt>
                <c:pt idx="422">
                  <c:v>2022-11-21</c:v>
                </c:pt>
                <c:pt idx="423">
                  <c:v>2022-11-22</c:v>
                </c:pt>
                <c:pt idx="424">
                  <c:v>2022-11-23</c:v>
                </c:pt>
                <c:pt idx="425">
                  <c:v>2022-11-24</c:v>
                </c:pt>
                <c:pt idx="426">
                  <c:v>2022-11-25</c:v>
                </c:pt>
                <c:pt idx="427">
                  <c:v>2022-11-28</c:v>
                </c:pt>
                <c:pt idx="428">
                  <c:v>2022-11-29</c:v>
                </c:pt>
                <c:pt idx="429">
                  <c:v>2022-11-30</c:v>
                </c:pt>
                <c:pt idx="430">
                  <c:v>2022-12-01</c:v>
                </c:pt>
                <c:pt idx="431">
                  <c:v>2022-12-02</c:v>
                </c:pt>
                <c:pt idx="432">
                  <c:v>2022-12-05</c:v>
                </c:pt>
                <c:pt idx="433">
                  <c:v>2022-12-06</c:v>
                </c:pt>
                <c:pt idx="434">
                  <c:v>2022-12-07</c:v>
                </c:pt>
                <c:pt idx="435">
                  <c:v>2022-12-08</c:v>
                </c:pt>
                <c:pt idx="436">
                  <c:v>2022-12-09</c:v>
                </c:pt>
                <c:pt idx="437">
                  <c:v>2022-12-12</c:v>
                </c:pt>
                <c:pt idx="438">
                  <c:v>2022-12-13</c:v>
                </c:pt>
                <c:pt idx="439">
                  <c:v>2022-12-14</c:v>
                </c:pt>
                <c:pt idx="440">
                  <c:v>2022-12-15</c:v>
                </c:pt>
                <c:pt idx="441">
                  <c:v>2022-12-16</c:v>
                </c:pt>
                <c:pt idx="442">
                  <c:v>2022-12-19</c:v>
                </c:pt>
                <c:pt idx="443">
                  <c:v>2022-12-20</c:v>
                </c:pt>
                <c:pt idx="444">
                  <c:v>2022-12-21</c:v>
                </c:pt>
                <c:pt idx="445">
                  <c:v>2022-12-22</c:v>
                </c:pt>
                <c:pt idx="446">
                  <c:v>2022-12-23</c:v>
                </c:pt>
                <c:pt idx="447">
                  <c:v>2022-12-26</c:v>
                </c:pt>
                <c:pt idx="448">
                  <c:v>2022-12-27</c:v>
                </c:pt>
                <c:pt idx="449">
                  <c:v>2022-12-28</c:v>
                </c:pt>
                <c:pt idx="450">
                  <c:v>2022-12-29</c:v>
                </c:pt>
                <c:pt idx="451">
                  <c:v>2022-12-30</c:v>
                </c:pt>
                <c:pt idx="452">
                  <c:v>2023-01-02</c:v>
                </c:pt>
                <c:pt idx="453">
                  <c:v>2023-01-03</c:v>
                </c:pt>
                <c:pt idx="454">
                  <c:v>2023-01-04</c:v>
                </c:pt>
                <c:pt idx="455">
                  <c:v>2023-01-05</c:v>
                </c:pt>
                <c:pt idx="456">
                  <c:v>2023-01-06</c:v>
                </c:pt>
                <c:pt idx="457">
                  <c:v>2023-01-09</c:v>
                </c:pt>
                <c:pt idx="458">
                  <c:v>2023-01-10</c:v>
                </c:pt>
                <c:pt idx="459">
                  <c:v>2023-01-11</c:v>
                </c:pt>
                <c:pt idx="460">
                  <c:v>2023-01-12</c:v>
                </c:pt>
                <c:pt idx="461">
                  <c:v>2023-01-13</c:v>
                </c:pt>
                <c:pt idx="462">
                  <c:v>2023-01-16</c:v>
                </c:pt>
                <c:pt idx="463">
                  <c:v>2023-01-17</c:v>
                </c:pt>
                <c:pt idx="464">
                  <c:v>2023-01-18</c:v>
                </c:pt>
                <c:pt idx="465">
                  <c:v>2023-01-19</c:v>
                </c:pt>
                <c:pt idx="466">
                  <c:v>2023-01-20</c:v>
                </c:pt>
                <c:pt idx="467">
                  <c:v>2023-01-25</c:v>
                </c:pt>
                <c:pt idx="468">
                  <c:v>2023-01-26</c:v>
                </c:pt>
                <c:pt idx="469">
                  <c:v>2023-01-27</c:v>
                </c:pt>
                <c:pt idx="470">
                  <c:v>2023-01-30</c:v>
                </c:pt>
                <c:pt idx="471">
                  <c:v>2023-01-31</c:v>
                </c:pt>
                <c:pt idx="472">
                  <c:v>2023-02-01</c:v>
                </c:pt>
                <c:pt idx="473">
                  <c:v>2023-02-02</c:v>
                </c:pt>
                <c:pt idx="474">
                  <c:v>2023-02-03</c:v>
                </c:pt>
                <c:pt idx="475">
                  <c:v>2023-02-06</c:v>
                </c:pt>
                <c:pt idx="476">
                  <c:v>2023-02-07</c:v>
                </c:pt>
                <c:pt idx="477">
                  <c:v>2023-02-08</c:v>
                </c:pt>
                <c:pt idx="478">
                  <c:v>2023-02-09</c:v>
                </c:pt>
                <c:pt idx="479">
                  <c:v>2023-02-10</c:v>
                </c:pt>
                <c:pt idx="480">
                  <c:v>2023-02-13</c:v>
                </c:pt>
                <c:pt idx="481">
                  <c:v>2023-02-14</c:v>
                </c:pt>
                <c:pt idx="482">
                  <c:v>2023-02-15</c:v>
                </c:pt>
                <c:pt idx="483">
                  <c:v>2023-02-16</c:v>
                </c:pt>
                <c:pt idx="484">
                  <c:v>2023-02-17</c:v>
                </c:pt>
                <c:pt idx="485">
                  <c:v>2023-02-20</c:v>
                </c:pt>
                <c:pt idx="486">
                  <c:v>2023-02-21</c:v>
                </c:pt>
                <c:pt idx="487">
                  <c:v>2023-02-22</c:v>
                </c:pt>
                <c:pt idx="488">
                  <c:v>2023-02-23</c:v>
                </c:pt>
                <c:pt idx="489">
                  <c:v>2023-02-24</c:v>
                </c:pt>
                <c:pt idx="490">
                  <c:v>2023-02-27</c:v>
                </c:pt>
                <c:pt idx="491">
                  <c:v>2023-02-28</c:v>
                </c:pt>
                <c:pt idx="492">
                  <c:v>2023-03-02</c:v>
                </c:pt>
                <c:pt idx="493">
                  <c:v>2023-03-03</c:v>
                </c:pt>
                <c:pt idx="494">
                  <c:v>2023-03-06</c:v>
                </c:pt>
                <c:pt idx="495">
                  <c:v>2023-03-07</c:v>
                </c:pt>
                <c:pt idx="496">
                  <c:v>2023-03-08</c:v>
                </c:pt>
                <c:pt idx="497">
                  <c:v>2023-03-09</c:v>
                </c:pt>
                <c:pt idx="498">
                  <c:v>2023-03-10</c:v>
                </c:pt>
                <c:pt idx="499">
                  <c:v>2023-03-13</c:v>
                </c:pt>
                <c:pt idx="500">
                  <c:v>2023-03-14</c:v>
                </c:pt>
                <c:pt idx="501">
                  <c:v>2023-03-15</c:v>
                </c:pt>
                <c:pt idx="502">
                  <c:v>2023-03-16</c:v>
                </c:pt>
                <c:pt idx="503">
                  <c:v>2023-03-17</c:v>
                </c:pt>
                <c:pt idx="504">
                  <c:v>2023-03-20</c:v>
                </c:pt>
                <c:pt idx="505">
                  <c:v>2023-03-21</c:v>
                </c:pt>
                <c:pt idx="506">
                  <c:v>2023-03-22</c:v>
                </c:pt>
                <c:pt idx="507">
                  <c:v>2023-03-23</c:v>
                </c:pt>
                <c:pt idx="508">
                  <c:v>2023-03-24</c:v>
                </c:pt>
                <c:pt idx="509">
                  <c:v>2023-03-27</c:v>
                </c:pt>
                <c:pt idx="510">
                  <c:v>2023-03-28</c:v>
                </c:pt>
                <c:pt idx="511">
                  <c:v>2023-03-29</c:v>
                </c:pt>
                <c:pt idx="512">
                  <c:v>2023-03-30</c:v>
                </c:pt>
                <c:pt idx="513">
                  <c:v>2023-03-31</c:v>
                </c:pt>
                <c:pt idx="514">
                  <c:v>2023-04-03</c:v>
                </c:pt>
                <c:pt idx="515">
                  <c:v>2023-04-04</c:v>
                </c:pt>
                <c:pt idx="516">
                  <c:v>2023-04-05</c:v>
                </c:pt>
                <c:pt idx="517">
                  <c:v>2023-04-06</c:v>
                </c:pt>
                <c:pt idx="518">
                  <c:v>2023-04-07</c:v>
                </c:pt>
                <c:pt idx="519">
                  <c:v>2023-04-10</c:v>
                </c:pt>
                <c:pt idx="520">
                  <c:v>2023-04-11</c:v>
                </c:pt>
                <c:pt idx="521">
                  <c:v>2023-04-12</c:v>
                </c:pt>
                <c:pt idx="522">
                  <c:v>2023-04-13</c:v>
                </c:pt>
                <c:pt idx="523">
                  <c:v>2023-04-14</c:v>
                </c:pt>
                <c:pt idx="524">
                  <c:v>2023-04-17</c:v>
                </c:pt>
                <c:pt idx="525">
                  <c:v>2023-04-18</c:v>
                </c:pt>
                <c:pt idx="526">
                  <c:v>2023-04-19</c:v>
                </c:pt>
                <c:pt idx="527">
                  <c:v>2023-04-20</c:v>
                </c:pt>
                <c:pt idx="528">
                  <c:v>2023-04-21</c:v>
                </c:pt>
                <c:pt idx="529">
                  <c:v>2023-04-24</c:v>
                </c:pt>
                <c:pt idx="530">
                  <c:v>2023-04-25</c:v>
                </c:pt>
                <c:pt idx="531">
                  <c:v>2023-04-26</c:v>
                </c:pt>
                <c:pt idx="532">
                  <c:v>2023-04-27</c:v>
                </c:pt>
                <c:pt idx="533">
                  <c:v>2023-04-28</c:v>
                </c:pt>
                <c:pt idx="534">
                  <c:v>2023-05-02</c:v>
                </c:pt>
                <c:pt idx="535">
                  <c:v>2023-05-03</c:v>
                </c:pt>
                <c:pt idx="536">
                  <c:v>2023-05-04</c:v>
                </c:pt>
                <c:pt idx="537">
                  <c:v>2023-05-08</c:v>
                </c:pt>
                <c:pt idx="538">
                  <c:v>2023-05-09</c:v>
                </c:pt>
                <c:pt idx="539">
                  <c:v>2023-05-10</c:v>
                </c:pt>
                <c:pt idx="540">
                  <c:v>2023-05-11</c:v>
                </c:pt>
                <c:pt idx="541">
                  <c:v>2023-05-12</c:v>
                </c:pt>
                <c:pt idx="542">
                  <c:v>2023-05-15</c:v>
                </c:pt>
                <c:pt idx="543">
                  <c:v>2023-05-16</c:v>
                </c:pt>
                <c:pt idx="544">
                  <c:v>2023-05-17</c:v>
                </c:pt>
                <c:pt idx="545">
                  <c:v>2023-05-18</c:v>
                </c:pt>
                <c:pt idx="546">
                  <c:v>2023-05-19</c:v>
                </c:pt>
                <c:pt idx="547">
                  <c:v>2023-05-22</c:v>
                </c:pt>
                <c:pt idx="548">
                  <c:v>2023-05-23</c:v>
                </c:pt>
                <c:pt idx="549">
                  <c:v>2023-05-24</c:v>
                </c:pt>
                <c:pt idx="550">
                  <c:v>2023-05-25</c:v>
                </c:pt>
                <c:pt idx="551">
                  <c:v>2023-05-26</c:v>
                </c:pt>
                <c:pt idx="552">
                  <c:v>2023-05-30</c:v>
                </c:pt>
                <c:pt idx="553">
                  <c:v>2023-05-31</c:v>
                </c:pt>
                <c:pt idx="554">
                  <c:v>2023-06-01</c:v>
                </c:pt>
                <c:pt idx="555">
                  <c:v>2023-06-02</c:v>
                </c:pt>
                <c:pt idx="556">
                  <c:v>2023-06-05</c:v>
                </c:pt>
                <c:pt idx="557">
                  <c:v>2023-06-07</c:v>
                </c:pt>
                <c:pt idx="558">
                  <c:v>2023-06-08</c:v>
                </c:pt>
                <c:pt idx="559">
                  <c:v>2023-06-09</c:v>
                </c:pt>
                <c:pt idx="560">
                  <c:v>2023-06-12</c:v>
                </c:pt>
                <c:pt idx="561">
                  <c:v>2023-06-13</c:v>
                </c:pt>
                <c:pt idx="562">
                  <c:v>2023-06-14</c:v>
                </c:pt>
                <c:pt idx="563">
                  <c:v>2023-06-15</c:v>
                </c:pt>
                <c:pt idx="564">
                  <c:v>2023-06-16</c:v>
                </c:pt>
                <c:pt idx="565">
                  <c:v>2023-06-19</c:v>
                </c:pt>
                <c:pt idx="566">
                  <c:v>2023-06-20</c:v>
                </c:pt>
                <c:pt idx="567">
                  <c:v>2023-06-21</c:v>
                </c:pt>
                <c:pt idx="568">
                  <c:v>2023-06-22</c:v>
                </c:pt>
                <c:pt idx="569">
                  <c:v>2023-06-23</c:v>
                </c:pt>
                <c:pt idx="570">
                  <c:v>2023-06-26</c:v>
                </c:pt>
                <c:pt idx="571">
                  <c:v>2023-06-27</c:v>
                </c:pt>
                <c:pt idx="572">
                  <c:v>2023-06-28</c:v>
                </c:pt>
                <c:pt idx="573">
                  <c:v>2023-06-29</c:v>
                </c:pt>
                <c:pt idx="574">
                  <c:v>2023-06-30</c:v>
                </c:pt>
                <c:pt idx="575">
                  <c:v>2023-07-03</c:v>
                </c:pt>
                <c:pt idx="576">
                  <c:v>2023-07-04</c:v>
                </c:pt>
                <c:pt idx="577">
                  <c:v>2023-07-05</c:v>
                </c:pt>
                <c:pt idx="578">
                  <c:v>2023-07-06</c:v>
                </c:pt>
                <c:pt idx="579">
                  <c:v>2023-07-07</c:v>
                </c:pt>
                <c:pt idx="580">
                  <c:v>2023-07-10</c:v>
                </c:pt>
                <c:pt idx="581">
                  <c:v>2023-07-11</c:v>
                </c:pt>
                <c:pt idx="582">
                  <c:v>2023-07-12</c:v>
                </c:pt>
                <c:pt idx="583">
                  <c:v>2023-07-13</c:v>
                </c:pt>
                <c:pt idx="584">
                  <c:v>2023-07-14</c:v>
                </c:pt>
                <c:pt idx="585">
                  <c:v>2023-07-17</c:v>
                </c:pt>
                <c:pt idx="586">
                  <c:v>2023-07-18</c:v>
                </c:pt>
                <c:pt idx="587">
                  <c:v>2023-07-19</c:v>
                </c:pt>
                <c:pt idx="588">
                  <c:v>2023-07-20</c:v>
                </c:pt>
                <c:pt idx="589">
                  <c:v>2023-07-21</c:v>
                </c:pt>
                <c:pt idx="590">
                  <c:v>2023-07-24</c:v>
                </c:pt>
                <c:pt idx="591">
                  <c:v>2023-07-25</c:v>
                </c:pt>
                <c:pt idx="592">
                  <c:v>2023-07-26</c:v>
                </c:pt>
                <c:pt idx="593">
                  <c:v>2023-07-27</c:v>
                </c:pt>
                <c:pt idx="594">
                  <c:v>2023-07-28</c:v>
                </c:pt>
                <c:pt idx="595">
                  <c:v>2023-07-31</c:v>
                </c:pt>
                <c:pt idx="596">
                  <c:v>2023-08-01</c:v>
                </c:pt>
                <c:pt idx="597">
                  <c:v>2023-08-02</c:v>
                </c:pt>
                <c:pt idx="598">
                  <c:v>2023-08-03</c:v>
                </c:pt>
                <c:pt idx="599">
                  <c:v>2023-08-04</c:v>
                </c:pt>
                <c:pt idx="600">
                  <c:v>2023-08-07</c:v>
                </c:pt>
                <c:pt idx="601">
                  <c:v>2023-08-08</c:v>
                </c:pt>
                <c:pt idx="602">
                  <c:v>2023-08-09</c:v>
                </c:pt>
                <c:pt idx="603">
                  <c:v>2023-08-10</c:v>
                </c:pt>
                <c:pt idx="604">
                  <c:v>2023-08-11</c:v>
                </c:pt>
                <c:pt idx="605">
                  <c:v>2023-08-14</c:v>
                </c:pt>
                <c:pt idx="606">
                  <c:v>2023-08-16</c:v>
                </c:pt>
                <c:pt idx="607">
                  <c:v>2023-08-17</c:v>
                </c:pt>
                <c:pt idx="608">
                  <c:v>2023-08-18</c:v>
                </c:pt>
                <c:pt idx="609">
                  <c:v>2023-08-21</c:v>
                </c:pt>
                <c:pt idx="610">
                  <c:v>2023-08-22</c:v>
                </c:pt>
                <c:pt idx="611">
                  <c:v>2023-08-23</c:v>
                </c:pt>
                <c:pt idx="612">
                  <c:v>2023-08-24</c:v>
                </c:pt>
                <c:pt idx="613">
                  <c:v>2023-08-25</c:v>
                </c:pt>
                <c:pt idx="614">
                  <c:v>2023-08-28</c:v>
                </c:pt>
                <c:pt idx="615">
                  <c:v>2023-08-29</c:v>
                </c:pt>
                <c:pt idx="616">
                  <c:v>2023-08-30</c:v>
                </c:pt>
                <c:pt idx="617">
                  <c:v>2023-08-31</c:v>
                </c:pt>
                <c:pt idx="618">
                  <c:v>2023-09-01</c:v>
                </c:pt>
                <c:pt idx="619">
                  <c:v>2023-09-04</c:v>
                </c:pt>
                <c:pt idx="620">
                  <c:v>2023-09-05</c:v>
                </c:pt>
                <c:pt idx="621">
                  <c:v>2023-09-06</c:v>
                </c:pt>
                <c:pt idx="622">
                  <c:v>2023-09-07</c:v>
                </c:pt>
                <c:pt idx="623">
                  <c:v>2023-09-08</c:v>
                </c:pt>
                <c:pt idx="624">
                  <c:v>2023-09-11</c:v>
                </c:pt>
                <c:pt idx="625">
                  <c:v>2023-09-12</c:v>
                </c:pt>
                <c:pt idx="626">
                  <c:v>2023-09-13</c:v>
                </c:pt>
                <c:pt idx="627">
                  <c:v>2023-09-14</c:v>
                </c:pt>
                <c:pt idx="628">
                  <c:v>2023-09-15</c:v>
                </c:pt>
                <c:pt idx="629">
                  <c:v>2023-09-18</c:v>
                </c:pt>
                <c:pt idx="630">
                  <c:v>2023-09-19</c:v>
                </c:pt>
                <c:pt idx="631">
                  <c:v>2023-09-20</c:v>
                </c:pt>
                <c:pt idx="632">
                  <c:v>2023-09-21</c:v>
                </c:pt>
                <c:pt idx="633">
                  <c:v>2023-09-22</c:v>
                </c:pt>
                <c:pt idx="634">
                  <c:v>2023-09-25</c:v>
                </c:pt>
                <c:pt idx="635">
                  <c:v>2023-09-26</c:v>
                </c:pt>
                <c:pt idx="636">
                  <c:v>2023-09-27</c:v>
                </c:pt>
                <c:pt idx="637">
                  <c:v>2023-10-04</c:v>
                </c:pt>
                <c:pt idx="638">
                  <c:v>2023-10-05</c:v>
                </c:pt>
                <c:pt idx="639">
                  <c:v>2023-10-06</c:v>
                </c:pt>
                <c:pt idx="640">
                  <c:v>2023-10-10</c:v>
                </c:pt>
                <c:pt idx="641">
                  <c:v>2023-10-11</c:v>
                </c:pt>
                <c:pt idx="642">
                  <c:v>2023-10-12</c:v>
                </c:pt>
                <c:pt idx="643">
                  <c:v>2023-10-13</c:v>
                </c:pt>
                <c:pt idx="644">
                  <c:v>2023-10-16</c:v>
                </c:pt>
                <c:pt idx="645">
                  <c:v>2023-10-17</c:v>
                </c:pt>
                <c:pt idx="646">
                  <c:v>2023-10-18</c:v>
                </c:pt>
                <c:pt idx="647">
                  <c:v>2023-10-19</c:v>
                </c:pt>
                <c:pt idx="648">
                  <c:v>2023-10-20</c:v>
                </c:pt>
                <c:pt idx="649">
                  <c:v>2023-10-23</c:v>
                </c:pt>
                <c:pt idx="650">
                  <c:v>2023-10-24</c:v>
                </c:pt>
                <c:pt idx="651">
                  <c:v>2023-10-25</c:v>
                </c:pt>
                <c:pt idx="652">
                  <c:v>2023-10-26</c:v>
                </c:pt>
                <c:pt idx="653">
                  <c:v>2023-10-27</c:v>
                </c:pt>
                <c:pt idx="654">
                  <c:v>2023-10-30</c:v>
                </c:pt>
                <c:pt idx="655">
                  <c:v>2023-10-31</c:v>
                </c:pt>
                <c:pt idx="656">
                  <c:v>2023-11-01</c:v>
                </c:pt>
                <c:pt idx="657">
                  <c:v>2023-11-02</c:v>
                </c:pt>
                <c:pt idx="658">
                  <c:v>2023-11-03</c:v>
                </c:pt>
                <c:pt idx="659">
                  <c:v>2023-11-06</c:v>
                </c:pt>
                <c:pt idx="660">
                  <c:v>2023-11-07</c:v>
                </c:pt>
                <c:pt idx="661">
                  <c:v>2023-11-08</c:v>
                </c:pt>
                <c:pt idx="662">
                  <c:v>2023-11-09</c:v>
                </c:pt>
                <c:pt idx="663">
                  <c:v>2023-11-10</c:v>
                </c:pt>
                <c:pt idx="664">
                  <c:v>2023-11-13</c:v>
                </c:pt>
                <c:pt idx="665">
                  <c:v>2023-11-14</c:v>
                </c:pt>
                <c:pt idx="666">
                  <c:v>2023-11-15</c:v>
                </c:pt>
                <c:pt idx="667">
                  <c:v>2023-11-16</c:v>
                </c:pt>
                <c:pt idx="668">
                  <c:v>2023-11-17</c:v>
                </c:pt>
                <c:pt idx="669">
                  <c:v>2023-11-20</c:v>
                </c:pt>
                <c:pt idx="670">
                  <c:v>2023-11-21</c:v>
                </c:pt>
                <c:pt idx="671">
                  <c:v>2023-11-22</c:v>
                </c:pt>
                <c:pt idx="672">
                  <c:v>2023-11-23</c:v>
                </c:pt>
                <c:pt idx="673">
                  <c:v>2023-11-24</c:v>
                </c:pt>
                <c:pt idx="674">
                  <c:v>2023-11-27</c:v>
                </c:pt>
                <c:pt idx="675">
                  <c:v>2023-11-28</c:v>
                </c:pt>
                <c:pt idx="676">
                  <c:v>2023-11-29</c:v>
                </c:pt>
                <c:pt idx="677">
                  <c:v>2023-11-30</c:v>
                </c:pt>
                <c:pt idx="678">
                  <c:v>2023-12-01</c:v>
                </c:pt>
                <c:pt idx="679">
                  <c:v>2023-12-04</c:v>
                </c:pt>
                <c:pt idx="680">
                  <c:v>2023-12-05</c:v>
                </c:pt>
                <c:pt idx="681">
                  <c:v>2023-12-06</c:v>
                </c:pt>
                <c:pt idx="682">
                  <c:v>2023-12-07</c:v>
                </c:pt>
                <c:pt idx="683">
                  <c:v>2023-12-08</c:v>
                </c:pt>
                <c:pt idx="684">
                  <c:v>2023-12-11</c:v>
                </c:pt>
                <c:pt idx="685">
                  <c:v>2023-12-12</c:v>
                </c:pt>
                <c:pt idx="686">
                  <c:v>2023-12-13</c:v>
                </c:pt>
                <c:pt idx="687">
                  <c:v>2023-12-14</c:v>
                </c:pt>
                <c:pt idx="688">
                  <c:v>2023-12-15</c:v>
                </c:pt>
                <c:pt idx="689">
                  <c:v>2023-12-18</c:v>
                </c:pt>
                <c:pt idx="690">
                  <c:v>2023-12-19</c:v>
                </c:pt>
                <c:pt idx="691">
                  <c:v>2023-12-20</c:v>
                </c:pt>
                <c:pt idx="692">
                  <c:v>2023-12-21</c:v>
                </c:pt>
                <c:pt idx="693">
                  <c:v>2023-12-22</c:v>
                </c:pt>
                <c:pt idx="694">
                  <c:v>2023-12-26</c:v>
                </c:pt>
                <c:pt idx="695">
                  <c:v>2023-12-27</c:v>
                </c:pt>
                <c:pt idx="696">
                  <c:v>2023-12-28</c:v>
                </c:pt>
                <c:pt idx="697">
                  <c:v>2023-12-29</c:v>
                </c:pt>
                <c:pt idx="698">
                  <c:v>2024-01-02</c:v>
                </c:pt>
                <c:pt idx="699">
                  <c:v>2024-01-03</c:v>
                </c:pt>
                <c:pt idx="700">
                  <c:v>2024-01-04</c:v>
                </c:pt>
                <c:pt idx="701">
                  <c:v>2024-01-05</c:v>
                </c:pt>
                <c:pt idx="702">
                  <c:v>2024-01-08</c:v>
                </c:pt>
                <c:pt idx="703">
                  <c:v>2024-01-09</c:v>
                </c:pt>
                <c:pt idx="704">
                  <c:v>2024-01-10</c:v>
                </c:pt>
                <c:pt idx="705">
                  <c:v>2024-01-11</c:v>
                </c:pt>
                <c:pt idx="706">
                  <c:v>2024-01-12</c:v>
                </c:pt>
                <c:pt idx="707">
                  <c:v>2024-01-15</c:v>
                </c:pt>
                <c:pt idx="708">
                  <c:v>2024-01-16</c:v>
                </c:pt>
                <c:pt idx="709">
                  <c:v>2024-01-17</c:v>
                </c:pt>
                <c:pt idx="710">
                  <c:v>2024-01-18</c:v>
                </c:pt>
                <c:pt idx="711">
                  <c:v>2024-01-19</c:v>
                </c:pt>
                <c:pt idx="712">
                  <c:v>2024-01-22</c:v>
                </c:pt>
                <c:pt idx="713">
                  <c:v>2024-01-23</c:v>
                </c:pt>
                <c:pt idx="714">
                  <c:v>2024-01-24</c:v>
                </c:pt>
                <c:pt idx="715">
                  <c:v>2024-01-25</c:v>
                </c:pt>
                <c:pt idx="716">
                  <c:v>2024-01-26</c:v>
                </c:pt>
                <c:pt idx="717">
                  <c:v>2024-01-29</c:v>
                </c:pt>
                <c:pt idx="718">
                  <c:v>2024-01-30</c:v>
                </c:pt>
                <c:pt idx="719">
                  <c:v>2024-01-31</c:v>
                </c:pt>
                <c:pt idx="720">
                  <c:v>2024-02-01</c:v>
                </c:pt>
                <c:pt idx="721">
                  <c:v>2024-02-02</c:v>
                </c:pt>
                <c:pt idx="722">
                  <c:v>2024-02-05</c:v>
                </c:pt>
                <c:pt idx="723">
                  <c:v>2024-02-06</c:v>
                </c:pt>
                <c:pt idx="724">
                  <c:v>2024-02-07</c:v>
                </c:pt>
                <c:pt idx="725">
                  <c:v>2024-02-08</c:v>
                </c:pt>
                <c:pt idx="726">
                  <c:v>2024-02-13</c:v>
                </c:pt>
                <c:pt idx="727">
                  <c:v>2024-02-14</c:v>
                </c:pt>
                <c:pt idx="728">
                  <c:v>2024-02-15</c:v>
                </c:pt>
                <c:pt idx="729">
                  <c:v>2024-02-16</c:v>
                </c:pt>
                <c:pt idx="730">
                  <c:v>2024-02-19</c:v>
                </c:pt>
                <c:pt idx="731">
                  <c:v>2024-02-20</c:v>
                </c:pt>
                <c:pt idx="732">
                  <c:v>2024-02-21</c:v>
                </c:pt>
                <c:pt idx="733">
                  <c:v>2024-02-22</c:v>
                </c:pt>
                <c:pt idx="734">
                  <c:v>2024-02-23</c:v>
                </c:pt>
                <c:pt idx="735">
                  <c:v>2024-02-26</c:v>
                </c:pt>
                <c:pt idx="736">
                  <c:v>2024-02-27</c:v>
                </c:pt>
                <c:pt idx="737">
                  <c:v>2024-02-28</c:v>
                </c:pt>
                <c:pt idx="738">
                  <c:v>2024-02-29</c:v>
                </c:pt>
                <c:pt idx="739">
                  <c:v>2024-03-04</c:v>
                </c:pt>
                <c:pt idx="740">
                  <c:v>2024-03-05</c:v>
                </c:pt>
                <c:pt idx="741">
                  <c:v>2024-03-06</c:v>
                </c:pt>
                <c:pt idx="742">
                  <c:v>2024-03-07</c:v>
                </c:pt>
                <c:pt idx="743">
                  <c:v>2024-03-08</c:v>
                </c:pt>
                <c:pt idx="744">
                  <c:v>2024-03-11</c:v>
                </c:pt>
                <c:pt idx="745">
                  <c:v>2024-03-12</c:v>
                </c:pt>
                <c:pt idx="746">
                  <c:v>2024-03-13</c:v>
                </c:pt>
                <c:pt idx="747">
                  <c:v>2024-03-14</c:v>
                </c:pt>
                <c:pt idx="748">
                  <c:v>2024-03-15</c:v>
                </c:pt>
                <c:pt idx="749">
                  <c:v>2024-03-18</c:v>
                </c:pt>
                <c:pt idx="750">
                  <c:v>2024-03-19</c:v>
                </c:pt>
                <c:pt idx="751">
                  <c:v>2024-03-20</c:v>
                </c:pt>
                <c:pt idx="752">
                  <c:v>2024-03-21</c:v>
                </c:pt>
                <c:pt idx="753">
                  <c:v>2024-03-22</c:v>
                </c:pt>
                <c:pt idx="754">
                  <c:v>2024-03-25</c:v>
                </c:pt>
                <c:pt idx="755">
                  <c:v>2024-03-26</c:v>
                </c:pt>
                <c:pt idx="756">
                  <c:v>2024-03-27</c:v>
                </c:pt>
                <c:pt idx="757">
                  <c:v>2024-03-28</c:v>
                </c:pt>
                <c:pt idx="758">
                  <c:v>2024-03-29</c:v>
                </c:pt>
                <c:pt idx="759">
                  <c:v>2024-04-01</c:v>
                </c:pt>
                <c:pt idx="760">
                  <c:v>2024-04-02</c:v>
                </c:pt>
                <c:pt idx="761">
                  <c:v>2024-04-03</c:v>
                </c:pt>
                <c:pt idx="762">
                  <c:v>2024-04-04</c:v>
                </c:pt>
                <c:pt idx="763">
                  <c:v>2024-04-05</c:v>
                </c:pt>
                <c:pt idx="764">
                  <c:v>2024-04-08</c:v>
                </c:pt>
                <c:pt idx="765">
                  <c:v>2024-04-09</c:v>
                </c:pt>
                <c:pt idx="766">
                  <c:v>2024-04-11</c:v>
                </c:pt>
                <c:pt idx="767">
                  <c:v>2024-04-12</c:v>
                </c:pt>
                <c:pt idx="768">
                  <c:v>2024-04-15</c:v>
                </c:pt>
                <c:pt idx="769">
                  <c:v>2024-04-16</c:v>
                </c:pt>
                <c:pt idx="770">
                  <c:v>2024-04-17</c:v>
                </c:pt>
                <c:pt idx="771">
                  <c:v>2024-04-18</c:v>
                </c:pt>
                <c:pt idx="772">
                  <c:v>2024-04-19</c:v>
                </c:pt>
                <c:pt idx="773">
                  <c:v>2024-04-22</c:v>
                </c:pt>
                <c:pt idx="774">
                  <c:v>2024-04-23</c:v>
                </c:pt>
                <c:pt idx="775">
                  <c:v>2024-04-24</c:v>
                </c:pt>
                <c:pt idx="776">
                  <c:v>2024-04-25</c:v>
                </c:pt>
                <c:pt idx="777">
                  <c:v>2024-04-26</c:v>
                </c:pt>
                <c:pt idx="778">
                  <c:v>2024-04-29</c:v>
                </c:pt>
                <c:pt idx="779">
                  <c:v>2024-04-30</c:v>
                </c:pt>
                <c:pt idx="780">
                  <c:v>2024-05-02</c:v>
                </c:pt>
                <c:pt idx="781">
                  <c:v>2024-05-03</c:v>
                </c:pt>
                <c:pt idx="782">
                  <c:v>2024-05-07</c:v>
                </c:pt>
                <c:pt idx="783">
                  <c:v>2024-05-08</c:v>
                </c:pt>
                <c:pt idx="784">
                  <c:v>2024-05-09</c:v>
                </c:pt>
                <c:pt idx="785">
                  <c:v>2024-05-10</c:v>
                </c:pt>
                <c:pt idx="786">
                  <c:v>2024-05-13</c:v>
                </c:pt>
                <c:pt idx="787">
                  <c:v>2024-05-14</c:v>
                </c:pt>
                <c:pt idx="788">
                  <c:v>2024-05-16</c:v>
                </c:pt>
                <c:pt idx="789">
                  <c:v>2024-05-17</c:v>
                </c:pt>
                <c:pt idx="790">
                  <c:v>2024-05-20</c:v>
                </c:pt>
                <c:pt idx="791">
                  <c:v>2024-05-21</c:v>
                </c:pt>
                <c:pt idx="792">
                  <c:v>2024-05-22</c:v>
                </c:pt>
                <c:pt idx="793">
                  <c:v>2024-05-23</c:v>
                </c:pt>
                <c:pt idx="794">
                  <c:v>2024-05-24</c:v>
                </c:pt>
                <c:pt idx="795">
                  <c:v>2024-05-27</c:v>
                </c:pt>
                <c:pt idx="796">
                  <c:v>2024-05-28</c:v>
                </c:pt>
                <c:pt idx="797">
                  <c:v>2024-05-29</c:v>
                </c:pt>
                <c:pt idx="798">
                  <c:v>2024-05-30</c:v>
                </c:pt>
                <c:pt idx="799">
                  <c:v>2024-05-31</c:v>
                </c:pt>
                <c:pt idx="800">
                  <c:v>2024-06-03</c:v>
                </c:pt>
                <c:pt idx="801">
                  <c:v>2024-06-04</c:v>
                </c:pt>
                <c:pt idx="802">
                  <c:v>2024-06-05</c:v>
                </c:pt>
                <c:pt idx="803">
                  <c:v>2024-06-07</c:v>
                </c:pt>
                <c:pt idx="804">
                  <c:v>2024-06-10</c:v>
                </c:pt>
                <c:pt idx="805">
                  <c:v>2024-06-11</c:v>
                </c:pt>
                <c:pt idx="806">
                  <c:v>2024-06-12</c:v>
                </c:pt>
                <c:pt idx="807">
                  <c:v>2024-06-13</c:v>
                </c:pt>
                <c:pt idx="808">
                  <c:v>2024-06-14</c:v>
                </c:pt>
                <c:pt idx="809">
                  <c:v>2024-06-17</c:v>
                </c:pt>
                <c:pt idx="810">
                  <c:v>2024-06-18</c:v>
                </c:pt>
                <c:pt idx="811">
                  <c:v>2024-06-19</c:v>
                </c:pt>
                <c:pt idx="812">
                  <c:v>2024-06-20</c:v>
                </c:pt>
                <c:pt idx="813">
                  <c:v>2024-06-21</c:v>
                </c:pt>
                <c:pt idx="814">
                  <c:v>2024-06-24</c:v>
                </c:pt>
                <c:pt idx="815">
                  <c:v>2024-06-25</c:v>
                </c:pt>
                <c:pt idx="816">
                  <c:v>2024-06-26</c:v>
                </c:pt>
                <c:pt idx="817">
                  <c:v>2024-06-27</c:v>
                </c:pt>
                <c:pt idx="818">
                  <c:v>2024-06-28</c:v>
                </c:pt>
                <c:pt idx="819">
                  <c:v>2024-07-01</c:v>
                </c:pt>
                <c:pt idx="820">
                  <c:v>2024-07-02</c:v>
                </c:pt>
                <c:pt idx="821">
                  <c:v>2024-07-03</c:v>
                </c:pt>
                <c:pt idx="822">
                  <c:v>2024-07-04</c:v>
                </c:pt>
                <c:pt idx="823">
                  <c:v>2024-07-05</c:v>
                </c:pt>
                <c:pt idx="824">
                  <c:v>2024-07-08</c:v>
                </c:pt>
                <c:pt idx="825">
                  <c:v>2024-07-09</c:v>
                </c:pt>
                <c:pt idx="826">
                  <c:v>2024-07-10</c:v>
                </c:pt>
                <c:pt idx="827">
                  <c:v>2024-07-11</c:v>
                </c:pt>
                <c:pt idx="828">
                  <c:v>2024-07-12</c:v>
                </c:pt>
                <c:pt idx="829">
                  <c:v>2024-07-15</c:v>
                </c:pt>
                <c:pt idx="830">
                  <c:v>2024-07-16</c:v>
                </c:pt>
                <c:pt idx="831">
                  <c:v>2024-07-17</c:v>
                </c:pt>
                <c:pt idx="832">
                  <c:v>2024-07-18</c:v>
                </c:pt>
                <c:pt idx="833">
                  <c:v>2024-07-19</c:v>
                </c:pt>
                <c:pt idx="834">
                  <c:v>2024-07-22</c:v>
                </c:pt>
                <c:pt idx="835">
                  <c:v>2024-07-23</c:v>
                </c:pt>
                <c:pt idx="836">
                  <c:v>2024-07-24</c:v>
                </c:pt>
                <c:pt idx="837">
                  <c:v>2024-07-25</c:v>
                </c:pt>
                <c:pt idx="838">
                  <c:v>2024-07-26</c:v>
                </c:pt>
                <c:pt idx="839">
                  <c:v>2024-07-29</c:v>
                </c:pt>
                <c:pt idx="840">
                  <c:v>2024-07-30</c:v>
                </c:pt>
                <c:pt idx="841">
                  <c:v>2024-07-31</c:v>
                </c:pt>
                <c:pt idx="842">
                  <c:v>2024-08-01</c:v>
                </c:pt>
                <c:pt idx="843">
                  <c:v>2024-08-02</c:v>
                </c:pt>
                <c:pt idx="844">
                  <c:v>2024-08-05</c:v>
                </c:pt>
                <c:pt idx="845">
                  <c:v>2024-08-06</c:v>
                </c:pt>
                <c:pt idx="846">
                  <c:v>2024-08-07</c:v>
                </c:pt>
                <c:pt idx="847">
                  <c:v>2024-08-08</c:v>
                </c:pt>
                <c:pt idx="848">
                  <c:v>2024-08-09</c:v>
                </c:pt>
                <c:pt idx="849">
                  <c:v>2024-08-12</c:v>
                </c:pt>
                <c:pt idx="850">
                  <c:v>2024-08-13</c:v>
                </c:pt>
                <c:pt idx="851">
                  <c:v>2024-08-14</c:v>
                </c:pt>
                <c:pt idx="852">
                  <c:v>2024-08-16</c:v>
                </c:pt>
                <c:pt idx="853">
                  <c:v>2024-08-19</c:v>
                </c:pt>
                <c:pt idx="854">
                  <c:v>2024-08-20</c:v>
                </c:pt>
                <c:pt idx="855">
                  <c:v>2024-08-21</c:v>
                </c:pt>
                <c:pt idx="856">
                  <c:v>2024-08-22</c:v>
                </c:pt>
                <c:pt idx="857">
                  <c:v>2024-08-23</c:v>
                </c:pt>
                <c:pt idx="858">
                  <c:v>2024-08-26</c:v>
                </c:pt>
                <c:pt idx="859">
                  <c:v>2024-08-27</c:v>
                </c:pt>
                <c:pt idx="860">
                  <c:v>2024-08-28</c:v>
                </c:pt>
                <c:pt idx="861">
                  <c:v>2024-08-29</c:v>
                </c:pt>
                <c:pt idx="862">
                  <c:v>2024-08-30</c:v>
                </c:pt>
                <c:pt idx="863">
                  <c:v>2024-09-02</c:v>
                </c:pt>
                <c:pt idx="864">
                  <c:v>2024-09-03</c:v>
                </c:pt>
                <c:pt idx="865">
                  <c:v>2024-09-04</c:v>
                </c:pt>
                <c:pt idx="866">
                  <c:v>2024-09-05</c:v>
                </c:pt>
                <c:pt idx="867">
                  <c:v>2024-09-06</c:v>
                </c:pt>
                <c:pt idx="868">
                  <c:v>2024-09-09</c:v>
                </c:pt>
                <c:pt idx="869">
                  <c:v>2024-09-10</c:v>
                </c:pt>
                <c:pt idx="870">
                  <c:v>2024-09-11</c:v>
                </c:pt>
                <c:pt idx="871">
                  <c:v>2024-09-12</c:v>
                </c:pt>
                <c:pt idx="872">
                  <c:v>2024-09-13</c:v>
                </c:pt>
                <c:pt idx="873">
                  <c:v>2024-09-19</c:v>
                </c:pt>
                <c:pt idx="874">
                  <c:v>2024-09-20</c:v>
                </c:pt>
                <c:pt idx="875">
                  <c:v>2024-09-23</c:v>
                </c:pt>
                <c:pt idx="876">
                  <c:v>2024-09-24</c:v>
                </c:pt>
                <c:pt idx="877">
                  <c:v>2024-09-25</c:v>
                </c:pt>
                <c:pt idx="878">
                  <c:v>2024-09-26</c:v>
                </c:pt>
                <c:pt idx="879">
                  <c:v>2024-09-27</c:v>
                </c:pt>
                <c:pt idx="880">
                  <c:v>2024-09-30</c:v>
                </c:pt>
                <c:pt idx="881">
                  <c:v>2024-10-02</c:v>
                </c:pt>
                <c:pt idx="882">
                  <c:v>2024-10-04</c:v>
                </c:pt>
                <c:pt idx="883">
                  <c:v>2024-10-07</c:v>
                </c:pt>
                <c:pt idx="884">
                  <c:v>2024-10-08</c:v>
                </c:pt>
                <c:pt idx="885">
                  <c:v>2024-10-10</c:v>
                </c:pt>
                <c:pt idx="886">
                  <c:v>2024-10-11</c:v>
                </c:pt>
                <c:pt idx="887">
                  <c:v>2024-10-14</c:v>
                </c:pt>
                <c:pt idx="888">
                  <c:v>2024-10-15</c:v>
                </c:pt>
                <c:pt idx="889">
                  <c:v>2024-10-16</c:v>
                </c:pt>
                <c:pt idx="890">
                  <c:v>2024-10-17</c:v>
                </c:pt>
                <c:pt idx="891">
                  <c:v>2024-10-18</c:v>
                </c:pt>
                <c:pt idx="892">
                  <c:v>2024-10-21</c:v>
                </c:pt>
                <c:pt idx="893">
                  <c:v>2024-10-22</c:v>
                </c:pt>
                <c:pt idx="894">
                  <c:v>2024-10-23</c:v>
                </c:pt>
                <c:pt idx="895">
                  <c:v>2024-10-24</c:v>
                </c:pt>
                <c:pt idx="896">
                  <c:v>2024-10-25</c:v>
                </c:pt>
                <c:pt idx="897">
                  <c:v>2024-10-28</c:v>
                </c:pt>
                <c:pt idx="898">
                  <c:v>2024-10-29</c:v>
                </c:pt>
                <c:pt idx="899">
                  <c:v>2024-10-30</c:v>
                </c:pt>
                <c:pt idx="900">
                  <c:v>2024-10-31</c:v>
                </c:pt>
                <c:pt idx="901">
                  <c:v>2024-11-01</c:v>
                </c:pt>
                <c:pt idx="902">
                  <c:v>2024-11-04</c:v>
                </c:pt>
                <c:pt idx="903">
                  <c:v>2024-11-05</c:v>
                </c:pt>
                <c:pt idx="904">
                  <c:v>2024-11-06</c:v>
                </c:pt>
                <c:pt idx="905">
                  <c:v>2024-11-07</c:v>
                </c:pt>
                <c:pt idx="906">
                  <c:v>2024-11-08</c:v>
                </c:pt>
                <c:pt idx="907">
                  <c:v>2024-11-11</c:v>
                </c:pt>
                <c:pt idx="908">
                  <c:v>2024-11-12</c:v>
                </c:pt>
                <c:pt idx="909">
                  <c:v>2024-11-13</c:v>
                </c:pt>
                <c:pt idx="910">
                  <c:v>2024-11-14</c:v>
                </c:pt>
                <c:pt idx="911">
                  <c:v>2024-11-15</c:v>
                </c:pt>
                <c:pt idx="912">
                  <c:v>2024-11-18</c:v>
                </c:pt>
                <c:pt idx="913">
                  <c:v>2024-11-19</c:v>
                </c:pt>
                <c:pt idx="914">
                  <c:v>2024-11-20</c:v>
                </c:pt>
                <c:pt idx="915">
                  <c:v>2024-11-21</c:v>
                </c:pt>
                <c:pt idx="916">
                  <c:v>2024-11-22</c:v>
                </c:pt>
                <c:pt idx="917">
                  <c:v>2024-11-25</c:v>
                </c:pt>
                <c:pt idx="918">
                  <c:v>2024-11-26</c:v>
                </c:pt>
                <c:pt idx="919">
                  <c:v>2024-11-27</c:v>
                </c:pt>
                <c:pt idx="920">
                  <c:v>2024-11-28</c:v>
                </c:pt>
                <c:pt idx="921">
                  <c:v>2024-11-29</c:v>
                </c:pt>
                <c:pt idx="922">
                  <c:v>2024-12-02</c:v>
                </c:pt>
                <c:pt idx="923">
                  <c:v>2024-12-03</c:v>
                </c:pt>
                <c:pt idx="924">
                  <c:v>2024-12-04</c:v>
                </c:pt>
                <c:pt idx="925">
                  <c:v>2024-12-05</c:v>
                </c:pt>
                <c:pt idx="926">
                  <c:v>2024-12-06</c:v>
                </c:pt>
                <c:pt idx="927">
                  <c:v>2024-12-09</c:v>
                </c:pt>
                <c:pt idx="928">
                  <c:v>2024-12-10</c:v>
                </c:pt>
                <c:pt idx="929">
                  <c:v>2024-12-11</c:v>
                </c:pt>
                <c:pt idx="930">
                  <c:v>2024-12-12</c:v>
                </c:pt>
                <c:pt idx="931">
                  <c:v>2024-12-13</c:v>
                </c:pt>
                <c:pt idx="932">
                  <c:v>2024-12-16</c:v>
                </c:pt>
                <c:pt idx="933">
                  <c:v>2024-12-17</c:v>
                </c:pt>
                <c:pt idx="934">
                  <c:v>2024-12-18</c:v>
                </c:pt>
                <c:pt idx="935">
                  <c:v>2024-12-19</c:v>
                </c:pt>
                <c:pt idx="936">
                  <c:v>2024-12-20</c:v>
                </c:pt>
                <c:pt idx="937">
                  <c:v>2024-12-23</c:v>
                </c:pt>
                <c:pt idx="938">
                  <c:v>2024-12-24</c:v>
                </c:pt>
                <c:pt idx="939">
                  <c:v>2024-12-26</c:v>
                </c:pt>
                <c:pt idx="940">
                  <c:v>2024-12-27</c:v>
                </c:pt>
                <c:pt idx="941">
                  <c:v>2024-12-30</c:v>
                </c:pt>
                <c:pt idx="942">
                  <c:v>2024-12-31</c:v>
                </c:pt>
                <c:pt idx="943">
                  <c:v>2025-01-02</c:v>
                </c:pt>
                <c:pt idx="944">
                  <c:v>2025-01-03</c:v>
                </c:pt>
                <c:pt idx="945">
                  <c:v>2025-01-06</c:v>
                </c:pt>
                <c:pt idx="946">
                  <c:v>2025-01-07</c:v>
                </c:pt>
                <c:pt idx="947">
                  <c:v>2025-01-08</c:v>
                </c:pt>
                <c:pt idx="948">
                  <c:v>2025-01-09</c:v>
                </c:pt>
                <c:pt idx="949">
                  <c:v>2025-01-10</c:v>
                </c:pt>
                <c:pt idx="950">
                  <c:v>2025-01-13</c:v>
                </c:pt>
                <c:pt idx="951">
                  <c:v>2025-01-14</c:v>
                </c:pt>
                <c:pt idx="952">
                  <c:v>2025-01-15</c:v>
                </c:pt>
                <c:pt idx="953">
                  <c:v>2025-01-16</c:v>
                </c:pt>
                <c:pt idx="954">
                  <c:v>2025-01-17</c:v>
                </c:pt>
                <c:pt idx="955">
                  <c:v>2025-01-20</c:v>
                </c:pt>
                <c:pt idx="956">
                  <c:v>2025-01-21</c:v>
                </c:pt>
                <c:pt idx="957">
                  <c:v>2025-01-22</c:v>
                </c:pt>
                <c:pt idx="958">
                  <c:v>2025-01-23</c:v>
                </c:pt>
                <c:pt idx="959">
                  <c:v>2025-01-24</c:v>
                </c:pt>
                <c:pt idx="960">
                  <c:v>2025-01-31</c:v>
                </c:pt>
                <c:pt idx="961">
                  <c:v>2025-02-03</c:v>
                </c:pt>
                <c:pt idx="962">
                  <c:v>2025-02-04</c:v>
                </c:pt>
                <c:pt idx="963">
                  <c:v>2025-02-05</c:v>
                </c:pt>
                <c:pt idx="964">
                  <c:v>2025-02-06</c:v>
                </c:pt>
                <c:pt idx="965">
                  <c:v>2025-02-07</c:v>
                </c:pt>
                <c:pt idx="966">
                  <c:v>2025-02-10</c:v>
                </c:pt>
                <c:pt idx="967">
                  <c:v>2025-02-11</c:v>
                </c:pt>
                <c:pt idx="968">
                  <c:v>2025-02-12</c:v>
                </c:pt>
                <c:pt idx="969">
                  <c:v>2025-02-13</c:v>
                </c:pt>
                <c:pt idx="970">
                  <c:v>2025-02-14</c:v>
                </c:pt>
                <c:pt idx="971">
                  <c:v>2025-02-17</c:v>
                </c:pt>
                <c:pt idx="972">
                  <c:v>2025-02-18</c:v>
                </c:pt>
                <c:pt idx="973">
                  <c:v>2025-02-19</c:v>
                </c:pt>
                <c:pt idx="974">
                  <c:v>2025-02-20</c:v>
                </c:pt>
                <c:pt idx="975">
                  <c:v>2025-02-21</c:v>
                </c:pt>
                <c:pt idx="976">
                  <c:v>2025-02-24</c:v>
                </c:pt>
                <c:pt idx="977">
                  <c:v>2025-02-25</c:v>
                </c:pt>
                <c:pt idx="978">
                  <c:v>2025-02-26</c:v>
                </c:pt>
                <c:pt idx="979">
                  <c:v>2025-02-27</c:v>
                </c:pt>
                <c:pt idx="980">
                  <c:v>2025-02-28</c:v>
                </c:pt>
                <c:pt idx="981">
                  <c:v>2025-03-04</c:v>
                </c:pt>
                <c:pt idx="982">
                  <c:v>2025-03-05</c:v>
                </c:pt>
                <c:pt idx="983">
                  <c:v>2025-03-06</c:v>
                </c:pt>
                <c:pt idx="984">
                  <c:v>2025-03-07</c:v>
                </c:pt>
                <c:pt idx="985">
                  <c:v>2025-03-10</c:v>
                </c:pt>
                <c:pt idx="986">
                  <c:v>2025-03-11</c:v>
                </c:pt>
                <c:pt idx="987">
                  <c:v>2025-03-12</c:v>
                </c:pt>
                <c:pt idx="988">
                  <c:v>2025-03-13</c:v>
                </c:pt>
                <c:pt idx="989">
                  <c:v>2025-03-14</c:v>
                </c:pt>
                <c:pt idx="990">
                  <c:v>2025-03-17</c:v>
                </c:pt>
                <c:pt idx="991">
                  <c:v>2025-03-18</c:v>
                </c:pt>
                <c:pt idx="992">
                  <c:v>2025-03-19</c:v>
                </c:pt>
                <c:pt idx="993">
                  <c:v>2025-03-20</c:v>
                </c:pt>
                <c:pt idx="994">
                  <c:v>2025-03-21</c:v>
                </c:pt>
                <c:pt idx="995">
                  <c:v>2025-03-24</c:v>
                </c:pt>
                <c:pt idx="996">
                  <c:v>2025-03-25</c:v>
                </c:pt>
                <c:pt idx="997">
                  <c:v>2025-03-26</c:v>
                </c:pt>
                <c:pt idx="998">
                  <c:v>2025-03-27</c:v>
                </c:pt>
                <c:pt idx="999">
                  <c:v>2025-03-28</c:v>
                </c:pt>
                <c:pt idx="1000">
                  <c:v>2025-03-31</c:v>
                </c:pt>
                <c:pt idx="1001">
                  <c:v>2025-04-01</c:v>
                </c:pt>
                <c:pt idx="1002">
                  <c:v>2025-04-02</c:v>
                </c:pt>
                <c:pt idx="1003">
                  <c:v>2025-04-03</c:v>
                </c:pt>
                <c:pt idx="1004">
                  <c:v>2025-04-04</c:v>
                </c:pt>
                <c:pt idx="1005">
                  <c:v>2025-04-07</c:v>
                </c:pt>
                <c:pt idx="1006">
                  <c:v>2025-04-08</c:v>
                </c:pt>
                <c:pt idx="1007">
                  <c:v>2025-04-09</c:v>
                </c:pt>
                <c:pt idx="1008">
                  <c:v>2025-04-10</c:v>
                </c:pt>
                <c:pt idx="1009">
                  <c:v>2025-04-11</c:v>
                </c:pt>
                <c:pt idx="1010">
                  <c:v>2025-04-14</c:v>
                </c:pt>
                <c:pt idx="1011">
                  <c:v>2025-04-15</c:v>
                </c:pt>
                <c:pt idx="1012">
                  <c:v>2025-04-16</c:v>
                </c:pt>
                <c:pt idx="1013">
                  <c:v>2025-04-17</c:v>
                </c:pt>
                <c:pt idx="1014">
                  <c:v>2025-04-18</c:v>
                </c:pt>
                <c:pt idx="1015">
                  <c:v>2025-04-21</c:v>
                </c:pt>
                <c:pt idx="1016">
                  <c:v>2025-04-22</c:v>
                </c:pt>
                <c:pt idx="1017">
                  <c:v>2025-04-23</c:v>
                </c:pt>
                <c:pt idx="1018">
                  <c:v>2025-04-24</c:v>
                </c:pt>
                <c:pt idx="1019">
                  <c:v>2025-04-25</c:v>
                </c:pt>
                <c:pt idx="1020">
                  <c:v>2025-04-28</c:v>
                </c:pt>
                <c:pt idx="1021">
                  <c:v>2025-04-29</c:v>
                </c:pt>
                <c:pt idx="1022">
                  <c:v>2025-04-30</c:v>
                </c:pt>
                <c:pt idx="1023">
                  <c:v>2025-05-02</c:v>
                </c:pt>
                <c:pt idx="1024">
                  <c:v>2025-05-07</c:v>
                </c:pt>
                <c:pt idx="1025">
                  <c:v>2025-05-08</c:v>
                </c:pt>
                <c:pt idx="1026">
                  <c:v>2025-05-09</c:v>
                </c:pt>
                <c:pt idx="1027">
                  <c:v>2025-05-12</c:v>
                </c:pt>
                <c:pt idx="1028">
                  <c:v>2025-05-13</c:v>
                </c:pt>
                <c:pt idx="1029">
                  <c:v>2025-05-14</c:v>
                </c:pt>
                <c:pt idx="1030">
                  <c:v>2025-05-15</c:v>
                </c:pt>
                <c:pt idx="1031">
                  <c:v>2025-05-16</c:v>
                </c:pt>
                <c:pt idx="1032">
                  <c:v>2025-05-19</c:v>
                </c:pt>
                <c:pt idx="1033">
                  <c:v>2025-05-20</c:v>
                </c:pt>
                <c:pt idx="1034">
                  <c:v>2025-05-21</c:v>
                </c:pt>
                <c:pt idx="1035">
                  <c:v>2025-05-22</c:v>
                </c:pt>
                <c:pt idx="1036">
                  <c:v>2025-05-23</c:v>
                </c:pt>
                <c:pt idx="1037">
                  <c:v>2025-05-26</c:v>
                </c:pt>
                <c:pt idx="1038">
                  <c:v>2025-05-27</c:v>
                </c:pt>
                <c:pt idx="1039">
                  <c:v>2025-05-28</c:v>
                </c:pt>
                <c:pt idx="1040">
                  <c:v>2025-05-29</c:v>
                </c:pt>
                <c:pt idx="1041">
                  <c:v>2025-05-30</c:v>
                </c:pt>
                <c:pt idx="1042">
                  <c:v>2025-06-02</c:v>
                </c:pt>
                <c:pt idx="1043">
                  <c:v>2025-06-04</c:v>
                </c:pt>
                <c:pt idx="1044">
                  <c:v>2025-06-05</c:v>
                </c:pt>
                <c:pt idx="1045">
                  <c:v>2025-06-09</c:v>
                </c:pt>
                <c:pt idx="1046">
                  <c:v>2025-06-10</c:v>
                </c:pt>
                <c:pt idx="1047">
                  <c:v>2025-06-11</c:v>
                </c:pt>
                <c:pt idx="1048">
                  <c:v>2025-06-12</c:v>
                </c:pt>
                <c:pt idx="1049">
                  <c:v>2025-06-13</c:v>
                </c:pt>
                <c:pt idx="1050">
                  <c:v>2025-06-16</c:v>
                </c:pt>
                <c:pt idx="1051">
                  <c:v>2025-06-17</c:v>
                </c:pt>
                <c:pt idx="1052">
                  <c:v>2025-06-18</c:v>
                </c:pt>
                <c:pt idx="1053">
                  <c:v>2025-06-19</c:v>
                </c:pt>
                <c:pt idx="1054">
                  <c:v>2025-06-20</c:v>
                </c:pt>
                <c:pt idx="1055">
                  <c:v>2025-06-23</c:v>
                </c:pt>
                <c:pt idx="1056">
                  <c:v>2025-06-24</c:v>
                </c:pt>
                <c:pt idx="1057">
                  <c:v>2025-06-25</c:v>
                </c:pt>
                <c:pt idx="1058">
                  <c:v>2025-06-26</c:v>
                </c:pt>
                <c:pt idx="1059">
                  <c:v>2025-06-27</c:v>
                </c:pt>
                <c:pt idx="1060">
                  <c:v>2025-06-30</c:v>
                </c:pt>
                <c:pt idx="1061">
                  <c:v>2025-07-01</c:v>
                </c:pt>
                <c:pt idx="1062">
                  <c:v>2025-07-02</c:v>
                </c:pt>
                <c:pt idx="1063">
                  <c:v>2025-07-03</c:v>
                </c:pt>
                <c:pt idx="1064">
                  <c:v>2025-07-04</c:v>
                </c:pt>
                <c:pt idx="1065">
                  <c:v>2025-07-07</c:v>
                </c:pt>
                <c:pt idx="1066">
                  <c:v>2025-07-08</c:v>
                </c:pt>
                <c:pt idx="1067">
                  <c:v>2025-07-09</c:v>
                </c:pt>
                <c:pt idx="1068">
                  <c:v>2025-07-10</c:v>
                </c:pt>
                <c:pt idx="1069">
                  <c:v>2025-07-11</c:v>
                </c:pt>
                <c:pt idx="1070">
                  <c:v>2025-07-14</c:v>
                </c:pt>
                <c:pt idx="1071">
                  <c:v>2025-07-15</c:v>
                </c:pt>
                <c:pt idx="1072">
                  <c:v>2025-07-16</c:v>
                </c:pt>
                <c:pt idx="1073">
                  <c:v>2025-07-17</c:v>
                </c:pt>
                <c:pt idx="1074">
                  <c:v>2025-07-18</c:v>
                </c:pt>
                <c:pt idx="1075">
                  <c:v>2025-07-21</c:v>
                </c:pt>
                <c:pt idx="1076">
                  <c:v>2025-07-22</c:v>
                </c:pt>
                <c:pt idx="1077">
                  <c:v>2025-07-23</c:v>
                </c:pt>
                <c:pt idx="1078">
                  <c:v>2025-07-24</c:v>
                </c:pt>
                <c:pt idx="1079">
                  <c:v>2025-07-25</c:v>
                </c:pt>
                <c:pt idx="1080">
                  <c:v>2025-07-28</c:v>
                </c:pt>
                <c:pt idx="1081">
                  <c:v>2025-07-29</c:v>
                </c:pt>
                <c:pt idx="1082">
                  <c:v>2025-07-30</c:v>
                </c:pt>
                <c:pt idx="1083">
                  <c:v>2025-07-31</c:v>
                </c:pt>
                <c:pt idx="1084">
                  <c:v>2025-08-01</c:v>
                </c:pt>
                <c:pt idx="1085">
                  <c:v>2025-08-04</c:v>
                </c:pt>
                <c:pt idx="1086">
                  <c:v>2025-08-05</c:v>
                </c:pt>
                <c:pt idx="1087">
                  <c:v>2025-08-06</c:v>
                </c:pt>
                <c:pt idx="1088">
                  <c:v>2025-08-07</c:v>
                </c:pt>
                <c:pt idx="1089">
                  <c:v>2025-08-08</c:v>
                </c:pt>
                <c:pt idx="1090">
                  <c:v>2025-08-11</c:v>
                </c:pt>
                <c:pt idx="1091">
                  <c:v>2025-08-12</c:v>
                </c:pt>
                <c:pt idx="1092">
                  <c:v>2025-08-13</c:v>
                </c:pt>
                <c:pt idx="1093">
                  <c:v>2025-08-14</c:v>
                </c:pt>
                <c:pt idx="1094">
                  <c:v>2025-08-18</c:v>
                </c:pt>
                <c:pt idx="1095">
                  <c:v>2025-08-19</c:v>
                </c:pt>
                <c:pt idx="1096">
                  <c:v>2025-08-20</c:v>
                </c:pt>
                <c:pt idx="1097">
                  <c:v>2025-08-21</c:v>
                </c:pt>
                <c:pt idx="1098">
                  <c:v>2025-08-22</c:v>
                </c:pt>
                <c:pt idx="1099">
                  <c:v>2025-08-25</c:v>
                </c:pt>
                <c:pt idx="1100">
                  <c:v>2025-08-26</c:v>
                </c:pt>
                <c:pt idx="1101">
                  <c:v>2025-08-27</c:v>
                </c:pt>
                <c:pt idx="1102">
                  <c:v>2025-08-28</c:v>
                </c:pt>
                <c:pt idx="1103">
                  <c:v>2025-08-29</c:v>
                </c:pt>
                <c:pt idx="1104">
                  <c:v>2025-09-01</c:v>
                </c:pt>
                <c:pt idx="1105">
                  <c:v>2025-09-02</c:v>
                </c:pt>
                <c:pt idx="1106">
                  <c:v>2025-09-03</c:v>
                </c:pt>
                <c:pt idx="1107">
                  <c:v>2025-09-04</c:v>
                </c:pt>
                <c:pt idx="1108">
                  <c:v>2025-09-05</c:v>
                </c:pt>
                <c:pt idx="1109">
                  <c:v>2025-09-08</c:v>
                </c:pt>
                <c:pt idx="1110">
                  <c:v>2025-09-09</c:v>
                </c:pt>
                <c:pt idx="1111">
                  <c:v>2025-09-10</c:v>
                </c:pt>
                <c:pt idx="1112">
                  <c:v>2025-09-11</c:v>
                </c:pt>
                <c:pt idx="1113">
                  <c:v>2025-09-12</c:v>
                </c:pt>
                <c:pt idx="1114">
                  <c:v>2025-09-15</c:v>
                </c:pt>
                <c:pt idx="1115">
                  <c:v>2025-09-16</c:v>
                </c:pt>
                <c:pt idx="1116">
                  <c:v>2025-09-17</c:v>
                </c:pt>
                <c:pt idx="1117">
                  <c:v>2025-09-18</c:v>
                </c:pt>
                <c:pt idx="1118">
                  <c:v>2025-09-19</c:v>
                </c:pt>
                <c:pt idx="1119">
                  <c:v>2025-09-22</c:v>
                </c:pt>
                <c:pt idx="1120">
                  <c:v>2025-09-23</c:v>
                </c:pt>
                <c:pt idx="1121">
                  <c:v>2025-09-24</c:v>
                </c:pt>
                <c:pt idx="1122">
                  <c:v>2025-09-25</c:v>
                </c:pt>
                <c:pt idx="1123">
                  <c:v>2025-09-26</c:v>
                </c:pt>
                <c:pt idx="1124">
                  <c:v>2025-09-29</c:v>
                </c:pt>
                <c:pt idx="1125">
                  <c:v>2025-09-30</c:v>
                </c:pt>
                <c:pt idx="1126">
                  <c:v>2025-10-01</c:v>
                </c:pt>
                <c:pt idx="1127">
                  <c:v>2025-10-02</c:v>
                </c:pt>
                <c:pt idx="1128">
                  <c:v>2025-10-10</c:v>
                </c:pt>
                <c:pt idx="1129">
                  <c:v>2025-10-13</c:v>
                </c:pt>
                <c:pt idx="1130">
                  <c:v>2025-10-14</c:v>
                </c:pt>
                <c:pt idx="1131">
                  <c:v>2025-10-15</c:v>
                </c:pt>
                <c:pt idx="1132">
                  <c:v>2025-10-16</c:v>
                </c:pt>
                <c:pt idx="1133">
                  <c:v>2025-10-17</c:v>
                </c:pt>
                <c:pt idx="1134">
                  <c:v>2025-10-20</c:v>
                </c:pt>
                <c:pt idx="1135">
                  <c:v>2025-10-21</c:v>
                </c:pt>
                <c:pt idx="1136">
                  <c:v>2025-10-22</c:v>
                </c:pt>
                <c:pt idx="1137">
                  <c:v>2025-10-23</c:v>
                </c:pt>
                <c:pt idx="1138">
                  <c:v>2025-10-24</c:v>
                </c:pt>
                <c:pt idx="1139">
                  <c:v>2025-10-27</c:v>
                </c:pt>
                <c:pt idx="1140">
                  <c:v>2025-10-28</c:v>
                </c:pt>
                <c:pt idx="1141">
                  <c:v>2025-10-29</c:v>
                </c:pt>
                <c:pt idx="1142">
                  <c:v>2025-10-30</c:v>
                </c:pt>
                <c:pt idx="1143">
                  <c:v>2025-10-31</c:v>
                </c:pt>
                <c:pt idx="1144">
                  <c:v>2025-11-03</c:v>
                </c:pt>
                <c:pt idx="1145">
                  <c:v>2025-11-04</c:v>
                </c:pt>
                <c:pt idx="1146">
                  <c:v>2025-11-05</c:v>
                </c:pt>
                <c:pt idx="1147">
                  <c:v>2025-11-06</c:v>
                </c:pt>
                <c:pt idx="1148">
                  <c:v>2025-11-07</c:v>
                </c:pt>
                <c:pt idx="1149">
                  <c:v>2025-11-10</c:v>
                </c:pt>
                <c:pt idx="1150">
                  <c:v>2025-11-11</c:v>
                </c:pt>
                <c:pt idx="1151">
                  <c:v>2025-11-12</c:v>
                </c:pt>
                <c:pt idx="1152">
                  <c:v>2025-11-13</c:v>
                </c:pt>
                <c:pt idx="1153">
                  <c:v>2025-11-14</c:v>
                </c:pt>
                <c:pt idx="1154">
                  <c:v>2025-11-17</c:v>
                </c:pt>
                <c:pt idx="1155">
                  <c:v>2025-11-18</c:v>
                </c:pt>
                <c:pt idx="1156">
                  <c:v>2025-11-19</c:v>
                </c:pt>
                <c:pt idx="1157">
                  <c:v>2025-11-20</c:v>
                </c:pt>
                <c:pt idx="1158">
                  <c:v>2025-11-21</c:v>
                </c:pt>
                <c:pt idx="1159">
                  <c:v>2025-11-24</c:v>
                </c:pt>
                <c:pt idx="1160">
                  <c:v>2025-11-25</c:v>
                </c:pt>
                <c:pt idx="1161">
                  <c:v>2025-11-26</c:v>
                </c:pt>
                <c:pt idx="1162">
                  <c:v>2025-11-27</c:v>
                </c:pt>
                <c:pt idx="1163">
                  <c:v>2025-11-28</c:v>
                </c:pt>
                <c:pt idx="1164">
                  <c:v>2025-12-01</c:v>
                </c:pt>
                <c:pt idx="1165">
                  <c:v>2025-12-02</c:v>
                </c:pt>
                <c:pt idx="1166">
                  <c:v>2025-12-03</c:v>
                </c:pt>
                <c:pt idx="1167">
                  <c:v>2025-12-04</c:v>
                </c:pt>
                <c:pt idx="1168">
                  <c:v>2025-12-05</c:v>
                </c:pt>
                <c:pt idx="1169">
                  <c:v>2025-12-08</c:v>
                </c:pt>
                <c:pt idx="1170">
                  <c:v>2025-12-09</c:v>
                </c:pt>
                <c:pt idx="1171">
                  <c:v>2025-12-10</c:v>
                </c:pt>
                <c:pt idx="1172">
                  <c:v>2025-12-11</c:v>
                </c:pt>
                <c:pt idx="1173">
                  <c:v>2025-12-12</c:v>
                </c:pt>
                <c:pt idx="1174">
                  <c:v>2025-12-15</c:v>
                </c:pt>
                <c:pt idx="1175">
                  <c:v>2025-12-16</c:v>
                </c:pt>
                <c:pt idx="1176">
                  <c:v>2025-12-17</c:v>
                </c:pt>
                <c:pt idx="1177">
                  <c:v>2025-12-18</c:v>
                </c:pt>
                <c:pt idx="1178">
                  <c:v>2025-12-19</c:v>
                </c:pt>
                <c:pt idx="1179">
                  <c:v>2025-12-22</c:v>
                </c:pt>
                <c:pt idx="1180">
                  <c:v>2025-12-23</c:v>
                </c:pt>
                <c:pt idx="1181">
                  <c:v>2025-12-24</c:v>
                </c:pt>
                <c:pt idx="1182">
                  <c:v>2025-12-26</c:v>
                </c:pt>
                <c:pt idx="1183">
                  <c:v>2025-12-29</c:v>
                </c:pt>
                <c:pt idx="1184">
                  <c:v>2025-12-30</c:v>
                </c:pt>
                <c:pt idx="1185">
                  <c:v>2025-12-31</c:v>
                </c:pt>
                <c:pt idx="1186">
                  <c:v>2026-01-02</c:v>
                </c:pt>
                <c:pt idx="1187">
                  <c:v>2026-01-05</c:v>
                </c:pt>
                <c:pt idx="1188">
                  <c:v>2026-01-06</c:v>
                </c:pt>
                <c:pt idx="1189">
                  <c:v>2026-01-07</c:v>
                </c:pt>
                <c:pt idx="1190">
                  <c:v>2026-01-08</c:v>
                </c:pt>
                <c:pt idx="1191">
                  <c:v>2026-01-09</c:v>
                </c:pt>
                <c:pt idx="1192">
                  <c:v>2026-01-12</c:v>
                </c:pt>
                <c:pt idx="1193">
                  <c:v>2026-01-13</c:v>
                </c:pt>
                <c:pt idx="1194">
                  <c:v>2026-01-14</c:v>
                </c:pt>
                <c:pt idx="1195">
                  <c:v>2026-01-15</c:v>
                </c:pt>
                <c:pt idx="1196">
                  <c:v>2026-01-16</c:v>
                </c:pt>
                <c:pt idx="1197">
                  <c:v>2026-01-19</c:v>
                </c:pt>
                <c:pt idx="1198">
                  <c:v>2026-01-20</c:v>
                </c:pt>
                <c:pt idx="1199">
                  <c:v>2026-01-21</c:v>
                </c:pt>
                <c:pt idx="1200">
                  <c:v>2026-01-22</c:v>
                </c:pt>
                <c:pt idx="1201">
                  <c:v>2026-01-23</c:v>
                </c:pt>
                <c:pt idx="1202">
                  <c:v>2026-01-26</c:v>
                </c:pt>
                <c:pt idx="1203">
                  <c:v>2026-01-27</c:v>
                </c:pt>
                <c:pt idx="1204">
                  <c:v>2026-01-28</c:v>
                </c:pt>
                <c:pt idx="1205">
                  <c:v>2026-01-29</c:v>
                </c:pt>
                <c:pt idx="1206">
                  <c:v>2026-01-30</c:v>
                </c:pt>
              </c:strCache>
            </c:strRef>
          </c:cat>
          <c:val>
            <c:numRef>
              <c:f>Sheet1!$C$2:$C$1208</c:f>
              <c:numCache>
                <c:formatCode>General</c:formatCode>
                <c:ptCount val="1207"/>
                <c:pt idx="0">
                  <c:v>1.0129999999999999</c:v>
                </c:pt>
                <c:pt idx="1">
                  <c:v>0.98499999999999999</c:v>
                </c:pt>
                <c:pt idx="2">
                  <c:v>0.99</c:v>
                </c:pt>
                <c:pt idx="3">
                  <c:v>0.98299999999999998</c:v>
                </c:pt>
                <c:pt idx="4">
                  <c:v>0.90400000000000003</c:v>
                </c:pt>
                <c:pt idx="5">
                  <c:v>0.88600000000000001</c:v>
                </c:pt>
                <c:pt idx="6">
                  <c:v>0.875</c:v>
                </c:pt>
                <c:pt idx="7">
                  <c:v>0.89400000000000002</c:v>
                </c:pt>
                <c:pt idx="8">
                  <c:v>0.92200000000000004</c:v>
                </c:pt>
                <c:pt idx="9">
                  <c:v>0.92800000000000005</c:v>
                </c:pt>
                <c:pt idx="10">
                  <c:v>0.93</c:v>
                </c:pt>
                <c:pt idx="11">
                  <c:v>0.90800000000000003</c:v>
                </c:pt>
                <c:pt idx="12">
                  <c:v>0.91700000000000004</c:v>
                </c:pt>
                <c:pt idx="13">
                  <c:v>0.92100000000000004</c:v>
                </c:pt>
                <c:pt idx="14">
                  <c:v>0.94299999999999995</c:v>
                </c:pt>
                <c:pt idx="15">
                  <c:v>0.91100000000000003</c:v>
                </c:pt>
                <c:pt idx="16">
                  <c:v>0.91500000000000004</c:v>
                </c:pt>
                <c:pt idx="17">
                  <c:v>0.91100000000000003</c:v>
                </c:pt>
                <c:pt idx="18">
                  <c:v>0.94799999999999995</c:v>
                </c:pt>
                <c:pt idx="19">
                  <c:v>0.92800000000000005</c:v>
                </c:pt>
                <c:pt idx="20">
                  <c:v>0.93600000000000005</c:v>
                </c:pt>
                <c:pt idx="21">
                  <c:v>0.91800000000000004</c:v>
                </c:pt>
                <c:pt idx="22">
                  <c:v>0.93</c:v>
                </c:pt>
                <c:pt idx="23">
                  <c:v>0.91200000000000003</c:v>
                </c:pt>
                <c:pt idx="24">
                  <c:v>0.92800000000000005</c:v>
                </c:pt>
                <c:pt idx="25">
                  <c:v>0.90500000000000003</c:v>
                </c:pt>
                <c:pt idx="26">
                  <c:v>0.93</c:v>
                </c:pt>
                <c:pt idx="27">
                  <c:v>0.92800000000000005</c:v>
                </c:pt>
                <c:pt idx="28">
                  <c:v>0.91700000000000004</c:v>
                </c:pt>
                <c:pt idx="29">
                  <c:v>0.92100000000000004</c:v>
                </c:pt>
                <c:pt idx="30">
                  <c:v>0.90500000000000003</c:v>
                </c:pt>
                <c:pt idx="31">
                  <c:v>0.90500000000000003</c:v>
                </c:pt>
                <c:pt idx="32">
                  <c:v>0.91100000000000003</c:v>
                </c:pt>
                <c:pt idx="33">
                  <c:v>0.91</c:v>
                </c:pt>
                <c:pt idx="34">
                  <c:v>0.90700000000000003</c:v>
                </c:pt>
                <c:pt idx="35">
                  <c:v>0.92200000000000004</c:v>
                </c:pt>
                <c:pt idx="36">
                  <c:v>0.93600000000000005</c:v>
                </c:pt>
                <c:pt idx="37">
                  <c:v>0.94799999999999995</c:v>
                </c:pt>
                <c:pt idx="38">
                  <c:v>0.95099999999999996</c:v>
                </c:pt>
                <c:pt idx="39">
                  <c:v>0.94899999999999995</c:v>
                </c:pt>
                <c:pt idx="40">
                  <c:v>0.92700000000000005</c:v>
                </c:pt>
                <c:pt idx="41">
                  <c:v>0.92800000000000005</c:v>
                </c:pt>
                <c:pt idx="42">
                  <c:v>0.93100000000000005</c:v>
                </c:pt>
                <c:pt idx="43">
                  <c:v>0.92500000000000004</c:v>
                </c:pt>
                <c:pt idx="44">
                  <c:v>0.93200000000000005</c:v>
                </c:pt>
                <c:pt idx="45">
                  <c:v>0.92900000000000005</c:v>
                </c:pt>
                <c:pt idx="46">
                  <c:v>0.93</c:v>
                </c:pt>
                <c:pt idx="47">
                  <c:v>0.91500000000000004</c:v>
                </c:pt>
                <c:pt idx="48">
                  <c:v>0.90300000000000002</c:v>
                </c:pt>
                <c:pt idx="49">
                  <c:v>0.90900000000000003</c:v>
                </c:pt>
                <c:pt idx="50">
                  <c:v>0.89800000000000002</c:v>
                </c:pt>
                <c:pt idx="51">
                  <c:v>0.91</c:v>
                </c:pt>
                <c:pt idx="52">
                  <c:v>0.92400000000000004</c:v>
                </c:pt>
                <c:pt idx="53">
                  <c:v>0.95</c:v>
                </c:pt>
                <c:pt idx="54">
                  <c:v>0.92500000000000004</c:v>
                </c:pt>
                <c:pt idx="55">
                  <c:v>0.95699999999999996</c:v>
                </c:pt>
                <c:pt idx="56">
                  <c:v>0.995</c:v>
                </c:pt>
                <c:pt idx="57">
                  <c:v>0.98399999999999999</c:v>
                </c:pt>
                <c:pt idx="58">
                  <c:v>0.997</c:v>
                </c:pt>
                <c:pt idx="59">
                  <c:v>0.996</c:v>
                </c:pt>
                <c:pt idx="60">
                  <c:v>1.03</c:v>
                </c:pt>
                <c:pt idx="61">
                  <c:v>1.0369999999999999</c:v>
                </c:pt>
                <c:pt idx="62">
                  <c:v>1.04</c:v>
                </c:pt>
                <c:pt idx="63">
                  <c:v>1.0309999999999999</c:v>
                </c:pt>
                <c:pt idx="64">
                  <c:v>1.1399999999999999</c:v>
                </c:pt>
                <c:pt idx="65">
                  <c:v>1.165</c:v>
                </c:pt>
                <c:pt idx="66">
                  <c:v>1.139</c:v>
                </c:pt>
                <c:pt idx="67">
                  <c:v>1.175</c:v>
                </c:pt>
                <c:pt idx="68">
                  <c:v>1.17</c:v>
                </c:pt>
                <c:pt idx="69">
                  <c:v>1.181</c:v>
                </c:pt>
                <c:pt idx="70">
                  <c:v>1.1839999999999999</c:v>
                </c:pt>
                <c:pt idx="71">
                  <c:v>1.19</c:v>
                </c:pt>
                <c:pt idx="72">
                  <c:v>1.1759999999999999</c:v>
                </c:pt>
                <c:pt idx="73">
                  <c:v>1.17</c:v>
                </c:pt>
                <c:pt idx="74">
                  <c:v>1.212</c:v>
                </c:pt>
                <c:pt idx="75">
                  <c:v>1.2889999999999999</c:v>
                </c:pt>
                <c:pt idx="76">
                  <c:v>1.3240000000000001</c:v>
                </c:pt>
                <c:pt idx="77">
                  <c:v>1.3149999999999999</c:v>
                </c:pt>
                <c:pt idx="78">
                  <c:v>1.3</c:v>
                </c:pt>
                <c:pt idx="79">
                  <c:v>1.3009999999999999</c:v>
                </c:pt>
                <c:pt idx="80">
                  <c:v>1.304</c:v>
                </c:pt>
                <c:pt idx="81">
                  <c:v>1.288</c:v>
                </c:pt>
                <c:pt idx="82">
                  <c:v>1.3009999999999999</c:v>
                </c:pt>
                <c:pt idx="83">
                  <c:v>1.252</c:v>
                </c:pt>
                <c:pt idx="84">
                  <c:v>1.208</c:v>
                </c:pt>
                <c:pt idx="85">
                  <c:v>1.2</c:v>
                </c:pt>
                <c:pt idx="86">
                  <c:v>1.1970000000000001</c:v>
                </c:pt>
                <c:pt idx="87">
                  <c:v>1.2250000000000001</c:v>
                </c:pt>
                <c:pt idx="88">
                  <c:v>1.196</c:v>
                </c:pt>
                <c:pt idx="89">
                  <c:v>1.3129999999999999</c:v>
                </c:pt>
                <c:pt idx="90">
                  <c:v>1.2969999999999999</c:v>
                </c:pt>
                <c:pt idx="91">
                  <c:v>1.319</c:v>
                </c:pt>
                <c:pt idx="92">
                  <c:v>1.278</c:v>
                </c:pt>
                <c:pt idx="93">
                  <c:v>1.2569999999999999</c:v>
                </c:pt>
                <c:pt idx="94">
                  <c:v>1.2529999999999999</c:v>
                </c:pt>
                <c:pt idx="95">
                  <c:v>1.2529999999999999</c:v>
                </c:pt>
                <c:pt idx="96">
                  <c:v>1.2250000000000001</c:v>
                </c:pt>
                <c:pt idx="97">
                  <c:v>1.23</c:v>
                </c:pt>
                <c:pt idx="98">
                  <c:v>1.2589999999999999</c:v>
                </c:pt>
                <c:pt idx="99">
                  <c:v>1.2629999999999999</c:v>
                </c:pt>
                <c:pt idx="100">
                  <c:v>1.2549999999999999</c:v>
                </c:pt>
                <c:pt idx="101">
                  <c:v>1.264</c:v>
                </c:pt>
                <c:pt idx="102">
                  <c:v>1.28</c:v>
                </c:pt>
                <c:pt idx="103">
                  <c:v>1.25</c:v>
                </c:pt>
                <c:pt idx="104">
                  <c:v>1.236</c:v>
                </c:pt>
                <c:pt idx="105">
                  <c:v>1.268</c:v>
                </c:pt>
                <c:pt idx="106">
                  <c:v>1.2649999999999999</c:v>
                </c:pt>
                <c:pt idx="107">
                  <c:v>1.254</c:v>
                </c:pt>
                <c:pt idx="108">
                  <c:v>1.244</c:v>
                </c:pt>
                <c:pt idx="109">
                  <c:v>1.238</c:v>
                </c:pt>
                <c:pt idx="110">
                  <c:v>1.2490000000000001</c:v>
                </c:pt>
                <c:pt idx="111">
                  <c:v>1.2450000000000001</c:v>
                </c:pt>
                <c:pt idx="112">
                  <c:v>1.2310000000000001</c:v>
                </c:pt>
                <c:pt idx="113">
                  <c:v>1.2090000000000001</c:v>
                </c:pt>
                <c:pt idx="114">
                  <c:v>1.2130000000000001</c:v>
                </c:pt>
                <c:pt idx="115">
                  <c:v>1.2410000000000001</c:v>
                </c:pt>
                <c:pt idx="116">
                  <c:v>1.286</c:v>
                </c:pt>
                <c:pt idx="117">
                  <c:v>1.294</c:v>
                </c:pt>
                <c:pt idx="118">
                  <c:v>1.258</c:v>
                </c:pt>
                <c:pt idx="119">
                  <c:v>1.2649999999999999</c:v>
                </c:pt>
                <c:pt idx="120">
                  <c:v>1.256</c:v>
                </c:pt>
                <c:pt idx="121">
                  <c:v>1.2490000000000001</c:v>
                </c:pt>
                <c:pt idx="122">
                  <c:v>1.254</c:v>
                </c:pt>
                <c:pt idx="123">
                  <c:v>1.2649999999999999</c:v>
                </c:pt>
                <c:pt idx="124">
                  <c:v>1.2709999999999999</c:v>
                </c:pt>
                <c:pt idx="125">
                  <c:v>1.274</c:v>
                </c:pt>
                <c:pt idx="126">
                  <c:v>1.28</c:v>
                </c:pt>
                <c:pt idx="127">
                  <c:v>1.3009999999999999</c:v>
                </c:pt>
                <c:pt idx="128">
                  <c:v>1.333</c:v>
                </c:pt>
                <c:pt idx="129">
                  <c:v>1.3640000000000001</c:v>
                </c:pt>
                <c:pt idx="130">
                  <c:v>1.385</c:v>
                </c:pt>
                <c:pt idx="131">
                  <c:v>1.4019999999999999</c:v>
                </c:pt>
                <c:pt idx="132">
                  <c:v>1.367</c:v>
                </c:pt>
                <c:pt idx="133">
                  <c:v>1.3939999999999999</c:v>
                </c:pt>
                <c:pt idx="134">
                  <c:v>1.4019999999999999</c:v>
                </c:pt>
                <c:pt idx="135">
                  <c:v>1.4179999999999999</c:v>
                </c:pt>
                <c:pt idx="136">
                  <c:v>1.4239999999999999</c:v>
                </c:pt>
                <c:pt idx="137">
                  <c:v>1.4119999999999999</c:v>
                </c:pt>
                <c:pt idx="138">
                  <c:v>1.446</c:v>
                </c:pt>
                <c:pt idx="139">
                  <c:v>1.46</c:v>
                </c:pt>
                <c:pt idx="140">
                  <c:v>1.444</c:v>
                </c:pt>
                <c:pt idx="141">
                  <c:v>1.4770000000000001</c:v>
                </c:pt>
                <c:pt idx="142">
                  <c:v>1.47</c:v>
                </c:pt>
                <c:pt idx="143">
                  <c:v>1.556</c:v>
                </c:pt>
                <c:pt idx="144">
                  <c:v>1.5489999999999999</c:v>
                </c:pt>
                <c:pt idx="145">
                  <c:v>1.5369999999999999</c:v>
                </c:pt>
                <c:pt idx="146">
                  <c:v>1.655</c:v>
                </c:pt>
                <c:pt idx="147">
                  <c:v>1.6559999999999999</c:v>
                </c:pt>
                <c:pt idx="148">
                  <c:v>1.639</c:v>
                </c:pt>
                <c:pt idx="149">
                  <c:v>1.621</c:v>
                </c:pt>
                <c:pt idx="150">
                  <c:v>1.665</c:v>
                </c:pt>
                <c:pt idx="151">
                  <c:v>1.64</c:v>
                </c:pt>
                <c:pt idx="152">
                  <c:v>1.6180000000000001</c:v>
                </c:pt>
                <c:pt idx="153">
                  <c:v>1.6</c:v>
                </c:pt>
                <c:pt idx="154">
                  <c:v>1.639</c:v>
                </c:pt>
                <c:pt idx="155">
                  <c:v>1.647</c:v>
                </c:pt>
                <c:pt idx="156">
                  <c:v>1.665</c:v>
                </c:pt>
                <c:pt idx="157">
                  <c:v>1.764</c:v>
                </c:pt>
                <c:pt idx="158">
                  <c:v>1.7470000000000001</c:v>
                </c:pt>
                <c:pt idx="159">
                  <c:v>1.8320000000000001</c:v>
                </c:pt>
                <c:pt idx="160">
                  <c:v>1.8480000000000001</c:v>
                </c:pt>
                <c:pt idx="161">
                  <c:v>1.8240000000000001</c:v>
                </c:pt>
                <c:pt idx="162">
                  <c:v>1.7989999999999999</c:v>
                </c:pt>
                <c:pt idx="163">
                  <c:v>1.82</c:v>
                </c:pt>
                <c:pt idx="164">
                  <c:v>1.76</c:v>
                </c:pt>
                <c:pt idx="165">
                  <c:v>1.746</c:v>
                </c:pt>
                <c:pt idx="166">
                  <c:v>1.7170000000000001</c:v>
                </c:pt>
                <c:pt idx="167">
                  <c:v>1.71</c:v>
                </c:pt>
                <c:pt idx="168">
                  <c:v>1.7310000000000001</c:v>
                </c:pt>
                <c:pt idx="169">
                  <c:v>1.7709999999999999</c:v>
                </c:pt>
                <c:pt idx="170">
                  <c:v>1.7430000000000001</c:v>
                </c:pt>
                <c:pt idx="171">
                  <c:v>1.784</c:v>
                </c:pt>
                <c:pt idx="172">
                  <c:v>1.7869999999999999</c:v>
                </c:pt>
                <c:pt idx="173">
                  <c:v>1.7589999999999999</c:v>
                </c:pt>
                <c:pt idx="174">
                  <c:v>1.7609999999999999</c:v>
                </c:pt>
                <c:pt idx="175">
                  <c:v>1.823</c:v>
                </c:pt>
                <c:pt idx="176">
                  <c:v>1.825</c:v>
                </c:pt>
                <c:pt idx="177">
                  <c:v>1.8149999999999999</c:v>
                </c:pt>
                <c:pt idx="178">
                  <c:v>1.746</c:v>
                </c:pt>
                <c:pt idx="179">
                  <c:v>1.69</c:v>
                </c:pt>
                <c:pt idx="180">
                  <c:v>1.7</c:v>
                </c:pt>
                <c:pt idx="181">
                  <c:v>1.669</c:v>
                </c:pt>
                <c:pt idx="182">
                  <c:v>1.6970000000000001</c:v>
                </c:pt>
                <c:pt idx="183">
                  <c:v>1.708</c:v>
                </c:pt>
                <c:pt idx="184">
                  <c:v>1.77</c:v>
                </c:pt>
                <c:pt idx="185">
                  <c:v>1.742</c:v>
                </c:pt>
                <c:pt idx="186">
                  <c:v>1.7569999999999999</c:v>
                </c:pt>
                <c:pt idx="187">
                  <c:v>1.72</c:v>
                </c:pt>
                <c:pt idx="188">
                  <c:v>1.6970000000000001</c:v>
                </c:pt>
                <c:pt idx="189">
                  <c:v>1.708</c:v>
                </c:pt>
                <c:pt idx="190">
                  <c:v>1.6919999999999999</c:v>
                </c:pt>
                <c:pt idx="191">
                  <c:v>1.671</c:v>
                </c:pt>
                <c:pt idx="192">
                  <c:v>1.6839999999999999</c:v>
                </c:pt>
                <c:pt idx="193">
                  <c:v>1.6759999999999999</c:v>
                </c:pt>
                <c:pt idx="194">
                  <c:v>1.6850000000000001</c:v>
                </c:pt>
                <c:pt idx="195">
                  <c:v>1.6579999999999999</c:v>
                </c:pt>
                <c:pt idx="196">
                  <c:v>1.645</c:v>
                </c:pt>
                <c:pt idx="197">
                  <c:v>1.663</c:v>
                </c:pt>
                <c:pt idx="198">
                  <c:v>1.7090000000000001</c:v>
                </c:pt>
                <c:pt idx="199">
                  <c:v>1.6759999999999999</c:v>
                </c:pt>
                <c:pt idx="200">
                  <c:v>1.67</c:v>
                </c:pt>
                <c:pt idx="201">
                  <c:v>1.6819999999999999</c:v>
                </c:pt>
                <c:pt idx="202">
                  <c:v>1.6759999999999999</c:v>
                </c:pt>
                <c:pt idx="203">
                  <c:v>1.675</c:v>
                </c:pt>
                <c:pt idx="204">
                  <c:v>1.675</c:v>
                </c:pt>
                <c:pt idx="205">
                  <c:v>1.71</c:v>
                </c:pt>
                <c:pt idx="206">
                  <c:v>1.7170000000000001</c:v>
                </c:pt>
                <c:pt idx="207">
                  <c:v>1.7909999999999999</c:v>
                </c:pt>
                <c:pt idx="208">
                  <c:v>1.8779999999999999</c:v>
                </c:pt>
                <c:pt idx="209">
                  <c:v>1.895</c:v>
                </c:pt>
                <c:pt idx="210">
                  <c:v>1.9019999999999999</c:v>
                </c:pt>
                <c:pt idx="211">
                  <c:v>1.889</c:v>
                </c:pt>
                <c:pt idx="212">
                  <c:v>1.847</c:v>
                </c:pt>
                <c:pt idx="213">
                  <c:v>1.8080000000000001</c:v>
                </c:pt>
                <c:pt idx="214">
                  <c:v>1.88</c:v>
                </c:pt>
                <c:pt idx="215">
                  <c:v>1.976</c:v>
                </c:pt>
                <c:pt idx="216">
                  <c:v>1.9690000000000001</c:v>
                </c:pt>
                <c:pt idx="217">
                  <c:v>1.889</c:v>
                </c:pt>
                <c:pt idx="218">
                  <c:v>1.9410000000000001</c:v>
                </c:pt>
                <c:pt idx="219">
                  <c:v>1.948</c:v>
                </c:pt>
                <c:pt idx="220">
                  <c:v>1.919</c:v>
                </c:pt>
                <c:pt idx="221">
                  <c:v>1.96</c:v>
                </c:pt>
                <c:pt idx="222">
                  <c:v>1.9630000000000001</c:v>
                </c:pt>
                <c:pt idx="223">
                  <c:v>2.024</c:v>
                </c:pt>
                <c:pt idx="224">
                  <c:v>2.0059999999999998</c:v>
                </c:pt>
                <c:pt idx="225">
                  <c:v>1.9690000000000001</c:v>
                </c:pt>
                <c:pt idx="226">
                  <c:v>1.9950000000000001</c:v>
                </c:pt>
                <c:pt idx="227">
                  <c:v>2.0449999999999999</c:v>
                </c:pt>
                <c:pt idx="228">
                  <c:v>2.0950000000000002</c:v>
                </c:pt>
                <c:pt idx="229">
                  <c:v>2.0859999999999999</c:v>
                </c:pt>
                <c:pt idx="230">
                  <c:v>2.0830000000000002</c:v>
                </c:pt>
                <c:pt idx="231">
                  <c:v>2.1509999999999998</c:v>
                </c:pt>
                <c:pt idx="232">
                  <c:v>2.1480000000000001</c:v>
                </c:pt>
                <c:pt idx="233">
                  <c:v>2.1680000000000001</c:v>
                </c:pt>
                <c:pt idx="234">
                  <c:v>2.145</c:v>
                </c:pt>
                <c:pt idx="235">
                  <c:v>2.1150000000000002</c:v>
                </c:pt>
                <c:pt idx="236">
                  <c:v>2.1379999999999999</c:v>
                </c:pt>
                <c:pt idx="237">
                  <c:v>2.1589999999999998</c:v>
                </c:pt>
                <c:pt idx="238">
                  <c:v>2.1070000000000002</c:v>
                </c:pt>
                <c:pt idx="239">
                  <c:v>2.0939999999999999</c:v>
                </c:pt>
                <c:pt idx="240">
                  <c:v>2.0179999999999998</c:v>
                </c:pt>
                <c:pt idx="241">
                  <c:v>2.024</c:v>
                </c:pt>
                <c:pt idx="242">
                  <c:v>1.9910000000000001</c:v>
                </c:pt>
                <c:pt idx="243">
                  <c:v>1.958</c:v>
                </c:pt>
                <c:pt idx="244">
                  <c:v>1.96</c:v>
                </c:pt>
                <c:pt idx="245">
                  <c:v>1.958</c:v>
                </c:pt>
                <c:pt idx="246">
                  <c:v>2.0550000000000002</c:v>
                </c:pt>
                <c:pt idx="247">
                  <c:v>2.0310000000000001</c:v>
                </c:pt>
                <c:pt idx="248">
                  <c:v>2.1019999999999999</c:v>
                </c:pt>
                <c:pt idx="249">
                  <c:v>2.0609999999999999</c:v>
                </c:pt>
                <c:pt idx="250">
                  <c:v>2.0590000000000002</c:v>
                </c:pt>
                <c:pt idx="251">
                  <c:v>2.0710000000000002</c:v>
                </c:pt>
                <c:pt idx="252">
                  <c:v>2.0430000000000001</c:v>
                </c:pt>
                <c:pt idx="253">
                  <c:v>2.0089999999999999</c:v>
                </c:pt>
                <c:pt idx="254">
                  <c:v>2.0350000000000001</c:v>
                </c:pt>
                <c:pt idx="255">
                  <c:v>2.0710000000000002</c:v>
                </c:pt>
                <c:pt idx="256">
                  <c:v>2.1560000000000001</c:v>
                </c:pt>
                <c:pt idx="257">
                  <c:v>2.17</c:v>
                </c:pt>
                <c:pt idx="258">
                  <c:v>2.1779999999999999</c:v>
                </c:pt>
                <c:pt idx="259">
                  <c:v>2.2189999999999999</c:v>
                </c:pt>
                <c:pt idx="260">
                  <c:v>2.4489999999999998</c:v>
                </c:pt>
                <c:pt idx="261">
                  <c:v>2.4060000000000001</c:v>
                </c:pt>
                <c:pt idx="262">
                  <c:v>2.3519999999999999</c:v>
                </c:pt>
                <c:pt idx="263">
                  <c:v>2.3719999999999999</c:v>
                </c:pt>
                <c:pt idx="264">
                  <c:v>2.4830000000000001</c:v>
                </c:pt>
                <c:pt idx="265">
                  <c:v>2.585</c:v>
                </c:pt>
                <c:pt idx="266">
                  <c:v>2.629</c:v>
                </c:pt>
                <c:pt idx="267">
                  <c:v>2.7480000000000002</c:v>
                </c:pt>
                <c:pt idx="268">
                  <c:v>2.7189999999999999</c:v>
                </c:pt>
                <c:pt idx="269">
                  <c:v>2.8039999999999998</c:v>
                </c:pt>
                <c:pt idx="270">
                  <c:v>2.9809999999999999</c:v>
                </c:pt>
                <c:pt idx="271">
                  <c:v>2.9929999999999999</c:v>
                </c:pt>
                <c:pt idx="272">
                  <c:v>2.89</c:v>
                </c:pt>
                <c:pt idx="273">
                  <c:v>2.7759999999999998</c:v>
                </c:pt>
                <c:pt idx="274">
                  <c:v>2.7730000000000001</c:v>
                </c:pt>
                <c:pt idx="275">
                  <c:v>2.802</c:v>
                </c:pt>
                <c:pt idx="276">
                  <c:v>2.782</c:v>
                </c:pt>
                <c:pt idx="277">
                  <c:v>2.758</c:v>
                </c:pt>
                <c:pt idx="278">
                  <c:v>2.7189999999999999</c:v>
                </c:pt>
                <c:pt idx="279">
                  <c:v>2.7629999999999999</c:v>
                </c:pt>
                <c:pt idx="280">
                  <c:v>2.6739999999999999</c:v>
                </c:pt>
                <c:pt idx="281">
                  <c:v>2.6360000000000001</c:v>
                </c:pt>
                <c:pt idx="282">
                  <c:v>2.6859999999999999</c:v>
                </c:pt>
                <c:pt idx="283">
                  <c:v>2.7210000000000001</c:v>
                </c:pt>
                <c:pt idx="284">
                  <c:v>2.7759999999999998</c:v>
                </c:pt>
                <c:pt idx="285">
                  <c:v>2.8879999999999999</c:v>
                </c:pt>
                <c:pt idx="286">
                  <c:v>2.9039999999999999</c:v>
                </c:pt>
                <c:pt idx="287">
                  <c:v>2.9529999999999998</c:v>
                </c:pt>
                <c:pt idx="288">
                  <c:v>2.9249999999999998</c:v>
                </c:pt>
                <c:pt idx="289">
                  <c:v>2.8730000000000002</c:v>
                </c:pt>
                <c:pt idx="290">
                  <c:v>2.8519999999999999</c:v>
                </c:pt>
                <c:pt idx="291">
                  <c:v>2.7320000000000002</c:v>
                </c:pt>
                <c:pt idx="292">
                  <c:v>2.726</c:v>
                </c:pt>
                <c:pt idx="293">
                  <c:v>2.7069999999999999</c:v>
                </c:pt>
                <c:pt idx="294">
                  <c:v>2.8210000000000002</c:v>
                </c:pt>
                <c:pt idx="295">
                  <c:v>2.806</c:v>
                </c:pt>
                <c:pt idx="296">
                  <c:v>2.7959999999999998</c:v>
                </c:pt>
                <c:pt idx="297">
                  <c:v>2.7759999999999998</c:v>
                </c:pt>
                <c:pt idx="298">
                  <c:v>2.7360000000000002</c:v>
                </c:pt>
                <c:pt idx="299">
                  <c:v>2.7589999999999999</c:v>
                </c:pt>
                <c:pt idx="300">
                  <c:v>2.7189999999999999</c:v>
                </c:pt>
                <c:pt idx="301">
                  <c:v>2.7</c:v>
                </c:pt>
                <c:pt idx="302">
                  <c:v>2.7189999999999999</c:v>
                </c:pt>
                <c:pt idx="303">
                  <c:v>2.6930000000000001</c:v>
                </c:pt>
                <c:pt idx="304">
                  <c:v>2.6869999999999998</c:v>
                </c:pt>
                <c:pt idx="305">
                  <c:v>2.778</c:v>
                </c:pt>
                <c:pt idx="306">
                  <c:v>2.8420000000000001</c:v>
                </c:pt>
                <c:pt idx="307">
                  <c:v>2.85</c:v>
                </c:pt>
                <c:pt idx="308">
                  <c:v>2.9369999999999998</c:v>
                </c:pt>
                <c:pt idx="309">
                  <c:v>2.9049999999999998</c:v>
                </c:pt>
                <c:pt idx="310">
                  <c:v>2.8820000000000001</c:v>
                </c:pt>
                <c:pt idx="311">
                  <c:v>3.0710000000000002</c:v>
                </c:pt>
                <c:pt idx="312">
                  <c:v>3.3029999999999999</c:v>
                </c:pt>
                <c:pt idx="313">
                  <c:v>3.4249999999999998</c:v>
                </c:pt>
                <c:pt idx="314">
                  <c:v>3.5720000000000001</c:v>
                </c:pt>
                <c:pt idx="315">
                  <c:v>3.6230000000000002</c:v>
                </c:pt>
                <c:pt idx="316">
                  <c:v>3.6560000000000001</c:v>
                </c:pt>
                <c:pt idx="317">
                  <c:v>3.6459999999999999</c:v>
                </c:pt>
                <c:pt idx="318">
                  <c:v>3.5910000000000002</c:v>
                </c:pt>
                <c:pt idx="319">
                  <c:v>3.4870000000000001</c:v>
                </c:pt>
                <c:pt idx="320">
                  <c:v>3.5539999999999998</c:v>
                </c:pt>
                <c:pt idx="321">
                  <c:v>3.4769999999999999</c:v>
                </c:pt>
                <c:pt idx="322">
                  <c:v>3.5259999999999998</c:v>
                </c:pt>
                <c:pt idx="323">
                  <c:v>3.504</c:v>
                </c:pt>
                <c:pt idx="324">
                  <c:v>3.5230000000000001</c:v>
                </c:pt>
                <c:pt idx="325">
                  <c:v>3.5019999999999998</c:v>
                </c:pt>
                <c:pt idx="326">
                  <c:v>3.4289999999999998</c:v>
                </c:pt>
                <c:pt idx="327">
                  <c:v>3.4340000000000002</c:v>
                </c:pt>
                <c:pt idx="328">
                  <c:v>3.3279999999999998</c:v>
                </c:pt>
                <c:pt idx="329">
                  <c:v>3.2690000000000001</c:v>
                </c:pt>
                <c:pt idx="330">
                  <c:v>3.2839999999999998</c:v>
                </c:pt>
                <c:pt idx="331">
                  <c:v>3.3250000000000002</c:v>
                </c:pt>
                <c:pt idx="332">
                  <c:v>3.3119999999999998</c:v>
                </c:pt>
                <c:pt idx="333">
                  <c:v>3.2789999999999999</c:v>
                </c:pt>
                <c:pt idx="334">
                  <c:v>3.1920000000000002</c:v>
                </c:pt>
                <c:pt idx="335">
                  <c:v>3.2349999999999999</c:v>
                </c:pt>
                <c:pt idx="336">
                  <c:v>3.1819999999999999</c:v>
                </c:pt>
                <c:pt idx="337">
                  <c:v>3.1890000000000001</c:v>
                </c:pt>
                <c:pt idx="338">
                  <c:v>3.1850000000000001</c:v>
                </c:pt>
                <c:pt idx="339">
                  <c:v>3.278</c:v>
                </c:pt>
                <c:pt idx="340">
                  <c:v>3.28</c:v>
                </c:pt>
                <c:pt idx="341">
                  <c:v>3.214</c:v>
                </c:pt>
                <c:pt idx="342">
                  <c:v>3.1739999999999999</c:v>
                </c:pt>
                <c:pt idx="343">
                  <c:v>3.153</c:v>
                </c:pt>
                <c:pt idx="344">
                  <c:v>3.1389999999999998</c:v>
                </c:pt>
                <c:pt idx="345">
                  <c:v>3.153</c:v>
                </c:pt>
                <c:pt idx="346">
                  <c:v>3.052</c:v>
                </c:pt>
                <c:pt idx="347">
                  <c:v>3.093</c:v>
                </c:pt>
                <c:pt idx="348">
                  <c:v>3.02</c:v>
                </c:pt>
                <c:pt idx="349">
                  <c:v>3.08</c:v>
                </c:pt>
                <c:pt idx="350">
                  <c:v>3.0910000000000002</c:v>
                </c:pt>
                <c:pt idx="351">
                  <c:v>3.0609999999999999</c:v>
                </c:pt>
                <c:pt idx="352">
                  <c:v>3.125</c:v>
                </c:pt>
                <c:pt idx="353">
                  <c:v>3.137</c:v>
                </c:pt>
                <c:pt idx="354">
                  <c:v>3.1509999999999998</c:v>
                </c:pt>
                <c:pt idx="355">
                  <c:v>3.125</c:v>
                </c:pt>
                <c:pt idx="356">
                  <c:v>3.16</c:v>
                </c:pt>
                <c:pt idx="357">
                  <c:v>3.0529999999999999</c:v>
                </c:pt>
                <c:pt idx="358">
                  <c:v>3.0640000000000001</c:v>
                </c:pt>
                <c:pt idx="359">
                  <c:v>3.0840000000000001</c:v>
                </c:pt>
                <c:pt idx="360">
                  <c:v>3.1480000000000001</c:v>
                </c:pt>
                <c:pt idx="361">
                  <c:v>3.2080000000000002</c:v>
                </c:pt>
                <c:pt idx="362">
                  <c:v>3.2559999999999998</c:v>
                </c:pt>
                <c:pt idx="363">
                  <c:v>3.2839999999999998</c:v>
                </c:pt>
                <c:pt idx="364">
                  <c:v>3.5329999999999999</c:v>
                </c:pt>
                <c:pt idx="365">
                  <c:v>3.5350000000000001</c:v>
                </c:pt>
                <c:pt idx="366">
                  <c:v>3.6829999999999998</c:v>
                </c:pt>
                <c:pt idx="367">
                  <c:v>3.665</c:v>
                </c:pt>
                <c:pt idx="368">
                  <c:v>3.7269999999999999</c:v>
                </c:pt>
                <c:pt idx="369">
                  <c:v>3.7909999999999999</c:v>
                </c:pt>
                <c:pt idx="370">
                  <c:v>3.6949999999999998</c:v>
                </c:pt>
                <c:pt idx="371">
                  <c:v>3.6110000000000002</c:v>
                </c:pt>
                <c:pt idx="372">
                  <c:v>3.6579999999999999</c:v>
                </c:pt>
                <c:pt idx="373">
                  <c:v>3.6789999999999998</c:v>
                </c:pt>
                <c:pt idx="374">
                  <c:v>3.5310000000000001</c:v>
                </c:pt>
                <c:pt idx="375">
                  <c:v>3.54</c:v>
                </c:pt>
                <c:pt idx="376">
                  <c:v>3.6230000000000002</c:v>
                </c:pt>
                <c:pt idx="377">
                  <c:v>3.7120000000000002</c:v>
                </c:pt>
                <c:pt idx="378">
                  <c:v>3.746</c:v>
                </c:pt>
                <c:pt idx="379">
                  <c:v>3.7639999999999998</c:v>
                </c:pt>
                <c:pt idx="380">
                  <c:v>3.81</c:v>
                </c:pt>
                <c:pt idx="381">
                  <c:v>3.8580000000000001</c:v>
                </c:pt>
                <c:pt idx="382">
                  <c:v>4.07</c:v>
                </c:pt>
                <c:pt idx="383">
                  <c:v>4.18</c:v>
                </c:pt>
                <c:pt idx="384">
                  <c:v>4.516</c:v>
                </c:pt>
                <c:pt idx="385">
                  <c:v>4.3239999999999998</c:v>
                </c:pt>
                <c:pt idx="386">
                  <c:v>4.3109999999999999</c:v>
                </c:pt>
                <c:pt idx="387">
                  <c:v>4.3109999999999999</c:v>
                </c:pt>
                <c:pt idx="388">
                  <c:v>4.2030000000000003</c:v>
                </c:pt>
                <c:pt idx="389">
                  <c:v>4.0750000000000002</c:v>
                </c:pt>
                <c:pt idx="390">
                  <c:v>4.0890000000000004</c:v>
                </c:pt>
                <c:pt idx="391">
                  <c:v>4.0919999999999996</c:v>
                </c:pt>
                <c:pt idx="392">
                  <c:v>4.18</c:v>
                </c:pt>
                <c:pt idx="393">
                  <c:v>4.3029999999999999</c:v>
                </c:pt>
                <c:pt idx="394">
                  <c:v>4.1109999999999998</c:v>
                </c:pt>
                <c:pt idx="395">
                  <c:v>4.1970000000000001</c:v>
                </c:pt>
                <c:pt idx="396">
                  <c:v>4.2080000000000002</c:v>
                </c:pt>
                <c:pt idx="397">
                  <c:v>4.2329999999999997</c:v>
                </c:pt>
                <c:pt idx="398">
                  <c:v>4.226</c:v>
                </c:pt>
                <c:pt idx="399">
                  <c:v>4.3159999999999998</c:v>
                </c:pt>
                <c:pt idx="400">
                  <c:v>4.3239999999999998</c:v>
                </c:pt>
                <c:pt idx="401">
                  <c:v>4.4850000000000003</c:v>
                </c:pt>
                <c:pt idx="402">
                  <c:v>4.3239999999999998</c:v>
                </c:pt>
                <c:pt idx="403">
                  <c:v>4.2460000000000004</c:v>
                </c:pt>
                <c:pt idx="404">
                  <c:v>4.2519999999999998</c:v>
                </c:pt>
                <c:pt idx="405">
                  <c:v>4.2759999999999998</c:v>
                </c:pt>
                <c:pt idx="406">
                  <c:v>4.165</c:v>
                </c:pt>
                <c:pt idx="407">
                  <c:v>4.2279999999999998</c:v>
                </c:pt>
                <c:pt idx="408">
                  <c:v>4.0960000000000001</c:v>
                </c:pt>
                <c:pt idx="409">
                  <c:v>4.1669999999999998</c:v>
                </c:pt>
                <c:pt idx="410">
                  <c:v>4.2130000000000001</c:v>
                </c:pt>
                <c:pt idx="411">
                  <c:v>4.1849999999999996</c:v>
                </c:pt>
                <c:pt idx="412">
                  <c:v>4.2480000000000002</c:v>
                </c:pt>
                <c:pt idx="413">
                  <c:v>4.234</c:v>
                </c:pt>
                <c:pt idx="414">
                  <c:v>4.1669999999999998</c:v>
                </c:pt>
                <c:pt idx="415">
                  <c:v>4.1120000000000001</c:v>
                </c:pt>
                <c:pt idx="416">
                  <c:v>3.9020000000000001</c:v>
                </c:pt>
                <c:pt idx="417">
                  <c:v>3.9279999999999999</c:v>
                </c:pt>
                <c:pt idx="418">
                  <c:v>3.84</c:v>
                </c:pt>
                <c:pt idx="419">
                  <c:v>3.8929999999999998</c:v>
                </c:pt>
                <c:pt idx="420">
                  <c:v>3.89</c:v>
                </c:pt>
                <c:pt idx="421">
                  <c:v>3.859</c:v>
                </c:pt>
                <c:pt idx="422">
                  <c:v>3.8889999999999998</c:v>
                </c:pt>
                <c:pt idx="423">
                  <c:v>3.92</c:v>
                </c:pt>
                <c:pt idx="424">
                  <c:v>3.9609999999999999</c:v>
                </c:pt>
                <c:pt idx="425">
                  <c:v>3.8050000000000002</c:v>
                </c:pt>
                <c:pt idx="426">
                  <c:v>3.762</c:v>
                </c:pt>
                <c:pt idx="427">
                  <c:v>3.8050000000000002</c:v>
                </c:pt>
                <c:pt idx="428">
                  <c:v>3.8679999999999999</c:v>
                </c:pt>
                <c:pt idx="429">
                  <c:v>3.827</c:v>
                </c:pt>
                <c:pt idx="430">
                  <c:v>3.8010000000000002</c:v>
                </c:pt>
                <c:pt idx="431">
                  <c:v>3.7770000000000001</c:v>
                </c:pt>
                <c:pt idx="432">
                  <c:v>3.7610000000000001</c:v>
                </c:pt>
                <c:pt idx="433">
                  <c:v>3.778</c:v>
                </c:pt>
                <c:pt idx="434">
                  <c:v>3.7930000000000001</c:v>
                </c:pt>
                <c:pt idx="435">
                  <c:v>3.7989999999999999</c:v>
                </c:pt>
                <c:pt idx="436">
                  <c:v>3.7919999999999998</c:v>
                </c:pt>
                <c:pt idx="437">
                  <c:v>3.7749999999999999</c:v>
                </c:pt>
                <c:pt idx="438">
                  <c:v>3.7690000000000001</c:v>
                </c:pt>
                <c:pt idx="439">
                  <c:v>3.6749999999999998</c:v>
                </c:pt>
                <c:pt idx="440">
                  <c:v>3.6589999999999998</c:v>
                </c:pt>
                <c:pt idx="441">
                  <c:v>3.669</c:v>
                </c:pt>
                <c:pt idx="442">
                  <c:v>3.6659999999999999</c:v>
                </c:pt>
                <c:pt idx="443">
                  <c:v>3.7949999999999999</c:v>
                </c:pt>
                <c:pt idx="444">
                  <c:v>3.7559999999999998</c:v>
                </c:pt>
                <c:pt idx="445">
                  <c:v>3.7010000000000001</c:v>
                </c:pt>
                <c:pt idx="446">
                  <c:v>3.7429999999999999</c:v>
                </c:pt>
                <c:pt idx="447">
                  <c:v>3.7749999999999999</c:v>
                </c:pt>
                <c:pt idx="448">
                  <c:v>3.7610000000000001</c:v>
                </c:pt>
                <c:pt idx="449">
                  <c:v>3.778</c:v>
                </c:pt>
                <c:pt idx="450">
                  <c:v>3.8090000000000002</c:v>
                </c:pt>
                <c:pt idx="451">
                  <c:v>3.8029999999999999</c:v>
                </c:pt>
                <c:pt idx="452">
                  <c:v>3.8479999999999999</c:v>
                </c:pt>
                <c:pt idx="453">
                  <c:v>3.7330000000000001</c:v>
                </c:pt>
                <c:pt idx="454">
                  <c:v>3.6890000000000001</c:v>
                </c:pt>
                <c:pt idx="455">
                  <c:v>3.6909999999999998</c:v>
                </c:pt>
                <c:pt idx="456">
                  <c:v>3.7010000000000001</c:v>
                </c:pt>
                <c:pt idx="457">
                  <c:v>3.5830000000000002</c:v>
                </c:pt>
                <c:pt idx="458">
                  <c:v>3.5990000000000002</c:v>
                </c:pt>
                <c:pt idx="459">
                  <c:v>3.5329999999999999</c:v>
                </c:pt>
                <c:pt idx="460">
                  <c:v>3.5249999999999999</c:v>
                </c:pt>
                <c:pt idx="461">
                  <c:v>3.4409999999999998</c:v>
                </c:pt>
                <c:pt idx="462">
                  <c:v>3.4950000000000001</c:v>
                </c:pt>
                <c:pt idx="463">
                  <c:v>3.53</c:v>
                </c:pt>
                <c:pt idx="464">
                  <c:v>3.4340000000000002</c:v>
                </c:pt>
                <c:pt idx="465">
                  <c:v>3.34</c:v>
                </c:pt>
                <c:pt idx="466">
                  <c:v>3.3959999999999999</c:v>
                </c:pt>
                <c:pt idx="467">
                  <c:v>3.3820000000000001</c:v>
                </c:pt>
                <c:pt idx="468">
                  <c:v>3.375</c:v>
                </c:pt>
                <c:pt idx="469">
                  <c:v>3.415</c:v>
                </c:pt>
                <c:pt idx="470">
                  <c:v>3.3769999999999998</c:v>
                </c:pt>
                <c:pt idx="471">
                  <c:v>3.45</c:v>
                </c:pt>
                <c:pt idx="472">
                  <c:v>3.395</c:v>
                </c:pt>
                <c:pt idx="473">
                  <c:v>3.3130000000000002</c:v>
                </c:pt>
                <c:pt idx="474">
                  <c:v>3.24</c:v>
                </c:pt>
                <c:pt idx="475">
                  <c:v>3.403</c:v>
                </c:pt>
                <c:pt idx="476">
                  <c:v>3.44</c:v>
                </c:pt>
                <c:pt idx="477">
                  <c:v>3.4319999999999999</c:v>
                </c:pt>
                <c:pt idx="478">
                  <c:v>3.4849999999999999</c:v>
                </c:pt>
                <c:pt idx="479">
                  <c:v>3.4790000000000001</c:v>
                </c:pt>
                <c:pt idx="480">
                  <c:v>3.532</c:v>
                </c:pt>
                <c:pt idx="481">
                  <c:v>3.5219999999999998</c:v>
                </c:pt>
                <c:pt idx="482">
                  <c:v>3.5859999999999999</c:v>
                </c:pt>
                <c:pt idx="483">
                  <c:v>3.5979999999999999</c:v>
                </c:pt>
                <c:pt idx="484">
                  <c:v>3.7229999999999999</c:v>
                </c:pt>
                <c:pt idx="485">
                  <c:v>3.7480000000000002</c:v>
                </c:pt>
                <c:pt idx="486">
                  <c:v>3.7229999999999999</c:v>
                </c:pt>
                <c:pt idx="487">
                  <c:v>3.7530000000000001</c:v>
                </c:pt>
                <c:pt idx="488">
                  <c:v>3.702</c:v>
                </c:pt>
                <c:pt idx="489">
                  <c:v>3.673</c:v>
                </c:pt>
                <c:pt idx="490">
                  <c:v>3.778</c:v>
                </c:pt>
                <c:pt idx="491">
                  <c:v>3.899</c:v>
                </c:pt>
                <c:pt idx="492">
                  <c:v>3.976</c:v>
                </c:pt>
                <c:pt idx="493">
                  <c:v>3.8660000000000001</c:v>
                </c:pt>
                <c:pt idx="494">
                  <c:v>3.85</c:v>
                </c:pt>
                <c:pt idx="495">
                  <c:v>3.798</c:v>
                </c:pt>
                <c:pt idx="496">
                  <c:v>3.915</c:v>
                </c:pt>
                <c:pt idx="497">
                  <c:v>3.94</c:v>
                </c:pt>
                <c:pt idx="498">
                  <c:v>3.758</c:v>
                </c:pt>
                <c:pt idx="499">
                  <c:v>3.4860000000000002</c:v>
                </c:pt>
                <c:pt idx="500">
                  <c:v>3.4249999999999998</c:v>
                </c:pt>
                <c:pt idx="501">
                  <c:v>3.5230000000000001</c:v>
                </c:pt>
                <c:pt idx="502">
                  <c:v>3.4470000000000001</c:v>
                </c:pt>
                <c:pt idx="503">
                  <c:v>3.4710000000000001</c:v>
                </c:pt>
                <c:pt idx="504">
                  <c:v>3.35</c:v>
                </c:pt>
                <c:pt idx="505">
                  <c:v>3.379</c:v>
                </c:pt>
                <c:pt idx="506">
                  <c:v>3.37</c:v>
                </c:pt>
                <c:pt idx="507">
                  <c:v>3.29</c:v>
                </c:pt>
                <c:pt idx="508">
                  <c:v>3.2490000000000001</c:v>
                </c:pt>
                <c:pt idx="509">
                  <c:v>3.3130000000000002</c:v>
                </c:pt>
                <c:pt idx="510">
                  <c:v>3.351</c:v>
                </c:pt>
                <c:pt idx="511">
                  <c:v>3.3410000000000002</c:v>
                </c:pt>
                <c:pt idx="512">
                  <c:v>3.3079999999999998</c:v>
                </c:pt>
                <c:pt idx="513">
                  <c:v>3.3410000000000002</c:v>
                </c:pt>
                <c:pt idx="514">
                  <c:v>3.3980000000000001</c:v>
                </c:pt>
                <c:pt idx="515">
                  <c:v>3.3359999999999999</c:v>
                </c:pt>
                <c:pt idx="516">
                  <c:v>3.3149999999999999</c:v>
                </c:pt>
                <c:pt idx="517">
                  <c:v>3.2829999999999999</c:v>
                </c:pt>
                <c:pt idx="518">
                  <c:v>3.3039999999999998</c:v>
                </c:pt>
                <c:pt idx="519">
                  <c:v>3.2610000000000001</c:v>
                </c:pt>
                <c:pt idx="520">
                  <c:v>3.2930000000000001</c:v>
                </c:pt>
                <c:pt idx="521">
                  <c:v>3.3</c:v>
                </c:pt>
                <c:pt idx="522">
                  <c:v>3.2549999999999999</c:v>
                </c:pt>
                <c:pt idx="523">
                  <c:v>3.262</c:v>
                </c:pt>
                <c:pt idx="524">
                  <c:v>3.33</c:v>
                </c:pt>
                <c:pt idx="525">
                  <c:v>3.343</c:v>
                </c:pt>
                <c:pt idx="526">
                  <c:v>3.379</c:v>
                </c:pt>
                <c:pt idx="527">
                  <c:v>3.3780000000000001</c:v>
                </c:pt>
                <c:pt idx="528">
                  <c:v>3.323</c:v>
                </c:pt>
                <c:pt idx="529">
                  <c:v>3.3</c:v>
                </c:pt>
                <c:pt idx="530">
                  <c:v>3.3250000000000002</c:v>
                </c:pt>
                <c:pt idx="531">
                  <c:v>3.3279999999999998</c:v>
                </c:pt>
                <c:pt idx="532">
                  <c:v>3.3490000000000002</c:v>
                </c:pt>
                <c:pt idx="533">
                  <c:v>3.3639999999999999</c:v>
                </c:pt>
                <c:pt idx="534">
                  <c:v>3.4060000000000001</c:v>
                </c:pt>
                <c:pt idx="535">
                  <c:v>3.367</c:v>
                </c:pt>
                <c:pt idx="536">
                  <c:v>3.3090000000000002</c:v>
                </c:pt>
                <c:pt idx="537">
                  <c:v>3.371</c:v>
                </c:pt>
                <c:pt idx="538">
                  <c:v>3.371</c:v>
                </c:pt>
                <c:pt idx="539">
                  <c:v>3.3679999999999999</c:v>
                </c:pt>
                <c:pt idx="540">
                  <c:v>3.327</c:v>
                </c:pt>
                <c:pt idx="541">
                  <c:v>3.339</c:v>
                </c:pt>
                <c:pt idx="542">
                  <c:v>3.3769999999999998</c:v>
                </c:pt>
                <c:pt idx="543">
                  <c:v>3.3460000000000001</c:v>
                </c:pt>
                <c:pt idx="544">
                  <c:v>3.375</c:v>
                </c:pt>
                <c:pt idx="545">
                  <c:v>3.4129999999999998</c:v>
                </c:pt>
                <c:pt idx="546">
                  <c:v>3.4420000000000002</c:v>
                </c:pt>
                <c:pt idx="547">
                  <c:v>3.4129999999999998</c:v>
                </c:pt>
                <c:pt idx="548">
                  <c:v>3.452</c:v>
                </c:pt>
                <c:pt idx="549">
                  <c:v>3.4529999999999998</c:v>
                </c:pt>
                <c:pt idx="550">
                  <c:v>3.5539999999999998</c:v>
                </c:pt>
                <c:pt idx="551">
                  <c:v>3.6120000000000001</c:v>
                </c:pt>
                <c:pt idx="552">
                  <c:v>3.65</c:v>
                </c:pt>
                <c:pt idx="553">
                  <c:v>3.573</c:v>
                </c:pt>
                <c:pt idx="554">
                  <c:v>3.5840000000000001</c:v>
                </c:pt>
                <c:pt idx="555">
                  <c:v>3.5489999999999999</c:v>
                </c:pt>
                <c:pt idx="556">
                  <c:v>3.62</c:v>
                </c:pt>
                <c:pt idx="557">
                  <c:v>3.5880000000000001</c:v>
                </c:pt>
                <c:pt idx="558">
                  <c:v>3.6360000000000001</c:v>
                </c:pt>
                <c:pt idx="559">
                  <c:v>3.59</c:v>
                </c:pt>
                <c:pt idx="560">
                  <c:v>3.5859999999999999</c:v>
                </c:pt>
                <c:pt idx="561">
                  <c:v>3.5590000000000002</c:v>
                </c:pt>
                <c:pt idx="562">
                  <c:v>3.6120000000000001</c:v>
                </c:pt>
                <c:pt idx="563">
                  <c:v>3.6840000000000002</c:v>
                </c:pt>
                <c:pt idx="564">
                  <c:v>3.6339999999999999</c:v>
                </c:pt>
                <c:pt idx="565">
                  <c:v>3.641</c:v>
                </c:pt>
                <c:pt idx="566">
                  <c:v>3.613</c:v>
                </c:pt>
                <c:pt idx="567">
                  <c:v>3.6360000000000001</c:v>
                </c:pt>
                <c:pt idx="568">
                  <c:v>3.657</c:v>
                </c:pt>
                <c:pt idx="569">
                  <c:v>3.6739999999999999</c:v>
                </c:pt>
                <c:pt idx="570">
                  <c:v>3.6320000000000001</c:v>
                </c:pt>
                <c:pt idx="571">
                  <c:v>3.6139999999999999</c:v>
                </c:pt>
                <c:pt idx="572">
                  <c:v>3.6320000000000001</c:v>
                </c:pt>
                <c:pt idx="573">
                  <c:v>3.6539999999999999</c:v>
                </c:pt>
                <c:pt idx="574">
                  <c:v>3.7370000000000001</c:v>
                </c:pt>
                <c:pt idx="575">
                  <c:v>3.6749999999999998</c:v>
                </c:pt>
                <c:pt idx="576">
                  <c:v>3.6760000000000002</c:v>
                </c:pt>
                <c:pt idx="577">
                  <c:v>3.677</c:v>
                </c:pt>
                <c:pt idx="578">
                  <c:v>3.7320000000000002</c:v>
                </c:pt>
                <c:pt idx="579">
                  <c:v>3.78</c:v>
                </c:pt>
                <c:pt idx="580">
                  <c:v>3.839</c:v>
                </c:pt>
                <c:pt idx="581">
                  <c:v>3.75</c:v>
                </c:pt>
                <c:pt idx="582">
                  <c:v>3.76</c:v>
                </c:pt>
                <c:pt idx="583">
                  <c:v>3.65</c:v>
                </c:pt>
                <c:pt idx="584">
                  <c:v>3.665</c:v>
                </c:pt>
                <c:pt idx="585">
                  <c:v>3.6619999999999999</c:v>
                </c:pt>
                <c:pt idx="586">
                  <c:v>3.6379999999999999</c:v>
                </c:pt>
                <c:pt idx="587">
                  <c:v>3.5990000000000002</c:v>
                </c:pt>
                <c:pt idx="588">
                  <c:v>3.6389999999999998</c:v>
                </c:pt>
                <c:pt idx="589">
                  <c:v>3.6549999999999998</c:v>
                </c:pt>
                <c:pt idx="590">
                  <c:v>3.6619999999999999</c:v>
                </c:pt>
                <c:pt idx="591">
                  <c:v>3.6909999999999998</c:v>
                </c:pt>
                <c:pt idx="592">
                  <c:v>3.669</c:v>
                </c:pt>
                <c:pt idx="593">
                  <c:v>3.6269999999999998</c:v>
                </c:pt>
                <c:pt idx="594">
                  <c:v>3.6749999999999998</c:v>
                </c:pt>
                <c:pt idx="595">
                  <c:v>3.714</c:v>
                </c:pt>
                <c:pt idx="596">
                  <c:v>3.6859999999999999</c:v>
                </c:pt>
                <c:pt idx="597">
                  <c:v>3.7170000000000001</c:v>
                </c:pt>
                <c:pt idx="598">
                  <c:v>3.7450000000000001</c:v>
                </c:pt>
                <c:pt idx="599">
                  <c:v>3.7589999999999999</c:v>
                </c:pt>
                <c:pt idx="600">
                  <c:v>3.7240000000000002</c:v>
                </c:pt>
                <c:pt idx="601">
                  <c:v>3.698</c:v>
                </c:pt>
                <c:pt idx="602">
                  <c:v>3.71</c:v>
                </c:pt>
                <c:pt idx="603">
                  <c:v>3.726</c:v>
                </c:pt>
                <c:pt idx="604">
                  <c:v>3.7250000000000001</c:v>
                </c:pt>
                <c:pt idx="605">
                  <c:v>3.7570000000000001</c:v>
                </c:pt>
                <c:pt idx="606">
                  <c:v>3.7309999999999999</c:v>
                </c:pt>
                <c:pt idx="607">
                  <c:v>3.7839999999999998</c:v>
                </c:pt>
                <c:pt idx="608">
                  <c:v>3.7290000000000001</c:v>
                </c:pt>
                <c:pt idx="609">
                  <c:v>3.7959999999999998</c:v>
                </c:pt>
                <c:pt idx="610">
                  <c:v>3.7930000000000001</c:v>
                </c:pt>
                <c:pt idx="611">
                  <c:v>3.7610000000000001</c:v>
                </c:pt>
                <c:pt idx="612">
                  <c:v>3.762</c:v>
                </c:pt>
                <c:pt idx="613">
                  <c:v>3.79</c:v>
                </c:pt>
                <c:pt idx="614">
                  <c:v>3.7709999999999999</c:v>
                </c:pt>
                <c:pt idx="615">
                  <c:v>3.7509999999999999</c:v>
                </c:pt>
                <c:pt idx="616">
                  <c:v>3.746</c:v>
                </c:pt>
                <c:pt idx="617">
                  <c:v>3.722</c:v>
                </c:pt>
                <c:pt idx="618">
                  <c:v>3.714</c:v>
                </c:pt>
                <c:pt idx="619">
                  <c:v>3.7749999999999999</c:v>
                </c:pt>
                <c:pt idx="620">
                  <c:v>3.798</c:v>
                </c:pt>
                <c:pt idx="621">
                  <c:v>3.7949999999999999</c:v>
                </c:pt>
                <c:pt idx="622">
                  <c:v>3.867</c:v>
                </c:pt>
                <c:pt idx="623">
                  <c:v>3.8250000000000002</c:v>
                </c:pt>
                <c:pt idx="624">
                  <c:v>3.891</c:v>
                </c:pt>
                <c:pt idx="625">
                  <c:v>3.8719999999999999</c:v>
                </c:pt>
                <c:pt idx="626">
                  <c:v>3.867</c:v>
                </c:pt>
                <c:pt idx="627">
                  <c:v>3.8530000000000002</c:v>
                </c:pt>
                <c:pt idx="628">
                  <c:v>3.8740000000000001</c:v>
                </c:pt>
                <c:pt idx="629">
                  <c:v>3.9180000000000001</c:v>
                </c:pt>
                <c:pt idx="630">
                  <c:v>3.9020000000000001</c:v>
                </c:pt>
                <c:pt idx="631">
                  <c:v>3.9</c:v>
                </c:pt>
                <c:pt idx="632">
                  <c:v>3.9350000000000001</c:v>
                </c:pt>
                <c:pt idx="633">
                  <c:v>3.8860000000000001</c:v>
                </c:pt>
                <c:pt idx="634">
                  <c:v>3.8679999999999999</c:v>
                </c:pt>
                <c:pt idx="635">
                  <c:v>3.8820000000000001</c:v>
                </c:pt>
                <c:pt idx="636">
                  <c:v>3.88</c:v>
                </c:pt>
                <c:pt idx="637">
                  <c:v>4.0650000000000004</c:v>
                </c:pt>
                <c:pt idx="638">
                  <c:v>4.0380000000000003</c:v>
                </c:pt>
                <c:pt idx="639">
                  <c:v>3.9780000000000002</c:v>
                </c:pt>
                <c:pt idx="640">
                  <c:v>3.9569999999999999</c:v>
                </c:pt>
                <c:pt idx="641">
                  <c:v>3.931</c:v>
                </c:pt>
                <c:pt idx="642">
                  <c:v>3.9049999999999998</c:v>
                </c:pt>
                <c:pt idx="643">
                  <c:v>3.9180000000000001</c:v>
                </c:pt>
                <c:pt idx="644">
                  <c:v>3.9289999999999998</c:v>
                </c:pt>
                <c:pt idx="645">
                  <c:v>3.9359999999999999</c:v>
                </c:pt>
                <c:pt idx="646">
                  <c:v>3.9660000000000002</c:v>
                </c:pt>
                <c:pt idx="647">
                  <c:v>3.9790000000000001</c:v>
                </c:pt>
                <c:pt idx="648">
                  <c:v>3.9420000000000002</c:v>
                </c:pt>
                <c:pt idx="649">
                  <c:v>3.9580000000000002</c:v>
                </c:pt>
                <c:pt idx="650">
                  <c:v>3.927</c:v>
                </c:pt>
                <c:pt idx="651">
                  <c:v>3.952</c:v>
                </c:pt>
                <c:pt idx="652">
                  <c:v>3.996</c:v>
                </c:pt>
                <c:pt idx="653">
                  <c:v>3.9780000000000002</c:v>
                </c:pt>
                <c:pt idx="654">
                  <c:v>3.9950000000000001</c:v>
                </c:pt>
                <c:pt idx="655">
                  <c:v>4.0010000000000003</c:v>
                </c:pt>
                <c:pt idx="656">
                  <c:v>3.9910000000000001</c:v>
                </c:pt>
                <c:pt idx="657">
                  <c:v>3.9039999999999999</c:v>
                </c:pt>
                <c:pt idx="658">
                  <c:v>3.903</c:v>
                </c:pt>
                <c:pt idx="659">
                  <c:v>3.8580000000000001</c:v>
                </c:pt>
                <c:pt idx="660">
                  <c:v>3.8849999999999998</c:v>
                </c:pt>
                <c:pt idx="661">
                  <c:v>3.867</c:v>
                </c:pt>
                <c:pt idx="662">
                  <c:v>3.8660000000000001</c:v>
                </c:pt>
                <c:pt idx="663">
                  <c:v>3.8780000000000001</c:v>
                </c:pt>
                <c:pt idx="664">
                  <c:v>3.8980000000000001</c:v>
                </c:pt>
                <c:pt idx="665">
                  <c:v>3.8929999999999998</c:v>
                </c:pt>
                <c:pt idx="666">
                  <c:v>3.798</c:v>
                </c:pt>
                <c:pt idx="667">
                  <c:v>3.7610000000000001</c:v>
                </c:pt>
                <c:pt idx="668">
                  <c:v>3.7309999999999999</c:v>
                </c:pt>
                <c:pt idx="669">
                  <c:v>3.7170000000000001</c:v>
                </c:pt>
                <c:pt idx="670">
                  <c:v>3.6970000000000001</c:v>
                </c:pt>
                <c:pt idx="671">
                  <c:v>3.7160000000000002</c:v>
                </c:pt>
                <c:pt idx="672">
                  <c:v>3.7040000000000002</c:v>
                </c:pt>
                <c:pt idx="673">
                  <c:v>3.726</c:v>
                </c:pt>
                <c:pt idx="674">
                  <c:v>3.7290000000000001</c:v>
                </c:pt>
                <c:pt idx="675">
                  <c:v>3.6880000000000002</c:v>
                </c:pt>
                <c:pt idx="676">
                  <c:v>3.5939999999999999</c:v>
                </c:pt>
                <c:pt idx="677">
                  <c:v>3.617</c:v>
                </c:pt>
                <c:pt idx="678">
                  <c:v>3.617</c:v>
                </c:pt>
                <c:pt idx="679">
                  <c:v>3.5630000000000002</c:v>
                </c:pt>
                <c:pt idx="680">
                  <c:v>3.54</c:v>
                </c:pt>
                <c:pt idx="681">
                  <c:v>3.5139999999999998</c:v>
                </c:pt>
                <c:pt idx="682">
                  <c:v>3.5510000000000002</c:v>
                </c:pt>
                <c:pt idx="683">
                  <c:v>3.5219999999999998</c:v>
                </c:pt>
                <c:pt idx="684">
                  <c:v>3.5630000000000002</c:v>
                </c:pt>
                <c:pt idx="685">
                  <c:v>3.5249999999999999</c:v>
                </c:pt>
                <c:pt idx="686">
                  <c:v>3.5459999999999998</c:v>
                </c:pt>
                <c:pt idx="687">
                  <c:v>3.3380000000000001</c:v>
                </c:pt>
                <c:pt idx="688">
                  <c:v>3.375</c:v>
                </c:pt>
                <c:pt idx="689">
                  <c:v>3.3690000000000002</c:v>
                </c:pt>
                <c:pt idx="690">
                  <c:v>3.395</c:v>
                </c:pt>
                <c:pt idx="691">
                  <c:v>3.327</c:v>
                </c:pt>
                <c:pt idx="692">
                  <c:v>3.319</c:v>
                </c:pt>
                <c:pt idx="693">
                  <c:v>3.3119999999999998</c:v>
                </c:pt>
                <c:pt idx="694">
                  <c:v>3.31</c:v>
                </c:pt>
                <c:pt idx="695">
                  <c:v>3.319</c:v>
                </c:pt>
                <c:pt idx="696">
                  <c:v>3.262</c:v>
                </c:pt>
                <c:pt idx="697">
                  <c:v>3.262</c:v>
                </c:pt>
                <c:pt idx="698">
                  <c:v>3.331</c:v>
                </c:pt>
                <c:pt idx="699">
                  <c:v>3.371</c:v>
                </c:pt>
                <c:pt idx="700">
                  <c:v>3.3380000000000001</c:v>
                </c:pt>
                <c:pt idx="701">
                  <c:v>3.38</c:v>
                </c:pt>
                <c:pt idx="702">
                  <c:v>3.3929999999999998</c:v>
                </c:pt>
                <c:pt idx="703">
                  <c:v>3.355</c:v>
                </c:pt>
                <c:pt idx="704">
                  <c:v>3.363</c:v>
                </c:pt>
                <c:pt idx="705">
                  <c:v>3.33</c:v>
                </c:pt>
                <c:pt idx="706">
                  <c:v>3.3</c:v>
                </c:pt>
                <c:pt idx="707">
                  <c:v>3.2690000000000001</c:v>
                </c:pt>
                <c:pt idx="708">
                  <c:v>3.3029999999999999</c:v>
                </c:pt>
                <c:pt idx="709">
                  <c:v>3.3359999999999999</c:v>
                </c:pt>
                <c:pt idx="710">
                  <c:v>3.3460000000000001</c:v>
                </c:pt>
                <c:pt idx="711">
                  <c:v>3.36</c:v>
                </c:pt>
                <c:pt idx="712">
                  <c:v>3.3220000000000001</c:v>
                </c:pt>
                <c:pt idx="713">
                  <c:v>3.3370000000000002</c:v>
                </c:pt>
                <c:pt idx="714">
                  <c:v>3.3530000000000002</c:v>
                </c:pt>
                <c:pt idx="715">
                  <c:v>3.3650000000000002</c:v>
                </c:pt>
                <c:pt idx="716">
                  <c:v>3.31</c:v>
                </c:pt>
                <c:pt idx="717">
                  <c:v>3.3420000000000001</c:v>
                </c:pt>
                <c:pt idx="718">
                  <c:v>3.3119999999999998</c:v>
                </c:pt>
                <c:pt idx="719">
                  <c:v>3.319</c:v>
                </c:pt>
                <c:pt idx="720">
                  <c:v>3.32</c:v>
                </c:pt>
                <c:pt idx="721">
                  <c:v>3.3090000000000002</c:v>
                </c:pt>
                <c:pt idx="722">
                  <c:v>3.383</c:v>
                </c:pt>
                <c:pt idx="723">
                  <c:v>3.3730000000000002</c:v>
                </c:pt>
                <c:pt idx="724">
                  <c:v>3.3740000000000001</c:v>
                </c:pt>
                <c:pt idx="725">
                  <c:v>3.3940000000000001</c:v>
                </c:pt>
                <c:pt idx="726">
                  <c:v>3.43</c:v>
                </c:pt>
                <c:pt idx="727">
                  <c:v>3.4929999999999999</c:v>
                </c:pt>
                <c:pt idx="728">
                  <c:v>3.46</c:v>
                </c:pt>
                <c:pt idx="729">
                  <c:v>3.4649999999999999</c:v>
                </c:pt>
                <c:pt idx="730">
                  <c:v>3.4529999999999998</c:v>
                </c:pt>
                <c:pt idx="731">
                  <c:v>3.4710000000000001</c:v>
                </c:pt>
                <c:pt idx="732">
                  <c:v>3.4740000000000002</c:v>
                </c:pt>
                <c:pt idx="733">
                  <c:v>3.419</c:v>
                </c:pt>
                <c:pt idx="734">
                  <c:v>3.45</c:v>
                </c:pt>
                <c:pt idx="735">
                  <c:v>3.4279999999999999</c:v>
                </c:pt>
                <c:pt idx="736">
                  <c:v>3.448</c:v>
                </c:pt>
                <c:pt idx="737">
                  <c:v>3.4460000000000002</c:v>
                </c:pt>
                <c:pt idx="738">
                  <c:v>3.4689999999999999</c:v>
                </c:pt>
                <c:pt idx="739">
                  <c:v>3.4380000000000002</c:v>
                </c:pt>
                <c:pt idx="740">
                  <c:v>3.4409999999999998</c:v>
                </c:pt>
                <c:pt idx="741">
                  <c:v>3.42</c:v>
                </c:pt>
                <c:pt idx="742">
                  <c:v>3.42</c:v>
                </c:pt>
                <c:pt idx="743">
                  <c:v>3.3820000000000001</c:v>
                </c:pt>
                <c:pt idx="744">
                  <c:v>3.3450000000000002</c:v>
                </c:pt>
                <c:pt idx="745">
                  <c:v>3.3570000000000002</c:v>
                </c:pt>
                <c:pt idx="746">
                  <c:v>3.34</c:v>
                </c:pt>
                <c:pt idx="747">
                  <c:v>3.363</c:v>
                </c:pt>
                <c:pt idx="748">
                  <c:v>3.3809999999999998</c:v>
                </c:pt>
                <c:pt idx="749">
                  <c:v>3.4129999999999998</c:v>
                </c:pt>
                <c:pt idx="750">
                  <c:v>3.444</c:v>
                </c:pt>
                <c:pt idx="751">
                  <c:v>3.4289999999999998</c:v>
                </c:pt>
                <c:pt idx="752">
                  <c:v>3.3519999999999999</c:v>
                </c:pt>
                <c:pt idx="753">
                  <c:v>3.335</c:v>
                </c:pt>
                <c:pt idx="754">
                  <c:v>3.3130000000000002</c:v>
                </c:pt>
                <c:pt idx="755">
                  <c:v>3.335</c:v>
                </c:pt>
                <c:pt idx="756">
                  <c:v>3.331</c:v>
                </c:pt>
                <c:pt idx="757">
                  <c:v>3.3330000000000002</c:v>
                </c:pt>
                <c:pt idx="758">
                  <c:v>3.3679999999999999</c:v>
                </c:pt>
                <c:pt idx="759">
                  <c:v>3.3370000000000002</c:v>
                </c:pt>
                <c:pt idx="760">
                  <c:v>3.359</c:v>
                </c:pt>
                <c:pt idx="761">
                  <c:v>3.3690000000000002</c:v>
                </c:pt>
                <c:pt idx="762">
                  <c:v>3.3650000000000002</c:v>
                </c:pt>
                <c:pt idx="763">
                  <c:v>3.3559999999999999</c:v>
                </c:pt>
                <c:pt idx="764">
                  <c:v>3.4159999999999999</c:v>
                </c:pt>
                <c:pt idx="765">
                  <c:v>3.4319999999999999</c:v>
                </c:pt>
                <c:pt idx="766">
                  <c:v>3.4940000000000002</c:v>
                </c:pt>
                <c:pt idx="767">
                  <c:v>3.4449999999999998</c:v>
                </c:pt>
                <c:pt idx="768">
                  <c:v>3.4670000000000001</c:v>
                </c:pt>
                <c:pt idx="769">
                  <c:v>3.49</c:v>
                </c:pt>
                <c:pt idx="770">
                  <c:v>3.504</c:v>
                </c:pt>
                <c:pt idx="771">
                  <c:v>3.448</c:v>
                </c:pt>
                <c:pt idx="772">
                  <c:v>3.4849999999999999</c:v>
                </c:pt>
                <c:pt idx="773">
                  <c:v>3.528</c:v>
                </c:pt>
                <c:pt idx="774">
                  <c:v>3.5019999999999998</c:v>
                </c:pt>
                <c:pt idx="775">
                  <c:v>3.5089999999999999</c:v>
                </c:pt>
                <c:pt idx="776">
                  <c:v>3.5329999999999999</c:v>
                </c:pt>
                <c:pt idx="777">
                  <c:v>3.5219999999999998</c:v>
                </c:pt>
                <c:pt idx="778">
                  <c:v>3.54</c:v>
                </c:pt>
                <c:pt idx="779">
                  <c:v>3.5179999999999998</c:v>
                </c:pt>
                <c:pt idx="780">
                  <c:v>3.5030000000000001</c:v>
                </c:pt>
                <c:pt idx="781">
                  <c:v>3.5070000000000001</c:v>
                </c:pt>
                <c:pt idx="782">
                  <c:v>3.4729999999999999</c:v>
                </c:pt>
                <c:pt idx="783">
                  <c:v>3.4729999999999999</c:v>
                </c:pt>
                <c:pt idx="784">
                  <c:v>3.4809999999999999</c:v>
                </c:pt>
                <c:pt idx="785">
                  <c:v>3.4710000000000001</c:v>
                </c:pt>
                <c:pt idx="786">
                  <c:v>3.4820000000000002</c:v>
                </c:pt>
                <c:pt idx="787">
                  <c:v>3.4780000000000002</c:v>
                </c:pt>
                <c:pt idx="788">
                  <c:v>3.415</c:v>
                </c:pt>
                <c:pt idx="789">
                  <c:v>3.4209999999999998</c:v>
                </c:pt>
                <c:pt idx="790">
                  <c:v>3.4449999999999998</c:v>
                </c:pt>
                <c:pt idx="791">
                  <c:v>3.4420000000000002</c:v>
                </c:pt>
                <c:pt idx="792">
                  <c:v>3.4470000000000001</c:v>
                </c:pt>
                <c:pt idx="793">
                  <c:v>3.4350000000000001</c:v>
                </c:pt>
                <c:pt idx="794">
                  <c:v>3.456</c:v>
                </c:pt>
                <c:pt idx="795">
                  <c:v>3.448</c:v>
                </c:pt>
                <c:pt idx="796">
                  <c:v>3.4239999999999999</c:v>
                </c:pt>
                <c:pt idx="797">
                  <c:v>3.444</c:v>
                </c:pt>
                <c:pt idx="798">
                  <c:v>3.4620000000000002</c:v>
                </c:pt>
                <c:pt idx="799">
                  <c:v>3.4620000000000002</c:v>
                </c:pt>
                <c:pt idx="800">
                  <c:v>3.45</c:v>
                </c:pt>
                <c:pt idx="801">
                  <c:v>3.411</c:v>
                </c:pt>
                <c:pt idx="802">
                  <c:v>3.379</c:v>
                </c:pt>
                <c:pt idx="803">
                  <c:v>3.3420000000000001</c:v>
                </c:pt>
                <c:pt idx="804">
                  <c:v>3.4039999999999999</c:v>
                </c:pt>
                <c:pt idx="805">
                  <c:v>3.3980000000000001</c:v>
                </c:pt>
                <c:pt idx="806">
                  <c:v>3.375</c:v>
                </c:pt>
                <c:pt idx="807">
                  <c:v>3.347</c:v>
                </c:pt>
                <c:pt idx="808">
                  <c:v>3.3250000000000002</c:v>
                </c:pt>
                <c:pt idx="809">
                  <c:v>3.2829999999999999</c:v>
                </c:pt>
                <c:pt idx="810">
                  <c:v>3.2789999999999999</c:v>
                </c:pt>
                <c:pt idx="811">
                  <c:v>3.2429999999999999</c:v>
                </c:pt>
                <c:pt idx="812">
                  <c:v>3.2690000000000001</c:v>
                </c:pt>
                <c:pt idx="813">
                  <c:v>3.246</c:v>
                </c:pt>
                <c:pt idx="814">
                  <c:v>3.258</c:v>
                </c:pt>
                <c:pt idx="815">
                  <c:v>3.26</c:v>
                </c:pt>
                <c:pt idx="816">
                  <c:v>3.27</c:v>
                </c:pt>
                <c:pt idx="817">
                  <c:v>3.2810000000000001</c:v>
                </c:pt>
                <c:pt idx="818">
                  <c:v>3.2429999999999999</c:v>
                </c:pt>
                <c:pt idx="819">
                  <c:v>3.2629999999999999</c:v>
                </c:pt>
                <c:pt idx="820">
                  <c:v>3.2090000000000001</c:v>
                </c:pt>
                <c:pt idx="821">
                  <c:v>3.1989999999999998</c:v>
                </c:pt>
                <c:pt idx="822">
                  <c:v>3.1560000000000001</c:v>
                </c:pt>
                <c:pt idx="823">
                  <c:v>3.161</c:v>
                </c:pt>
                <c:pt idx="824">
                  <c:v>3.161</c:v>
                </c:pt>
                <c:pt idx="825">
                  <c:v>3.1589999999999998</c:v>
                </c:pt>
                <c:pt idx="826">
                  <c:v>3.1629999999999998</c:v>
                </c:pt>
                <c:pt idx="827">
                  <c:v>3.2090000000000001</c:v>
                </c:pt>
                <c:pt idx="828">
                  <c:v>3.161</c:v>
                </c:pt>
                <c:pt idx="829">
                  <c:v>3.137</c:v>
                </c:pt>
                <c:pt idx="830">
                  <c:v>3.1019999999999999</c:v>
                </c:pt>
                <c:pt idx="831">
                  <c:v>3.105</c:v>
                </c:pt>
                <c:pt idx="832">
                  <c:v>3.1150000000000002</c:v>
                </c:pt>
                <c:pt idx="833">
                  <c:v>3.1440000000000001</c:v>
                </c:pt>
                <c:pt idx="834">
                  <c:v>3.1259999999999999</c:v>
                </c:pt>
                <c:pt idx="835">
                  <c:v>3.1389999999999998</c:v>
                </c:pt>
                <c:pt idx="836">
                  <c:v>3.1179999999999999</c:v>
                </c:pt>
                <c:pt idx="837">
                  <c:v>3.1030000000000002</c:v>
                </c:pt>
                <c:pt idx="838">
                  <c:v>3.1</c:v>
                </c:pt>
                <c:pt idx="839">
                  <c:v>3.0569999999999999</c:v>
                </c:pt>
                <c:pt idx="840">
                  <c:v>3.0760000000000001</c:v>
                </c:pt>
                <c:pt idx="841">
                  <c:v>3.0859999999999999</c:v>
                </c:pt>
                <c:pt idx="842">
                  <c:v>3.0609999999999999</c:v>
                </c:pt>
                <c:pt idx="843">
                  <c:v>3.0409999999999999</c:v>
                </c:pt>
                <c:pt idx="844">
                  <c:v>2.9279999999999999</c:v>
                </c:pt>
                <c:pt idx="845">
                  <c:v>3.05</c:v>
                </c:pt>
                <c:pt idx="846">
                  <c:v>3.0310000000000001</c:v>
                </c:pt>
                <c:pt idx="847">
                  <c:v>3.016</c:v>
                </c:pt>
                <c:pt idx="848">
                  <c:v>3.0339999999999998</c:v>
                </c:pt>
                <c:pt idx="849">
                  <c:v>3.0339999999999998</c:v>
                </c:pt>
                <c:pt idx="850">
                  <c:v>3.0259999999999998</c:v>
                </c:pt>
                <c:pt idx="851">
                  <c:v>3</c:v>
                </c:pt>
                <c:pt idx="852">
                  <c:v>3.04</c:v>
                </c:pt>
                <c:pt idx="853">
                  <c:v>3.0350000000000001</c:v>
                </c:pt>
                <c:pt idx="854">
                  <c:v>3.048</c:v>
                </c:pt>
                <c:pt idx="855">
                  <c:v>3.044</c:v>
                </c:pt>
                <c:pt idx="856">
                  <c:v>3.0219999999999998</c:v>
                </c:pt>
                <c:pt idx="857">
                  <c:v>3.0369999999999999</c:v>
                </c:pt>
                <c:pt idx="858">
                  <c:v>3.0110000000000001</c:v>
                </c:pt>
                <c:pt idx="859">
                  <c:v>3.0550000000000002</c:v>
                </c:pt>
                <c:pt idx="860">
                  <c:v>3.0259999999999998</c:v>
                </c:pt>
                <c:pt idx="861">
                  <c:v>3.0569999999999999</c:v>
                </c:pt>
                <c:pt idx="862">
                  <c:v>3.0670000000000002</c:v>
                </c:pt>
                <c:pt idx="863">
                  <c:v>3.0910000000000002</c:v>
                </c:pt>
                <c:pt idx="864">
                  <c:v>3.0880000000000001</c:v>
                </c:pt>
                <c:pt idx="865">
                  <c:v>3.0390000000000001</c:v>
                </c:pt>
                <c:pt idx="866">
                  <c:v>3.02</c:v>
                </c:pt>
                <c:pt idx="867">
                  <c:v>3.008</c:v>
                </c:pt>
                <c:pt idx="868">
                  <c:v>3.0230000000000001</c:v>
                </c:pt>
                <c:pt idx="869">
                  <c:v>2.956</c:v>
                </c:pt>
                <c:pt idx="870">
                  <c:v>2.9140000000000001</c:v>
                </c:pt>
                <c:pt idx="871">
                  <c:v>2.9470000000000001</c:v>
                </c:pt>
                <c:pt idx="872">
                  <c:v>2.87</c:v>
                </c:pt>
                <c:pt idx="873">
                  <c:v>2.8820000000000001</c:v>
                </c:pt>
                <c:pt idx="874">
                  <c:v>2.859</c:v>
                </c:pt>
                <c:pt idx="875">
                  <c:v>2.8719999999999999</c:v>
                </c:pt>
                <c:pt idx="876">
                  <c:v>2.8660000000000001</c:v>
                </c:pt>
                <c:pt idx="877">
                  <c:v>2.8220000000000001</c:v>
                </c:pt>
                <c:pt idx="878">
                  <c:v>2.8149999999999999</c:v>
                </c:pt>
                <c:pt idx="879">
                  <c:v>2.83</c:v>
                </c:pt>
                <c:pt idx="880">
                  <c:v>2.8130000000000002</c:v>
                </c:pt>
                <c:pt idx="881">
                  <c:v>2.798</c:v>
                </c:pt>
                <c:pt idx="882">
                  <c:v>2.851</c:v>
                </c:pt>
                <c:pt idx="883">
                  <c:v>2.98</c:v>
                </c:pt>
                <c:pt idx="884">
                  <c:v>2.9609999999999999</c:v>
                </c:pt>
                <c:pt idx="885">
                  <c:v>2.9820000000000002</c:v>
                </c:pt>
                <c:pt idx="886">
                  <c:v>2.9710000000000001</c:v>
                </c:pt>
                <c:pt idx="887">
                  <c:v>2.9620000000000002</c:v>
                </c:pt>
                <c:pt idx="888">
                  <c:v>2.9359999999999999</c:v>
                </c:pt>
                <c:pt idx="889">
                  <c:v>2.907</c:v>
                </c:pt>
                <c:pt idx="890">
                  <c:v>2.9140000000000001</c:v>
                </c:pt>
                <c:pt idx="891">
                  <c:v>2.93</c:v>
                </c:pt>
                <c:pt idx="892">
                  <c:v>2.92</c:v>
                </c:pt>
                <c:pt idx="893">
                  <c:v>2.9449999999999998</c:v>
                </c:pt>
                <c:pt idx="894">
                  <c:v>2.9420000000000002</c:v>
                </c:pt>
                <c:pt idx="895">
                  <c:v>2.9020000000000001</c:v>
                </c:pt>
                <c:pt idx="896">
                  <c:v>2.8959999999999999</c:v>
                </c:pt>
                <c:pt idx="897">
                  <c:v>2.9380000000000002</c:v>
                </c:pt>
                <c:pt idx="898">
                  <c:v>2.948</c:v>
                </c:pt>
                <c:pt idx="899">
                  <c:v>2.956</c:v>
                </c:pt>
                <c:pt idx="900">
                  <c:v>2.964</c:v>
                </c:pt>
                <c:pt idx="901">
                  <c:v>2.9609999999999999</c:v>
                </c:pt>
                <c:pt idx="902">
                  <c:v>2.956</c:v>
                </c:pt>
                <c:pt idx="903">
                  <c:v>2.9390000000000001</c:v>
                </c:pt>
                <c:pt idx="904">
                  <c:v>2.98</c:v>
                </c:pt>
                <c:pt idx="905">
                  <c:v>2.9510000000000001</c:v>
                </c:pt>
                <c:pt idx="906">
                  <c:v>2.9249999999999998</c:v>
                </c:pt>
                <c:pt idx="907">
                  <c:v>2.9430000000000001</c:v>
                </c:pt>
                <c:pt idx="908">
                  <c:v>2.9369999999999998</c:v>
                </c:pt>
                <c:pt idx="909">
                  <c:v>2.9729999999999999</c:v>
                </c:pt>
                <c:pt idx="910">
                  <c:v>2.9580000000000002</c:v>
                </c:pt>
                <c:pt idx="911">
                  <c:v>2.976</c:v>
                </c:pt>
                <c:pt idx="912">
                  <c:v>2.9609999999999999</c:v>
                </c:pt>
                <c:pt idx="913">
                  <c:v>2.9460000000000002</c:v>
                </c:pt>
                <c:pt idx="914">
                  <c:v>2.9329999999999998</c:v>
                </c:pt>
                <c:pt idx="915">
                  <c:v>2.8919999999999999</c:v>
                </c:pt>
                <c:pt idx="916">
                  <c:v>2.8650000000000002</c:v>
                </c:pt>
                <c:pt idx="917">
                  <c:v>2.8279999999999998</c:v>
                </c:pt>
                <c:pt idx="918">
                  <c:v>2.8250000000000002</c:v>
                </c:pt>
                <c:pt idx="919">
                  <c:v>2.8</c:v>
                </c:pt>
                <c:pt idx="920">
                  <c:v>2.7050000000000001</c:v>
                </c:pt>
                <c:pt idx="921">
                  <c:v>2.6739999999999999</c:v>
                </c:pt>
                <c:pt idx="922">
                  <c:v>2.6389999999999998</c:v>
                </c:pt>
                <c:pt idx="923">
                  <c:v>2.649</c:v>
                </c:pt>
                <c:pt idx="924">
                  <c:v>2.6840000000000002</c:v>
                </c:pt>
                <c:pt idx="925">
                  <c:v>2.657</c:v>
                </c:pt>
                <c:pt idx="926">
                  <c:v>2.67</c:v>
                </c:pt>
                <c:pt idx="927">
                  <c:v>2.6349999999999998</c:v>
                </c:pt>
                <c:pt idx="928">
                  <c:v>2.6339999999999999</c:v>
                </c:pt>
                <c:pt idx="929">
                  <c:v>2.641</c:v>
                </c:pt>
                <c:pt idx="930">
                  <c:v>2.6619999999999999</c:v>
                </c:pt>
                <c:pt idx="931">
                  <c:v>2.6640000000000001</c:v>
                </c:pt>
                <c:pt idx="932">
                  <c:v>2.665</c:v>
                </c:pt>
                <c:pt idx="933">
                  <c:v>2.7149999999999999</c:v>
                </c:pt>
                <c:pt idx="934">
                  <c:v>2.6320000000000001</c:v>
                </c:pt>
                <c:pt idx="935">
                  <c:v>2.6989999999999998</c:v>
                </c:pt>
                <c:pt idx="936">
                  <c:v>2.73</c:v>
                </c:pt>
                <c:pt idx="937">
                  <c:v>2.7349999999999999</c:v>
                </c:pt>
                <c:pt idx="938">
                  <c:v>2.7629999999999999</c:v>
                </c:pt>
                <c:pt idx="939">
                  <c:v>2.7919999999999998</c:v>
                </c:pt>
                <c:pt idx="940">
                  <c:v>2.7759999999999998</c:v>
                </c:pt>
                <c:pt idx="941">
                  <c:v>2.7650000000000001</c:v>
                </c:pt>
                <c:pt idx="942">
                  <c:v>2.7650000000000001</c:v>
                </c:pt>
                <c:pt idx="943">
                  <c:v>2.681</c:v>
                </c:pt>
                <c:pt idx="944">
                  <c:v>2.677</c:v>
                </c:pt>
                <c:pt idx="945">
                  <c:v>2.6989999999999998</c:v>
                </c:pt>
                <c:pt idx="946">
                  <c:v>2.6709999999999998</c:v>
                </c:pt>
                <c:pt idx="947">
                  <c:v>2.65</c:v>
                </c:pt>
                <c:pt idx="948">
                  <c:v>2.609</c:v>
                </c:pt>
                <c:pt idx="949">
                  <c:v>2.65</c:v>
                </c:pt>
                <c:pt idx="950">
                  <c:v>2.72</c:v>
                </c:pt>
                <c:pt idx="951">
                  <c:v>2.7090000000000001</c:v>
                </c:pt>
                <c:pt idx="952">
                  <c:v>2.7269999999999999</c:v>
                </c:pt>
                <c:pt idx="953">
                  <c:v>2.6779999999999999</c:v>
                </c:pt>
                <c:pt idx="954">
                  <c:v>2.6509999999999998</c:v>
                </c:pt>
                <c:pt idx="955">
                  <c:v>2.6619999999999999</c:v>
                </c:pt>
                <c:pt idx="956">
                  <c:v>2.6509999999999998</c:v>
                </c:pt>
                <c:pt idx="957">
                  <c:v>2.6459999999999999</c:v>
                </c:pt>
                <c:pt idx="958">
                  <c:v>2.6629999999999998</c:v>
                </c:pt>
                <c:pt idx="959">
                  <c:v>2.6549999999999998</c:v>
                </c:pt>
                <c:pt idx="960">
                  <c:v>2.6440000000000001</c:v>
                </c:pt>
                <c:pt idx="961">
                  <c:v>2.6629999999999998</c:v>
                </c:pt>
                <c:pt idx="962">
                  <c:v>2.677</c:v>
                </c:pt>
                <c:pt idx="963">
                  <c:v>2.6680000000000001</c:v>
                </c:pt>
                <c:pt idx="964">
                  <c:v>2.6640000000000001</c:v>
                </c:pt>
                <c:pt idx="965">
                  <c:v>2.7130000000000001</c:v>
                </c:pt>
                <c:pt idx="966">
                  <c:v>2.7080000000000002</c:v>
                </c:pt>
                <c:pt idx="967">
                  <c:v>2.7</c:v>
                </c:pt>
                <c:pt idx="968">
                  <c:v>2.7170000000000001</c:v>
                </c:pt>
                <c:pt idx="969">
                  <c:v>2.6930000000000001</c:v>
                </c:pt>
                <c:pt idx="970">
                  <c:v>2.6880000000000002</c:v>
                </c:pt>
                <c:pt idx="971">
                  <c:v>2.702</c:v>
                </c:pt>
                <c:pt idx="972">
                  <c:v>2.7120000000000002</c:v>
                </c:pt>
                <c:pt idx="973">
                  <c:v>2.698</c:v>
                </c:pt>
                <c:pt idx="974">
                  <c:v>2.6909999999999998</c:v>
                </c:pt>
                <c:pt idx="975">
                  <c:v>2.6739999999999999</c:v>
                </c:pt>
                <c:pt idx="976">
                  <c:v>2.6669999999999998</c:v>
                </c:pt>
                <c:pt idx="977">
                  <c:v>2.661</c:v>
                </c:pt>
                <c:pt idx="978">
                  <c:v>2.6539999999999999</c:v>
                </c:pt>
                <c:pt idx="979">
                  <c:v>2.6640000000000001</c:v>
                </c:pt>
                <c:pt idx="980">
                  <c:v>2.6539999999999999</c:v>
                </c:pt>
                <c:pt idx="981">
                  <c:v>2.653</c:v>
                </c:pt>
                <c:pt idx="982">
                  <c:v>2.6779999999999999</c:v>
                </c:pt>
                <c:pt idx="983">
                  <c:v>2.7</c:v>
                </c:pt>
                <c:pt idx="984">
                  <c:v>2.669</c:v>
                </c:pt>
                <c:pt idx="985">
                  <c:v>2.677</c:v>
                </c:pt>
                <c:pt idx="986">
                  <c:v>2.65</c:v>
                </c:pt>
                <c:pt idx="987">
                  <c:v>2.633</c:v>
                </c:pt>
                <c:pt idx="988">
                  <c:v>2.64</c:v>
                </c:pt>
                <c:pt idx="989">
                  <c:v>2.67</c:v>
                </c:pt>
                <c:pt idx="990">
                  <c:v>2.67</c:v>
                </c:pt>
                <c:pt idx="991">
                  <c:v>2.665</c:v>
                </c:pt>
                <c:pt idx="992">
                  <c:v>2.6819999999999999</c:v>
                </c:pt>
                <c:pt idx="993">
                  <c:v>2.6549999999999998</c:v>
                </c:pt>
                <c:pt idx="994">
                  <c:v>2.665</c:v>
                </c:pt>
                <c:pt idx="995">
                  <c:v>2.6779999999999999</c:v>
                </c:pt>
                <c:pt idx="996">
                  <c:v>2.6920000000000002</c:v>
                </c:pt>
                <c:pt idx="997">
                  <c:v>2.6909999999999998</c:v>
                </c:pt>
                <c:pt idx="998">
                  <c:v>2.6840000000000002</c:v>
                </c:pt>
                <c:pt idx="999">
                  <c:v>2.694</c:v>
                </c:pt>
                <c:pt idx="1000">
                  <c:v>2.6480000000000001</c:v>
                </c:pt>
                <c:pt idx="1001">
                  <c:v>2.6539999999999999</c:v>
                </c:pt>
                <c:pt idx="1002">
                  <c:v>2.653</c:v>
                </c:pt>
                <c:pt idx="1003">
                  <c:v>2.6080000000000001</c:v>
                </c:pt>
                <c:pt idx="1004">
                  <c:v>2.5329999999999999</c:v>
                </c:pt>
                <c:pt idx="1005">
                  <c:v>2.4660000000000002</c:v>
                </c:pt>
                <c:pt idx="1006">
                  <c:v>2.4710000000000001</c:v>
                </c:pt>
                <c:pt idx="1007">
                  <c:v>2.4809999999999999</c:v>
                </c:pt>
                <c:pt idx="1008">
                  <c:v>2.4860000000000002</c:v>
                </c:pt>
                <c:pt idx="1009">
                  <c:v>2.4590000000000001</c:v>
                </c:pt>
                <c:pt idx="1010">
                  <c:v>2.464</c:v>
                </c:pt>
                <c:pt idx="1011">
                  <c:v>2.444</c:v>
                </c:pt>
                <c:pt idx="1012">
                  <c:v>2.4039999999999999</c:v>
                </c:pt>
                <c:pt idx="1013">
                  <c:v>2.4279999999999999</c:v>
                </c:pt>
                <c:pt idx="1014">
                  <c:v>2.403</c:v>
                </c:pt>
                <c:pt idx="1015">
                  <c:v>2.379</c:v>
                </c:pt>
                <c:pt idx="1016">
                  <c:v>2.38</c:v>
                </c:pt>
                <c:pt idx="1017">
                  <c:v>2.383</c:v>
                </c:pt>
                <c:pt idx="1018">
                  <c:v>2.3929999999999998</c:v>
                </c:pt>
                <c:pt idx="1019">
                  <c:v>2.3559999999999999</c:v>
                </c:pt>
                <c:pt idx="1020">
                  <c:v>2.367</c:v>
                </c:pt>
                <c:pt idx="1021">
                  <c:v>2.355</c:v>
                </c:pt>
                <c:pt idx="1022">
                  <c:v>2.323</c:v>
                </c:pt>
                <c:pt idx="1023">
                  <c:v>2.3290000000000002</c:v>
                </c:pt>
                <c:pt idx="1024">
                  <c:v>2.2999999999999998</c:v>
                </c:pt>
                <c:pt idx="1025">
                  <c:v>2.3199999999999998</c:v>
                </c:pt>
                <c:pt idx="1026">
                  <c:v>2.3580000000000001</c:v>
                </c:pt>
                <c:pt idx="1027">
                  <c:v>2.355</c:v>
                </c:pt>
                <c:pt idx="1028">
                  <c:v>2.3929999999999998</c:v>
                </c:pt>
                <c:pt idx="1029">
                  <c:v>2.3690000000000002</c:v>
                </c:pt>
                <c:pt idx="1030">
                  <c:v>2.37</c:v>
                </c:pt>
                <c:pt idx="1031">
                  <c:v>2.3370000000000002</c:v>
                </c:pt>
                <c:pt idx="1032">
                  <c:v>2.363</c:v>
                </c:pt>
                <c:pt idx="1033">
                  <c:v>2.34</c:v>
                </c:pt>
                <c:pt idx="1034">
                  <c:v>2.347</c:v>
                </c:pt>
                <c:pt idx="1035">
                  <c:v>2.3410000000000002</c:v>
                </c:pt>
                <c:pt idx="1036">
                  <c:v>2.335</c:v>
                </c:pt>
                <c:pt idx="1037">
                  <c:v>2.33</c:v>
                </c:pt>
                <c:pt idx="1038">
                  <c:v>2.33</c:v>
                </c:pt>
                <c:pt idx="1039">
                  <c:v>2.323</c:v>
                </c:pt>
                <c:pt idx="1040">
                  <c:v>2.331</c:v>
                </c:pt>
                <c:pt idx="1041">
                  <c:v>2.343</c:v>
                </c:pt>
                <c:pt idx="1042">
                  <c:v>2.3319999999999999</c:v>
                </c:pt>
                <c:pt idx="1043">
                  <c:v>2.3780000000000001</c:v>
                </c:pt>
                <c:pt idx="1044">
                  <c:v>2.3759999999999999</c:v>
                </c:pt>
                <c:pt idx="1045">
                  <c:v>2.3769999999999998</c:v>
                </c:pt>
                <c:pt idx="1046">
                  <c:v>2.387</c:v>
                </c:pt>
                <c:pt idx="1047">
                  <c:v>2.4039999999999999</c:v>
                </c:pt>
                <c:pt idx="1048">
                  <c:v>2.423</c:v>
                </c:pt>
                <c:pt idx="1049">
                  <c:v>2.4660000000000002</c:v>
                </c:pt>
                <c:pt idx="1050">
                  <c:v>2.4700000000000002</c:v>
                </c:pt>
                <c:pt idx="1051">
                  <c:v>2.4449999999999998</c:v>
                </c:pt>
                <c:pt idx="1052">
                  <c:v>2.4649999999999999</c:v>
                </c:pt>
                <c:pt idx="1053">
                  <c:v>2.4830000000000001</c:v>
                </c:pt>
                <c:pt idx="1054">
                  <c:v>2.4710000000000001</c:v>
                </c:pt>
                <c:pt idx="1055">
                  <c:v>2.5030000000000001</c:v>
                </c:pt>
                <c:pt idx="1056">
                  <c:v>2.4630000000000001</c:v>
                </c:pt>
                <c:pt idx="1057">
                  <c:v>2.4630000000000001</c:v>
                </c:pt>
                <c:pt idx="1058">
                  <c:v>2.4529999999999998</c:v>
                </c:pt>
                <c:pt idx="1059">
                  <c:v>2.464</c:v>
                </c:pt>
                <c:pt idx="1060">
                  <c:v>2.4489999999999998</c:v>
                </c:pt>
                <c:pt idx="1061">
                  <c:v>2.4430000000000001</c:v>
                </c:pt>
                <c:pt idx="1062">
                  <c:v>2.4609999999999999</c:v>
                </c:pt>
                <c:pt idx="1063">
                  <c:v>2.4260000000000002</c:v>
                </c:pt>
                <c:pt idx="1064">
                  <c:v>2.4460000000000002</c:v>
                </c:pt>
                <c:pt idx="1065">
                  <c:v>2.4529999999999998</c:v>
                </c:pt>
                <c:pt idx="1066">
                  <c:v>2.4420000000000002</c:v>
                </c:pt>
                <c:pt idx="1067">
                  <c:v>2.4350000000000001</c:v>
                </c:pt>
                <c:pt idx="1068">
                  <c:v>2.403</c:v>
                </c:pt>
                <c:pt idx="1069">
                  <c:v>2.4209999999999998</c:v>
                </c:pt>
                <c:pt idx="1070">
                  <c:v>2.4409999999999998</c:v>
                </c:pt>
                <c:pt idx="1071">
                  <c:v>2.431</c:v>
                </c:pt>
                <c:pt idx="1072">
                  <c:v>2.423</c:v>
                </c:pt>
                <c:pt idx="1073">
                  <c:v>2.4380000000000002</c:v>
                </c:pt>
                <c:pt idx="1074">
                  <c:v>2.4369999999999998</c:v>
                </c:pt>
                <c:pt idx="1075">
                  <c:v>2.4169999999999998</c:v>
                </c:pt>
                <c:pt idx="1076">
                  <c:v>2.423</c:v>
                </c:pt>
                <c:pt idx="1077">
                  <c:v>2.419</c:v>
                </c:pt>
                <c:pt idx="1078">
                  <c:v>2.4260000000000002</c:v>
                </c:pt>
                <c:pt idx="1079">
                  <c:v>2.423</c:v>
                </c:pt>
                <c:pt idx="1080">
                  <c:v>2.4020000000000001</c:v>
                </c:pt>
                <c:pt idx="1081">
                  <c:v>2.387</c:v>
                </c:pt>
                <c:pt idx="1082">
                  <c:v>2.3919999999999999</c:v>
                </c:pt>
                <c:pt idx="1083">
                  <c:v>2.4009999999999998</c:v>
                </c:pt>
                <c:pt idx="1084">
                  <c:v>2.423</c:v>
                </c:pt>
                <c:pt idx="1085">
                  <c:v>2.3639999999999999</c:v>
                </c:pt>
                <c:pt idx="1086">
                  <c:v>2.3540000000000001</c:v>
                </c:pt>
                <c:pt idx="1087">
                  <c:v>2.36</c:v>
                </c:pt>
                <c:pt idx="1088">
                  <c:v>2.3519999999999999</c:v>
                </c:pt>
                <c:pt idx="1089">
                  <c:v>2.351</c:v>
                </c:pt>
                <c:pt idx="1090">
                  <c:v>2.367</c:v>
                </c:pt>
                <c:pt idx="1091">
                  <c:v>2.3780000000000001</c:v>
                </c:pt>
                <c:pt idx="1092">
                  <c:v>2.367</c:v>
                </c:pt>
                <c:pt idx="1093">
                  <c:v>2.36</c:v>
                </c:pt>
                <c:pt idx="1094">
                  <c:v>2.3740000000000001</c:v>
                </c:pt>
                <c:pt idx="1095">
                  <c:v>2.3809999999999998</c:v>
                </c:pt>
                <c:pt idx="1096">
                  <c:v>2.3809999999999998</c:v>
                </c:pt>
                <c:pt idx="1097">
                  <c:v>2.3769999999999998</c:v>
                </c:pt>
                <c:pt idx="1098">
                  <c:v>2.3820000000000001</c:v>
                </c:pt>
                <c:pt idx="1099">
                  <c:v>2.36</c:v>
                </c:pt>
                <c:pt idx="1100">
                  <c:v>2.3460000000000001</c:v>
                </c:pt>
                <c:pt idx="1101">
                  <c:v>2.3340000000000001</c:v>
                </c:pt>
                <c:pt idx="1102">
                  <c:v>2.3439999999999999</c:v>
                </c:pt>
                <c:pt idx="1103">
                  <c:v>2.3540000000000001</c:v>
                </c:pt>
                <c:pt idx="1104">
                  <c:v>2.3719999999999999</c:v>
                </c:pt>
                <c:pt idx="1105">
                  <c:v>2.38</c:v>
                </c:pt>
                <c:pt idx="1106">
                  <c:v>2.4039999999999999</c:v>
                </c:pt>
                <c:pt idx="1107">
                  <c:v>2.4089999999999998</c:v>
                </c:pt>
                <c:pt idx="1108">
                  <c:v>2.4020000000000001</c:v>
                </c:pt>
                <c:pt idx="1109">
                  <c:v>2.4</c:v>
                </c:pt>
                <c:pt idx="1110">
                  <c:v>2.3969999999999998</c:v>
                </c:pt>
                <c:pt idx="1111">
                  <c:v>2.4180000000000001</c:v>
                </c:pt>
                <c:pt idx="1112">
                  <c:v>2.403</c:v>
                </c:pt>
                <c:pt idx="1113">
                  <c:v>2.4079999999999999</c:v>
                </c:pt>
                <c:pt idx="1114">
                  <c:v>2.4140000000000001</c:v>
                </c:pt>
                <c:pt idx="1115">
                  <c:v>2.3940000000000001</c:v>
                </c:pt>
                <c:pt idx="1116">
                  <c:v>2.3879999999999999</c:v>
                </c:pt>
                <c:pt idx="1117">
                  <c:v>2.37</c:v>
                </c:pt>
                <c:pt idx="1118">
                  <c:v>2.395</c:v>
                </c:pt>
                <c:pt idx="1119">
                  <c:v>2.4089999999999998</c:v>
                </c:pt>
                <c:pt idx="1120">
                  <c:v>2.4209999999999998</c:v>
                </c:pt>
                <c:pt idx="1121">
                  <c:v>2.4369999999999998</c:v>
                </c:pt>
                <c:pt idx="1122">
                  <c:v>2.4670000000000001</c:v>
                </c:pt>
                <c:pt idx="1123">
                  <c:v>2.4990000000000001</c:v>
                </c:pt>
                <c:pt idx="1124">
                  <c:v>2.5190000000000001</c:v>
                </c:pt>
                <c:pt idx="1125">
                  <c:v>2.5249999999999999</c:v>
                </c:pt>
                <c:pt idx="1126">
                  <c:v>2.5289999999999999</c:v>
                </c:pt>
                <c:pt idx="1127">
                  <c:v>2.5179999999999998</c:v>
                </c:pt>
                <c:pt idx="1128">
                  <c:v>2.524</c:v>
                </c:pt>
                <c:pt idx="1129">
                  <c:v>2.492</c:v>
                </c:pt>
                <c:pt idx="1130">
                  <c:v>2.48</c:v>
                </c:pt>
                <c:pt idx="1131">
                  <c:v>2.4729999999999999</c:v>
                </c:pt>
                <c:pt idx="1132">
                  <c:v>2.5110000000000001</c:v>
                </c:pt>
                <c:pt idx="1133">
                  <c:v>2.4929999999999999</c:v>
                </c:pt>
                <c:pt idx="1134">
                  <c:v>2.5129999999999999</c:v>
                </c:pt>
                <c:pt idx="1135">
                  <c:v>2.5409999999999999</c:v>
                </c:pt>
                <c:pt idx="1136">
                  <c:v>2.5209999999999999</c:v>
                </c:pt>
                <c:pt idx="1137">
                  <c:v>2.556</c:v>
                </c:pt>
                <c:pt idx="1138">
                  <c:v>2.54</c:v>
                </c:pt>
                <c:pt idx="1139">
                  <c:v>2.556</c:v>
                </c:pt>
                <c:pt idx="1140">
                  <c:v>2.5739999999999998</c:v>
                </c:pt>
                <c:pt idx="1141">
                  <c:v>2.605</c:v>
                </c:pt>
                <c:pt idx="1142">
                  <c:v>2.6589999999999998</c:v>
                </c:pt>
                <c:pt idx="1143">
                  <c:v>2.6360000000000001</c:v>
                </c:pt>
                <c:pt idx="1144">
                  <c:v>2.6779999999999999</c:v>
                </c:pt>
                <c:pt idx="1145">
                  <c:v>2.669</c:v>
                </c:pt>
                <c:pt idx="1146">
                  <c:v>2.6930000000000001</c:v>
                </c:pt>
                <c:pt idx="1147">
                  <c:v>2.7519999999999998</c:v>
                </c:pt>
                <c:pt idx="1148">
                  <c:v>2.8029999999999999</c:v>
                </c:pt>
                <c:pt idx="1149">
                  <c:v>2.7949999999999999</c:v>
                </c:pt>
                <c:pt idx="1150">
                  <c:v>2.7559999999999998</c:v>
                </c:pt>
                <c:pt idx="1151">
                  <c:v>2.8370000000000002</c:v>
                </c:pt>
                <c:pt idx="1152">
                  <c:v>2.831</c:v>
                </c:pt>
                <c:pt idx="1153">
                  <c:v>2.8279999999999998</c:v>
                </c:pt>
                <c:pt idx="1154">
                  <c:v>2.802</c:v>
                </c:pt>
                <c:pt idx="1155">
                  <c:v>2.754</c:v>
                </c:pt>
                <c:pt idx="1156">
                  <c:v>2.74</c:v>
                </c:pt>
                <c:pt idx="1157">
                  <c:v>2.738</c:v>
                </c:pt>
                <c:pt idx="1158">
                  <c:v>2.6909999999999998</c:v>
                </c:pt>
                <c:pt idx="1159">
                  <c:v>2.714</c:v>
                </c:pt>
                <c:pt idx="1160">
                  <c:v>2.7229999999999999</c:v>
                </c:pt>
                <c:pt idx="1161">
                  <c:v>2.734</c:v>
                </c:pt>
                <c:pt idx="1162">
                  <c:v>2.8420000000000001</c:v>
                </c:pt>
                <c:pt idx="1163">
                  <c:v>2.835</c:v>
                </c:pt>
                <c:pt idx="1164">
                  <c:v>2.891</c:v>
                </c:pt>
                <c:pt idx="1165">
                  <c:v>2.87</c:v>
                </c:pt>
                <c:pt idx="1166">
                  <c:v>2.879</c:v>
                </c:pt>
                <c:pt idx="1167">
                  <c:v>2.85</c:v>
                </c:pt>
                <c:pt idx="1168">
                  <c:v>2.8260000000000001</c:v>
                </c:pt>
                <c:pt idx="1169">
                  <c:v>2.847</c:v>
                </c:pt>
                <c:pt idx="1170">
                  <c:v>2.8820000000000001</c:v>
                </c:pt>
                <c:pt idx="1171">
                  <c:v>2.9009999999999998</c:v>
                </c:pt>
                <c:pt idx="1172">
                  <c:v>2.9089999999999998</c:v>
                </c:pt>
                <c:pt idx="1173">
                  <c:v>2.9089999999999998</c:v>
                </c:pt>
                <c:pt idx="1174">
                  <c:v>2.8410000000000002</c:v>
                </c:pt>
                <c:pt idx="1175">
                  <c:v>2.831</c:v>
                </c:pt>
                <c:pt idx="1176">
                  <c:v>2.8359999999999999</c:v>
                </c:pt>
                <c:pt idx="1177">
                  <c:v>2.8029999999999999</c:v>
                </c:pt>
                <c:pt idx="1178">
                  <c:v>2.8359999999999999</c:v>
                </c:pt>
                <c:pt idx="1179">
                  <c:v>2.823</c:v>
                </c:pt>
                <c:pt idx="1180">
                  <c:v>2.802</c:v>
                </c:pt>
                <c:pt idx="1181">
                  <c:v>2.7759999999999998</c:v>
                </c:pt>
                <c:pt idx="1182">
                  <c:v>2.7949999999999999</c:v>
                </c:pt>
                <c:pt idx="1183">
                  <c:v>2.778</c:v>
                </c:pt>
                <c:pt idx="1184">
                  <c:v>2.7959999999999998</c:v>
                </c:pt>
                <c:pt idx="1185">
                  <c:v>2.7959999999999998</c:v>
                </c:pt>
                <c:pt idx="1186">
                  <c:v>2.7919999999999998</c:v>
                </c:pt>
                <c:pt idx="1187">
                  <c:v>2.831</c:v>
                </c:pt>
                <c:pt idx="1188">
                  <c:v>2.8290000000000002</c:v>
                </c:pt>
                <c:pt idx="1189">
                  <c:v>2.8109999999999999</c:v>
                </c:pt>
                <c:pt idx="1190">
                  <c:v>2.8029999999999999</c:v>
                </c:pt>
                <c:pt idx="1191">
                  <c:v>2.8220000000000001</c:v>
                </c:pt>
                <c:pt idx="1192">
                  <c:v>2.8290000000000002</c:v>
                </c:pt>
                <c:pt idx="1193">
                  <c:v>2.8410000000000002</c:v>
                </c:pt>
                <c:pt idx="1194">
                  <c:v>2.8279999999999998</c:v>
                </c:pt>
                <c:pt idx="1195">
                  <c:v>2.8959999999999999</c:v>
                </c:pt>
                <c:pt idx="1196">
                  <c:v>2.879</c:v>
                </c:pt>
                <c:pt idx="1197">
                  <c:v>2.91</c:v>
                </c:pt>
                <c:pt idx="1198">
                  <c:v>2.94</c:v>
                </c:pt>
                <c:pt idx="1199">
                  <c:v>2.9</c:v>
                </c:pt>
                <c:pt idx="1200">
                  <c:v>2.8780000000000001</c:v>
                </c:pt>
                <c:pt idx="1201">
                  <c:v>2.91</c:v>
                </c:pt>
                <c:pt idx="1202">
                  <c:v>2.8769999999999998</c:v>
                </c:pt>
                <c:pt idx="1203">
                  <c:v>2.8849999999999998</c:v>
                </c:pt>
                <c:pt idx="1204">
                  <c:v>2.8660000000000001</c:v>
                </c:pt>
                <c:pt idx="1205">
                  <c:v>2.9060000000000001</c:v>
                </c:pt>
                <c:pt idx="1206">
                  <c:v>2.9329999999999998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6C-43CD-8CDF-873E287264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3Y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Sheet1!$A$2:$A$1208</c:f>
              <c:strCache>
                <c:ptCount val="1207"/>
                <c:pt idx="0">
                  <c:v>2021-03-10</c:v>
                </c:pt>
                <c:pt idx="1">
                  <c:v>2021-03-11</c:v>
                </c:pt>
                <c:pt idx="2">
                  <c:v>2021-03-12</c:v>
                </c:pt>
                <c:pt idx="3">
                  <c:v>2021-03-15</c:v>
                </c:pt>
                <c:pt idx="4">
                  <c:v>2021-03-16</c:v>
                </c:pt>
                <c:pt idx="5">
                  <c:v>2021-03-17</c:v>
                </c:pt>
                <c:pt idx="6">
                  <c:v>2021-03-18</c:v>
                </c:pt>
                <c:pt idx="7">
                  <c:v>2021-03-19</c:v>
                </c:pt>
                <c:pt idx="8">
                  <c:v>2021-03-22</c:v>
                </c:pt>
                <c:pt idx="9">
                  <c:v>2021-03-23</c:v>
                </c:pt>
                <c:pt idx="10">
                  <c:v>2021-03-24</c:v>
                </c:pt>
                <c:pt idx="11">
                  <c:v>2021-03-25</c:v>
                </c:pt>
                <c:pt idx="12">
                  <c:v>2021-03-26</c:v>
                </c:pt>
                <c:pt idx="13">
                  <c:v>2021-03-29</c:v>
                </c:pt>
                <c:pt idx="14">
                  <c:v>2021-03-30</c:v>
                </c:pt>
                <c:pt idx="15">
                  <c:v>2021-03-31</c:v>
                </c:pt>
                <c:pt idx="16">
                  <c:v>2021-04-01</c:v>
                </c:pt>
                <c:pt idx="17">
                  <c:v>2021-04-02</c:v>
                </c:pt>
                <c:pt idx="18">
                  <c:v>2021-04-05</c:v>
                </c:pt>
                <c:pt idx="19">
                  <c:v>2021-04-06</c:v>
                </c:pt>
                <c:pt idx="20">
                  <c:v>2021-04-07</c:v>
                </c:pt>
                <c:pt idx="21">
                  <c:v>2021-04-08</c:v>
                </c:pt>
                <c:pt idx="22">
                  <c:v>2021-04-09</c:v>
                </c:pt>
                <c:pt idx="23">
                  <c:v>2021-04-12</c:v>
                </c:pt>
                <c:pt idx="24">
                  <c:v>2021-04-13</c:v>
                </c:pt>
                <c:pt idx="25">
                  <c:v>2021-04-14</c:v>
                </c:pt>
                <c:pt idx="26">
                  <c:v>2021-04-15</c:v>
                </c:pt>
                <c:pt idx="27">
                  <c:v>2021-04-16</c:v>
                </c:pt>
                <c:pt idx="28">
                  <c:v>2021-04-19</c:v>
                </c:pt>
                <c:pt idx="29">
                  <c:v>2021-04-20</c:v>
                </c:pt>
                <c:pt idx="30">
                  <c:v>2021-04-21</c:v>
                </c:pt>
                <c:pt idx="31">
                  <c:v>2021-04-22</c:v>
                </c:pt>
                <c:pt idx="32">
                  <c:v>2021-04-23</c:v>
                </c:pt>
                <c:pt idx="33">
                  <c:v>2021-04-26</c:v>
                </c:pt>
                <c:pt idx="34">
                  <c:v>2021-04-27</c:v>
                </c:pt>
                <c:pt idx="35">
                  <c:v>2021-04-28</c:v>
                </c:pt>
                <c:pt idx="36">
                  <c:v>2021-04-29</c:v>
                </c:pt>
                <c:pt idx="37">
                  <c:v>2021-04-30</c:v>
                </c:pt>
                <c:pt idx="38">
                  <c:v>2021-05-03</c:v>
                </c:pt>
                <c:pt idx="39">
                  <c:v>2021-05-04</c:v>
                </c:pt>
                <c:pt idx="40">
                  <c:v>2021-05-06</c:v>
                </c:pt>
                <c:pt idx="41">
                  <c:v>2021-05-07</c:v>
                </c:pt>
                <c:pt idx="42">
                  <c:v>2021-05-10</c:v>
                </c:pt>
                <c:pt idx="43">
                  <c:v>2021-05-11</c:v>
                </c:pt>
                <c:pt idx="44">
                  <c:v>2021-05-12</c:v>
                </c:pt>
                <c:pt idx="45">
                  <c:v>2021-05-13</c:v>
                </c:pt>
                <c:pt idx="46">
                  <c:v>2021-05-14</c:v>
                </c:pt>
                <c:pt idx="47">
                  <c:v>2021-05-17</c:v>
                </c:pt>
                <c:pt idx="48">
                  <c:v>2021-05-18</c:v>
                </c:pt>
                <c:pt idx="49">
                  <c:v>2021-05-20</c:v>
                </c:pt>
                <c:pt idx="50">
                  <c:v>2021-05-21</c:v>
                </c:pt>
                <c:pt idx="51">
                  <c:v>2021-05-24</c:v>
                </c:pt>
                <c:pt idx="52">
                  <c:v>2021-05-25</c:v>
                </c:pt>
                <c:pt idx="53">
                  <c:v>2021-05-26</c:v>
                </c:pt>
                <c:pt idx="54">
                  <c:v>2021-05-27</c:v>
                </c:pt>
                <c:pt idx="55">
                  <c:v>2021-05-28</c:v>
                </c:pt>
                <c:pt idx="56">
                  <c:v>2021-05-31</c:v>
                </c:pt>
                <c:pt idx="57">
                  <c:v>2021-06-01</c:v>
                </c:pt>
                <c:pt idx="58">
                  <c:v>2021-06-02</c:v>
                </c:pt>
                <c:pt idx="59">
                  <c:v>2021-06-03</c:v>
                </c:pt>
                <c:pt idx="60">
                  <c:v>2021-06-04</c:v>
                </c:pt>
                <c:pt idx="61">
                  <c:v>2021-06-07</c:v>
                </c:pt>
                <c:pt idx="62">
                  <c:v>2021-06-08</c:v>
                </c:pt>
                <c:pt idx="63">
                  <c:v>2021-06-09</c:v>
                </c:pt>
                <c:pt idx="64">
                  <c:v>2021-06-10</c:v>
                </c:pt>
                <c:pt idx="65">
                  <c:v>2021-06-11</c:v>
                </c:pt>
                <c:pt idx="66">
                  <c:v>2021-06-14</c:v>
                </c:pt>
                <c:pt idx="67">
                  <c:v>2021-06-15</c:v>
                </c:pt>
                <c:pt idx="68">
                  <c:v>2021-06-16</c:v>
                </c:pt>
                <c:pt idx="69">
                  <c:v>2021-06-17</c:v>
                </c:pt>
                <c:pt idx="70">
                  <c:v>2021-06-18</c:v>
                </c:pt>
                <c:pt idx="71">
                  <c:v>2021-06-21</c:v>
                </c:pt>
                <c:pt idx="72">
                  <c:v>2021-06-22</c:v>
                </c:pt>
                <c:pt idx="73">
                  <c:v>2021-06-23</c:v>
                </c:pt>
                <c:pt idx="74">
                  <c:v>2021-06-24</c:v>
                </c:pt>
                <c:pt idx="75">
                  <c:v>2021-06-25</c:v>
                </c:pt>
                <c:pt idx="76">
                  <c:v>2021-06-28</c:v>
                </c:pt>
                <c:pt idx="77">
                  <c:v>2021-06-29</c:v>
                </c:pt>
                <c:pt idx="78">
                  <c:v>2021-06-30</c:v>
                </c:pt>
                <c:pt idx="79">
                  <c:v>2021-07-01</c:v>
                </c:pt>
                <c:pt idx="80">
                  <c:v>2021-07-02</c:v>
                </c:pt>
                <c:pt idx="81">
                  <c:v>2021-07-05</c:v>
                </c:pt>
                <c:pt idx="82">
                  <c:v>2021-07-06</c:v>
                </c:pt>
                <c:pt idx="83">
                  <c:v>2021-07-07</c:v>
                </c:pt>
                <c:pt idx="84">
                  <c:v>2021-07-08</c:v>
                </c:pt>
                <c:pt idx="85">
                  <c:v>2021-07-09</c:v>
                </c:pt>
                <c:pt idx="86">
                  <c:v>2021-07-12</c:v>
                </c:pt>
                <c:pt idx="87">
                  <c:v>2021-07-13</c:v>
                </c:pt>
                <c:pt idx="88">
                  <c:v>2021-07-14</c:v>
                </c:pt>
                <c:pt idx="89">
                  <c:v>2021-07-15</c:v>
                </c:pt>
                <c:pt idx="90">
                  <c:v>2021-07-16</c:v>
                </c:pt>
                <c:pt idx="91">
                  <c:v>2021-07-19</c:v>
                </c:pt>
                <c:pt idx="92">
                  <c:v>2021-07-20</c:v>
                </c:pt>
                <c:pt idx="93">
                  <c:v>2021-07-21</c:v>
                </c:pt>
                <c:pt idx="94">
                  <c:v>2021-07-22</c:v>
                </c:pt>
                <c:pt idx="95">
                  <c:v>2021-07-23</c:v>
                </c:pt>
                <c:pt idx="96">
                  <c:v>2021-07-26</c:v>
                </c:pt>
                <c:pt idx="97">
                  <c:v>2021-07-27</c:v>
                </c:pt>
                <c:pt idx="98">
                  <c:v>2021-07-28</c:v>
                </c:pt>
                <c:pt idx="99">
                  <c:v>2021-07-29</c:v>
                </c:pt>
                <c:pt idx="100">
                  <c:v>2021-07-30</c:v>
                </c:pt>
                <c:pt idx="101">
                  <c:v>2021-08-02</c:v>
                </c:pt>
                <c:pt idx="102">
                  <c:v>2021-08-03</c:v>
                </c:pt>
                <c:pt idx="103">
                  <c:v>2021-08-04</c:v>
                </c:pt>
                <c:pt idx="104">
                  <c:v>2021-08-05</c:v>
                </c:pt>
                <c:pt idx="105">
                  <c:v>2021-08-06</c:v>
                </c:pt>
                <c:pt idx="106">
                  <c:v>2021-08-09</c:v>
                </c:pt>
                <c:pt idx="107">
                  <c:v>2021-08-10</c:v>
                </c:pt>
                <c:pt idx="108">
                  <c:v>2021-08-11</c:v>
                </c:pt>
                <c:pt idx="109">
                  <c:v>2021-08-12</c:v>
                </c:pt>
                <c:pt idx="110">
                  <c:v>2021-08-13</c:v>
                </c:pt>
                <c:pt idx="111">
                  <c:v>2021-08-17</c:v>
                </c:pt>
                <c:pt idx="112">
                  <c:v>2021-08-18</c:v>
                </c:pt>
                <c:pt idx="113">
                  <c:v>2021-08-19</c:v>
                </c:pt>
                <c:pt idx="114">
                  <c:v>2021-08-20</c:v>
                </c:pt>
                <c:pt idx="115">
                  <c:v>2021-08-23</c:v>
                </c:pt>
                <c:pt idx="116">
                  <c:v>2021-08-24</c:v>
                </c:pt>
                <c:pt idx="117">
                  <c:v>2021-08-25</c:v>
                </c:pt>
                <c:pt idx="118">
                  <c:v>2021-08-26</c:v>
                </c:pt>
                <c:pt idx="119">
                  <c:v>2021-08-27</c:v>
                </c:pt>
                <c:pt idx="120">
                  <c:v>2021-08-30</c:v>
                </c:pt>
                <c:pt idx="121">
                  <c:v>2021-08-31</c:v>
                </c:pt>
                <c:pt idx="122">
                  <c:v>2021-09-01</c:v>
                </c:pt>
                <c:pt idx="123">
                  <c:v>2021-09-02</c:v>
                </c:pt>
                <c:pt idx="124">
                  <c:v>2021-09-03</c:v>
                </c:pt>
                <c:pt idx="125">
                  <c:v>2021-09-06</c:v>
                </c:pt>
                <c:pt idx="126">
                  <c:v>2021-09-07</c:v>
                </c:pt>
                <c:pt idx="127">
                  <c:v>2021-09-08</c:v>
                </c:pt>
                <c:pt idx="128">
                  <c:v>2021-09-09</c:v>
                </c:pt>
                <c:pt idx="129">
                  <c:v>2021-09-10</c:v>
                </c:pt>
                <c:pt idx="130">
                  <c:v>2021-09-13</c:v>
                </c:pt>
                <c:pt idx="131">
                  <c:v>2021-09-14</c:v>
                </c:pt>
                <c:pt idx="132">
                  <c:v>2021-09-15</c:v>
                </c:pt>
                <c:pt idx="133">
                  <c:v>2021-09-16</c:v>
                </c:pt>
                <c:pt idx="134">
                  <c:v>2021-09-17</c:v>
                </c:pt>
                <c:pt idx="135">
                  <c:v>2021-09-23</c:v>
                </c:pt>
                <c:pt idx="136">
                  <c:v>2021-09-24</c:v>
                </c:pt>
                <c:pt idx="137">
                  <c:v>2021-09-27</c:v>
                </c:pt>
                <c:pt idx="138">
                  <c:v>2021-09-28</c:v>
                </c:pt>
                <c:pt idx="139">
                  <c:v>2021-09-29</c:v>
                </c:pt>
                <c:pt idx="140">
                  <c:v>2021-09-30</c:v>
                </c:pt>
                <c:pt idx="141">
                  <c:v>2021-10-01</c:v>
                </c:pt>
                <c:pt idx="142">
                  <c:v>2021-10-05</c:v>
                </c:pt>
                <c:pt idx="143">
                  <c:v>2021-10-06</c:v>
                </c:pt>
                <c:pt idx="144">
                  <c:v>2021-10-07</c:v>
                </c:pt>
                <c:pt idx="145">
                  <c:v>2021-10-08</c:v>
                </c:pt>
                <c:pt idx="146">
                  <c:v>2021-10-12</c:v>
                </c:pt>
                <c:pt idx="147">
                  <c:v>2021-10-13</c:v>
                </c:pt>
                <c:pt idx="148">
                  <c:v>2021-10-14</c:v>
                </c:pt>
                <c:pt idx="149">
                  <c:v>2021-10-15</c:v>
                </c:pt>
                <c:pt idx="150">
                  <c:v>2021-10-18</c:v>
                </c:pt>
                <c:pt idx="151">
                  <c:v>2021-10-19</c:v>
                </c:pt>
                <c:pt idx="152">
                  <c:v>2021-10-20</c:v>
                </c:pt>
                <c:pt idx="153">
                  <c:v>2021-10-21</c:v>
                </c:pt>
                <c:pt idx="154">
                  <c:v>2021-10-22</c:v>
                </c:pt>
                <c:pt idx="155">
                  <c:v>2021-10-25</c:v>
                </c:pt>
                <c:pt idx="156">
                  <c:v>2021-10-26</c:v>
                </c:pt>
                <c:pt idx="157">
                  <c:v>2021-10-27</c:v>
                </c:pt>
                <c:pt idx="158">
                  <c:v>2021-10-28</c:v>
                </c:pt>
                <c:pt idx="159">
                  <c:v>2021-10-29</c:v>
                </c:pt>
                <c:pt idx="160">
                  <c:v>2021-11-01</c:v>
                </c:pt>
                <c:pt idx="161">
                  <c:v>2021-11-02</c:v>
                </c:pt>
                <c:pt idx="162">
                  <c:v>2021-11-03</c:v>
                </c:pt>
                <c:pt idx="163">
                  <c:v>2021-11-04</c:v>
                </c:pt>
                <c:pt idx="164">
                  <c:v>2021-11-05</c:v>
                </c:pt>
                <c:pt idx="165">
                  <c:v>2021-11-08</c:v>
                </c:pt>
                <c:pt idx="166">
                  <c:v>2021-11-09</c:v>
                </c:pt>
                <c:pt idx="167">
                  <c:v>2021-11-10</c:v>
                </c:pt>
                <c:pt idx="168">
                  <c:v>2021-11-11</c:v>
                </c:pt>
                <c:pt idx="169">
                  <c:v>2021-11-12</c:v>
                </c:pt>
                <c:pt idx="170">
                  <c:v>2021-11-15</c:v>
                </c:pt>
                <c:pt idx="171">
                  <c:v>2021-11-16</c:v>
                </c:pt>
                <c:pt idx="172">
                  <c:v>2021-11-17</c:v>
                </c:pt>
                <c:pt idx="173">
                  <c:v>2021-11-18</c:v>
                </c:pt>
                <c:pt idx="174">
                  <c:v>2021-11-19</c:v>
                </c:pt>
                <c:pt idx="175">
                  <c:v>2021-11-22</c:v>
                </c:pt>
                <c:pt idx="176">
                  <c:v>2021-11-23</c:v>
                </c:pt>
                <c:pt idx="177">
                  <c:v>2021-11-24</c:v>
                </c:pt>
                <c:pt idx="178">
                  <c:v>2021-11-25</c:v>
                </c:pt>
                <c:pt idx="179">
                  <c:v>2021-11-26</c:v>
                </c:pt>
                <c:pt idx="180">
                  <c:v>2021-11-29</c:v>
                </c:pt>
                <c:pt idx="181">
                  <c:v>2021-11-30</c:v>
                </c:pt>
                <c:pt idx="182">
                  <c:v>2021-12-01</c:v>
                </c:pt>
                <c:pt idx="183">
                  <c:v>2021-12-02</c:v>
                </c:pt>
                <c:pt idx="184">
                  <c:v>2021-12-03</c:v>
                </c:pt>
                <c:pt idx="185">
                  <c:v>2021-12-06</c:v>
                </c:pt>
                <c:pt idx="186">
                  <c:v>2021-12-07</c:v>
                </c:pt>
                <c:pt idx="187">
                  <c:v>2021-12-08</c:v>
                </c:pt>
                <c:pt idx="188">
                  <c:v>2021-12-09</c:v>
                </c:pt>
                <c:pt idx="189">
                  <c:v>2021-12-10</c:v>
                </c:pt>
                <c:pt idx="190">
                  <c:v>2021-12-13</c:v>
                </c:pt>
                <c:pt idx="191">
                  <c:v>2021-12-14</c:v>
                </c:pt>
                <c:pt idx="192">
                  <c:v>2021-12-15</c:v>
                </c:pt>
                <c:pt idx="193">
                  <c:v>2021-12-16</c:v>
                </c:pt>
                <c:pt idx="194">
                  <c:v>2021-12-17</c:v>
                </c:pt>
                <c:pt idx="195">
                  <c:v>2021-12-20</c:v>
                </c:pt>
                <c:pt idx="196">
                  <c:v>2021-12-21</c:v>
                </c:pt>
                <c:pt idx="197">
                  <c:v>2021-12-22</c:v>
                </c:pt>
                <c:pt idx="198">
                  <c:v>2021-12-23</c:v>
                </c:pt>
                <c:pt idx="199">
                  <c:v>2021-12-24</c:v>
                </c:pt>
                <c:pt idx="200">
                  <c:v>2021-12-27</c:v>
                </c:pt>
                <c:pt idx="201">
                  <c:v>2021-12-28</c:v>
                </c:pt>
                <c:pt idx="202">
                  <c:v>2021-12-29</c:v>
                </c:pt>
                <c:pt idx="203">
                  <c:v>2021-12-30</c:v>
                </c:pt>
                <c:pt idx="204">
                  <c:v>2021-12-31</c:v>
                </c:pt>
                <c:pt idx="205">
                  <c:v>2022-01-03</c:v>
                </c:pt>
                <c:pt idx="206">
                  <c:v>2022-01-04</c:v>
                </c:pt>
                <c:pt idx="207">
                  <c:v>2022-01-05</c:v>
                </c:pt>
                <c:pt idx="208">
                  <c:v>2022-01-06</c:v>
                </c:pt>
                <c:pt idx="209">
                  <c:v>2022-01-07</c:v>
                </c:pt>
                <c:pt idx="210">
                  <c:v>2022-01-10</c:v>
                </c:pt>
                <c:pt idx="211">
                  <c:v>2022-01-11</c:v>
                </c:pt>
                <c:pt idx="212">
                  <c:v>2022-01-12</c:v>
                </c:pt>
                <c:pt idx="213">
                  <c:v>2022-01-13</c:v>
                </c:pt>
                <c:pt idx="214">
                  <c:v>2022-01-14</c:v>
                </c:pt>
                <c:pt idx="215">
                  <c:v>2022-01-17</c:v>
                </c:pt>
                <c:pt idx="216">
                  <c:v>2022-01-18</c:v>
                </c:pt>
                <c:pt idx="217">
                  <c:v>2022-01-19</c:v>
                </c:pt>
                <c:pt idx="218">
                  <c:v>2022-01-20</c:v>
                </c:pt>
                <c:pt idx="219">
                  <c:v>2022-01-21</c:v>
                </c:pt>
                <c:pt idx="220">
                  <c:v>2022-01-24</c:v>
                </c:pt>
                <c:pt idx="221">
                  <c:v>2022-01-25</c:v>
                </c:pt>
                <c:pt idx="222">
                  <c:v>2022-01-26</c:v>
                </c:pt>
                <c:pt idx="223">
                  <c:v>2022-01-27</c:v>
                </c:pt>
                <c:pt idx="224">
                  <c:v>2022-01-28</c:v>
                </c:pt>
                <c:pt idx="225">
                  <c:v>2022-02-03</c:v>
                </c:pt>
                <c:pt idx="226">
                  <c:v>2022-02-04</c:v>
                </c:pt>
                <c:pt idx="227">
                  <c:v>2022-02-07</c:v>
                </c:pt>
                <c:pt idx="228">
                  <c:v>2022-02-08</c:v>
                </c:pt>
                <c:pt idx="229">
                  <c:v>2022-02-09</c:v>
                </c:pt>
                <c:pt idx="230">
                  <c:v>2022-02-10</c:v>
                </c:pt>
                <c:pt idx="231">
                  <c:v>2022-02-11</c:v>
                </c:pt>
                <c:pt idx="232">
                  <c:v>2022-02-14</c:v>
                </c:pt>
                <c:pt idx="233">
                  <c:v>2022-02-15</c:v>
                </c:pt>
                <c:pt idx="234">
                  <c:v>2022-02-16</c:v>
                </c:pt>
                <c:pt idx="235">
                  <c:v>2022-02-17</c:v>
                </c:pt>
                <c:pt idx="236">
                  <c:v>2022-02-18</c:v>
                </c:pt>
                <c:pt idx="237">
                  <c:v>2022-02-21</c:v>
                </c:pt>
                <c:pt idx="238">
                  <c:v>2022-02-22</c:v>
                </c:pt>
                <c:pt idx="239">
                  <c:v>2022-02-23</c:v>
                </c:pt>
                <c:pt idx="240">
                  <c:v>2022-02-24</c:v>
                </c:pt>
                <c:pt idx="241">
                  <c:v>2022-02-25</c:v>
                </c:pt>
                <c:pt idx="242">
                  <c:v>2022-02-28</c:v>
                </c:pt>
                <c:pt idx="243">
                  <c:v>2022-03-02</c:v>
                </c:pt>
                <c:pt idx="244">
                  <c:v>2022-03-03</c:v>
                </c:pt>
                <c:pt idx="245">
                  <c:v>2022-03-04</c:v>
                </c:pt>
                <c:pt idx="246">
                  <c:v>2022-03-07</c:v>
                </c:pt>
                <c:pt idx="247">
                  <c:v>2022-03-08</c:v>
                </c:pt>
                <c:pt idx="248">
                  <c:v>2022-03-10</c:v>
                </c:pt>
                <c:pt idx="249">
                  <c:v>2022-03-11</c:v>
                </c:pt>
                <c:pt idx="250">
                  <c:v>2022-03-14</c:v>
                </c:pt>
                <c:pt idx="251">
                  <c:v>2022-03-15</c:v>
                </c:pt>
                <c:pt idx="252">
                  <c:v>2022-03-16</c:v>
                </c:pt>
                <c:pt idx="253">
                  <c:v>2022-03-17</c:v>
                </c:pt>
                <c:pt idx="254">
                  <c:v>2022-03-18</c:v>
                </c:pt>
                <c:pt idx="255">
                  <c:v>2022-03-21</c:v>
                </c:pt>
                <c:pt idx="256">
                  <c:v>2022-03-22</c:v>
                </c:pt>
                <c:pt idx="257">
                  <c:v>2022-03-23</c:v>
                </c:pt>
                <c:pt idx="258">
                  <c:v>2022-03-24</c:v>
                </c:pt>
                <c:pt idx="259">
                  <c:v>2022-03-25</c:v>
                </c:pt>
                <c:pt idx="260">
                  <c:v>2022-03-28</c:v>
                </c:pt>
                <c:pt idx="261">
                  <c:v>2022-03-29</c:v>
                </c:pt>
                <c:pt idx="262">
                  <c:v>2022-03-30</c:v>
                </c:pt>
                <c:pt idx="263">
                  <c:v>2022-03-31</c:v>
                </c:pt>
                <c:pt idx="264">
                  <c:v>2022-04-01</c:v>
                </c:pt>
                <c:pt idx="265">
                  <c:v>2022-04-04</c:v>
                </c:pt>
                <c:pt idx="266">
                  <c:v>2022-04-05</c:v>
                </c:pt>
                <c:pt idx="267">
                  <c:v>2022-04-06</c:v>
                </c:pt>
                <c:pt idx="268">
                  <c:v>2022-04-07</c:v>
                </c:pt>
                <c:pt idx="269">
                  <c:v>2022-04-08</c:v>
                </c:pt>
                <c:pt idx="270">
                  <c:v>2022-04-11</c:v>
                </c:pt>
                <c:pt idx="271">
                  <c:v>2022-04-12</c:v>
                </c:pt>
                <c:pt idx="272">
                  <c:v>2022-04-13</c:v>
                </c:pt>
                <c:pt idx="273">
                  <c:v>2022-04-14</c:v>
                </c:pt>
                <c:pt idx="274">
                  <c:v>2022-04-15</c:v>
                </c:pt>
                <c:pt idx="275">
                  <c:v>2022-04-18</c:v>
                </c:pt>
                <c:pt idx="276">
                  <c:v>2022-04-19</c:v>
                </c:pt>
                <c:pt idx="277">
                  <c:v>2022-04-20</c:v>
                </c:pt>
                <c:pt idx="278">
                  <c:v>2022-04-21</c:v>
                </c:pt>
                <c:pt idx="279">
                  <c:v>2022-04-22</c:v>
                </c:pt>
                <c:pt idx="280">
                  <c:v>2022-04-25</c:v>
                </c:pt>
                <c:pt idx="281">
                  <c:v>2022-04-26</c:v>
                </c:pt>
                <c:pt idx="282">
                  <c:v>2022-04-27</c:v>
                </c:pt>
                <c:pt idx="283">
                  <c:v>2022-04-28</c:v>
                </c:pt>
                <c:pt idx="284">
                  <c:v>2022-04-29</c:v>
                </c:pt>
                <c:pt idx="285">
                  <c:v>2022-05-02</c:v>
                </c:pt>
                <c:pt idx="286">
                  <c:v>2022-05-03</c:v>
                </c:pt>
                <c:pt idx="287">
                  <c:v>2022-05-04</c:v>
                </c:pt>
                <c:pt idx="288">
                  <c:v>2022-05-06</c:v>
                </c:pt>
                <c:pt idx="289">
                  <c:v>2022-05-09</c:v>
                </c:pt>
                <c:pt idx="290">
                  <c:v>2022-05-10</c:v>
                </c:pt>
                <c:pt idx="291">
                  <c:v>2022-05-11</c:v>
                </c:pt>
                <c:pt idx="292">
                  <c:v>2022-05-12</c:v>
                </c:pt>
                <c:pt idx="293">
                  <c:v>2022-05-13</c:v>
                </c:pt>
                <c:pt idx="294">
                  <c:v>2022-05-16</c:v>
                </c:pt>
                <c:pt idx="295">
                  <c:v>2022-05-17</c:v>
                </c:pt>
                <c:pt idx="296">
                  <c:v>2022-05-18</c:v>
                </c:pt>
                <c:pt idx="297">
                  <c:v>2022-05-19</c:v>
                </c:pt>
                <c:pt idx="298">
                  <c:v>2022-05-20</c:v>
                </c:pt>
                <c:pt idx="299">
                  <c:v>2022-05-23</c:v>
                </c:pt>
                <c:pt idx="300">
                  <c:v>2022-05-24</c:v>
                </c:pt>
                <c:pt idx="301">
                  <c:v>2022-05-25</c:v>
                </c:pt>
                <c:pt idx="302">
                  <c:v>2022-05-26</c:v>
                </c:pt>
                <c:pt idx="303">
                  <c:v>2022-05-27</c:v>
                </c:pt>
                <c:pt idx="304">
                  <c:v>2022-05-30</c:v>
                </c:pt>
                <c:pt idx="305">
                  <c:v>2022-05-31</c:v>
                </c:pt>
                <c:pt idx="306">
                  <c:v>2022-06-02</c:v>
                </c:pt>
                <c:pt idx="307">
                  <c:v>2022-06-03</c:v>
                </c:pt>
                <c:pt idx="308">
                  <c:v>2022-06-07</c:v>
                </c:pt>
                <c:pt idx="309">
                  <c:v>2022-06-08</c:v>
                </c:pt>
                <c:pt idx="310">
                  <c:v>2022-06-09</c:v>
                </c:pt>
                <c:pt idx="311">
                  <c:v>2022-06-10</c:v>
                </c:pt>
                <c:pt idx="312">
                  <c:v>2022-06-13</c:v>
                </c:pt>
                <c:pt idx="313">
                  <c:v>2022-06-14</c:v>
                </c:pt>
                <c:pt idx="314">
                  <c:v>2022-06-15</c:v>
                </c:pt>
                <c:pt idx="315">
                  <c:v>2022-06-16</c:v>
                </c:pt>
                <c:pt idx="316">
                  <c:v>2022-06-17</c:v>
                </c:pt>
                <c:pt idx="317">
                  <c:v>2022-06-20</c:v>
                </c:pt>
                <c:pt idx="318">
                  <c:v>2022-06-21</c:v>
                </c:pt>
                <c:pt idx="319">
                  <c:v>2022-06-22</c:v>
                </c:pt>
                <c:pt idx="320">
                  <c:v>2022-06-23</c:v>
                </c:pt>
                <c:pt idx="321">
                  <c:v>2022-06-24</c:v>
                </c:pt>
                <c:pt idx="322">
                  <c:v>2022-06-27</c:v>
                </c:pt>
                <c:pt idx="323">
                  <c:v>2022-06-28</c:v>
                </c:pt>
                <c:pt idx="324">
                  <c:v>2022-06-29</c:v>
                </c:pt>
                <c:pt idx="325">
                  <c:v>2022-06-30</c:v>
                </c:pt>
                <c:pt idx="326">
                  <c:v>2022-07-01</c:v>
                </c:pt>
                <c:pt idx="327">
                  <c:v>2022-07-04</c:v>
                </c:pt>
                <c:pt idx="328">
                  <c:v>2022-07-05</c:v>
                </c:pt>
                <c:pt idx="329">
                  <c:v>2022-07-06</c:v>
                </c:pt>
                <c:pt idx="330">
                  <c:v>2022-07-07</c:v>
                </c:pt>
                <c:pt idx="331">
                  <c:v>2022-07-08</c:v>
                </c:pt>
                <c:pt idx="332">
                  <c:v>2022-07-11</c:v>
                </c:pt>
                <c:pt idx="333">
                  <c:v>2022-07-12</c:v>
                </c:pt>
                <c:pt idx="334">
                  <c:v>2022-07-13</c:v>
                </c:pt>
                <c:pt idx="335">
                  <c:v>2022-07-14</c:v>
                </c:pt>
                <c:pt idx="336">
                  <c:v>2022-07-15</c:v>
                </c:pt>
                <c:pt idx="337">
                  <c:v>2022-07-18</c:v>
                </c:pt>
                <c:pt idx="338">
                  <c:v>2022-07-19</c:v>
                </c:pt>
                <c:pt idx="339">
                  <c:v>2022-07-20</c:v>
                </c:pt>
                <c:pt idx="340">
                  <c:v>2022-07-21</c:v>
                </c:pt>
                <c:pt idx="341">
                  <c:v>2022-07-22</c:v>
                </c:pt>
                <c:pt idx="342">
                  <c:v>2022-07-25</c:v>
                </c:pt>
                <c:pt idx="343">
                  <c:v>2022-07-26</c:v>
                </c:pt>
                <c:pt idx="344">
                  <c:v>2022-07-27</c:v>
                </c:pt>
                <c:pt idx="345">
                  <c:v>2022-07-28</c:v>
                </c:pt>
                <c:pt idx="346">
                  <c:v>2022-07-29</c:v>
                </c:pt>
                <c:pt idx="347">
                  <c:v>2022-08-01</c:v>
                </c:pt>
                <c:pt idx="348">
                  <c:v>2022-08-02</c:v>
                </c:pt>
                <c:pt idx="349">
                  <c:v>2022-08-03</c:v>
                </c:pt>
                <c:pt idx="350">
                  <c:v>2022-08-04</c:v>
                </c:pt>
                <c:pt idx="351">
                  <c:v>2022-08-05</c:v>
                </c:pt>
                <c:pt idx="352">
                  <c:v>2022-08-08</c:v>
                </c:pt>
                <c:pt idx="353">
                  <c:v>2022-08-09</c:v>
                </c:pt>
                <c:pt idx="354">
                  <c:v>2022-08-10</c:v>
                </c:pt>
                <c:pt idx="355">
                  <c:v>2022-08-11</c:v>
                </c:pt>
                <c:pt idx="356">
                  <c:v>2022-08-12</c:v>
                </c:pt>
                <c:pt idx="357">
                  <c:v>2022-08-16</c:v>
                </c:pt>
                <c:pt idx="358">
                  <c:v>2022-08-17</c:v>
                </c:pt>
                <c:pt idx="359">
                  <c:v>2022-08-18</c:v>
                </c:pt>
                <c:pt idx="360">
                  <c:v>2022-08-19</c:v>
                </c:pt>
                <c:pt idx="361">
                  <c:v>2022-08-22</c:v>
                </c:pt>
                <c:pt idx="362">
                  <c:v>2022-08-23</c:v>
                </c:pt>
                <c:pt idx="363">
                  <c:v>2022-08-24</c:v>
                </c:pt>
                <c:pt idx="364">
                  <c:v>2022-08-25</c:v>
                </c:pt>
                <c:pt idx="365">
                  <c:v>2022-08-26</c:v>
                </c:pt>
                <c:pt idx="366">
                  <c:v>2022-08-29</c:v>
                </c:pt>
                <c:pt idx="367">
                  <c:v>2022-08-30</c:v>
                </c:pt>
                <c:pt idx="368">
                  <c:v>2022-08-31</c:v>
                </c:pt>
                <c:pt idx="369">
                  <c:v>2022-09-01</c:v>
                </c:pt>
                <c:pt idx="370">
                  <c:v>2022-09-02</c:v>
                </c:pt>
                <c:pt idx="371">
                  <c:v>2022-09-05</c:v>
                </c:pt>
                <c:pt idx="372">
                  <c:v>2022-09-06</c:v>
                </c:pt>
                <c:pt idx="373">
                  <c:v>2022-09-07</c:v>
                </c:pt>
                <c:pt idx="374">
                  <c:v>2022-09-08</c:v>
                </c:pt>
                <c:pt idx="375">
                  <c:v>2022-09-13</c:v>
                </c:pt>
                <c:pt idx="376">
                  <c:v>2022-09-14</c:v>
                </c:pt>
                <c:pt idx="377">
                  <c:v>2022-09-15</c:v>
                </c:pt>
                <c:pt idx="378">
                  <c:v>2022-09-16</c:v>
                </c:pt>
                <c:pt idx="379">
                  <c:v>2022-09-19</c:v>
                </c:pt>
                <c:pt idx="380">
                  <c:v>2022-09-20</c:v>
                </c:pt>
                <c:pt idx="381">
                  <c:v>2022-09-21</c:v>
                </c:pt>
                <c:pt idx="382">
                  <c:v>2022-09-22</c:v>
                </c:pt>
                <c:pt idx="383">
                  <c:v>2022-09-23</c:v>
                </c:pt>
                <c:pt idx="384">
                  <c:v>2022-09-26</c:v>
                </c:pt>
                <c:pt idx="385">
                  <c:v>2022-09-27</c:v>
                </c:pt>
                <c:pt idx="386">
                  <c:v>2022-09-28</c:v>
                </c:pt>
                <c:pt idx="387">
                  <c:v>2022-09-29</c:v>
                </c:pt>
                <c:pt idx="388">
                  <c:v>2022-09-30</c:v>
                </c:pt>
                <c:pt idx="389">
                  <c:v>2022-10-04</c:v>
                </c:pt>
                <c:pt idx="390">
                  <c:v>2022-10-05</c:v>
                </c:pt>
                <c:pt idx="391">
                  <c:v>2022-10-06</c:v>
                </c:pt>
                <c:pt idx="392">
                  <c:v>2022-10-07</c:v>
                </c:pt>
                <c:pt idx="393">
                  <c:v>2022-10-11</c:v>
                </c:pt>
                <c:pt idx="394">
                  <c:v>2022-10-12</c:v>
                </c:pt>
                <c:pt idx="395">
                  <c:v>2022-10-13</c:v>
                </c:pt>
                <c:pt idx="396">
                  <c:v>2022-10-14</c:v>
                </c:pt>
                <c:pt idx="397">
                  <c:v>2022-10-17</c:v>
                </c:pt>
                <c:pt idx="398">
                  <c:v>2022-10-18</c:v>
                </c:pt>
                <c:pt idx="399">
                  <c:v>2022-10-19</c:v>
                </c:pt>
                <c:pt idx="400">
                  <c:v>2022-10-20</c:v>
                </c:pt>
                <c:pt idx="401">
                  <c:v>2022-10-21</c:v>
                </c:pt>
                <c:pt idx="402">
                  <c:v>2022-10-24</c:v>
                </c:pt>
                <c:pt idx="403">
                  <c:v>2022-10-25</c:v>
                </c:pt>
                <c:pt idx="404">
                  <c:v>2022-10-26</c:v>
                </c:pt>
                <c:pt idx="405">
                  <c:v>2022-10-27</c:v>
                </c:pt>
                <c:pt idx="406">
                  <c:v>2022-10-28</c:v>
                </c:pt>
                <c:pt idx="407">
                  <c:v>2022-10-31</c:v>
                </c:pt>
                <c:pt idx="408">
                  <c:v>2022-11-01</c:v>
                </c:pt>
                <c:pt idx="409">
                  <c:v>2022-11-02</c:v>
                </c:pt>
                <c:pt idx="410">
                  <c:v>2022-11-03</c:v>
                </c:pt>
                <c:pt idx="411">
                  <c:v>2022-11-04</c:v>
                </c:pt>
                <c:pt idx="412">
                  <c:v>2022-11-07</c:v>
                </c:pt>
                <c:pt idx="413">
                  <c:v>2022-11-08</c:v>
                </c:pt>
                <c:pt idx="414">
                  <c:v>2022-11-09</c:v>
                </c:pt>
                <c:pt idx="415">
                  <c:v>2022-11-10</c:v>
                </c:pt>
                <c:pt idx="416">
                  <c:v>2022-11-11</c:v>
                </c:pt>
                <c:pt idx="417">
                  <c:v>2022-11-14</c:v>
                </c:pt>
                <c:pt idx="418">
                  <c:v>2022-11-15</c:v>
                </c:pt>
                <c:pt idx="419">
                  <c:v>2022-11-16</c:v>
                </c:pt>
                <c:pt idx="420">
                  <c:v>2022-11-17</c:v>
                </c:pt>
                <c:pt idx="421">
                  <c:v>2022-11-18</c:v>
                </c:pt>
                <c:pt idx="422">
                  <c:v>2022-11-21</c:v>
                </c:pt>
                <c:pt idx="423">
                  <c:v>2022-11-22</c:v>
                </c:pt>
                <c:pt idx="424">
                  <c:v>2022-11-23</c:v>
                </c:pt>
                <c:pt idx="425">
                  <c:v>2022-11-24</c:v>
                </c:pt>
                <c:pt idx="426">
                  <c:v>2022-11-25</c:v>
                </c:pt>
                <c:pt idx="427">
                  <c:v>2022-11-28</c:v>
                </c:pt>
                <c:pt idx="428">
                  <c:v>2022-11-29</c:v>
                </c:pt>
                <c:pt idx="429">
                  <c:v>2022-11-30</c:v>
                </c:pt>
                <c:pt idx="430">
                  <c:v>2022-12-01</c:v>
                </c:pt>
                <c:pt idx="431">
                  <c:v>2022-12-02</c:v>
                </c:pt>
                <c:pt idx="432">
                  <c:v>2022-12-05</c:v>
                </c:pt>
                <c:pt idx="433">
                  <c:v>2022-12-06</c:v>
                </c:pt>
                <c:pt idx="434">
                  <c:v>2022-12-07</c:v>
                </c:pt>
                <c:pt idx="435">
                  <c:v>2022-12-08</c:v>
                </c:pt>
                <c:pt idx="436">
                  <c:v>2022-12-09</c:v>
                </c:pt>
                <c:pt idx="437">
                  <c:v>2022-12-12</c:v>
                </c:pt>
                <c:pt idx="438">
                  <c:v>2022-12-13</c:v>
                </c:pt>
                <c:pt idx="439">
                  <c:v>2022-12-14</c:v>
                </c:pt>
                <c:pt idx="440">
                  <c:v>2022-12-15</c:v>
                </c:pt>
                <c:pt idx="441">
                  <c:v>2022-12-16</c:v>
                </c:pt>
                <c:pt idx="442">
                  <c:v>2022-12-19</c:v>
                </c:pt>
                <c:pt idx="443">
                  <c:v>2022-12-20</c:v>
                </c:pt>
                <c:pt idx="444">
                  <c:v>2022-12-21</c:v>
                </c:pt>
                <c:pt idx="445">
                  <c:v>2022-12-22</c:v>
                </c:pt>
                <c:pt idx="446">
                  <c:v>2022-12-23</c:v>
                </c:pt>
                <c:pt idx="447">
                  <c:v>2022-12-26</c:v>
                </c:pt>
                <c:pt idx="448">
                  <c:v>2022-12-27</c:v>
                </c:pt>
                <c:pt idx="449">
                  <c:v>2022-12-28</c:v>
                </c:pt>
                <c:pt idx="450">
                  <c:v>2022-12-29</c:v>
                </c:pt>
                <c:pt idx="451">
                  <c:v>2022-12-30</c:v>
                </c:pt>
                <c:pt idx="452">
                  <c:v>2023-01-02</c:v>
                </c:pt>
                <c:pt idx="453">
                  <c:v>2023-01-03</c:v>
                </c:pt>
                <c:pt idx="454">
                  <c:v>2023-01-04</c:v>
                </c:pt>
                <c:pt idx="455">
                  <c:v>2023-01-05</c:v>
                </c:pt>
                <c:pt idx="456">
                  <c:v>2023-01-06</c:v>
                </c:pt>
                <c:pt idx="457">
                  <c:v>2023-01-09</c:v>
                </c:pt>
                <c:pt idx="458">
                  <c:v>2023-01-10</c:v>
                </c:pt>
                <c:pt idx="459">
                  <c:v>2023-01-11</c:v>
                </c:pt>
                <c:pt idx="460">
                  <c:v>2023-01-12</c:v>
                </c:pt>
                <c:pt idx="461">
                  <c:v>2023-01-13</c:v>
                </c:pt>
                <c:pt idx="462">
                  <c:v>2023-01-16</c:v>
                </c:pt>
                <c:pt idx="463">
                  <c:v>2023-01-17</c:v>
                </c:pt>
                <c:pt idx="464">
                  <c:v>2023-01-18</c:v>
                </c:pt>
                <c:pt idx="465">
                  <c:v>2023-01-19</c:v>
                </c:pt>
                <c:pt idx="466">
                  <c:v>2023-01-20</c:v>
                </c:pt>
                <c:pt idx="467">
                  <c:v>2023-01-25</c:v>
                </c:pt>
                <c:pt idx="468">
                  <c:v>2023-01-26</c:v>
                </c:pt>
                <c:pt idx="469">
                  <c:v>2023-01-27</c:v>
                </c:pt>
                <c:pt idx="470">
                  <c:v>2023-01-30</c:v>
                </c:pt>
                <c:pt idx="471">
                  <c:v>2023-01-31</c:v>
                </c:pt>
                <c:pt idx="472">
                  <c:v>2023-02-01</c:v>
                </c:pt>
                <c:pt idx="473">
                  <c:v>2023-02-02</c:v>
                </c:pt>
                <c:pt idx="474">
                  <c:v>2023-02-03</c:v>
                </c:pt>
                <c:pt idx="475">
                  <c:v>2023-02-06</c:v>
                </c:pt>
                <c:pt idx="476">
                  <c:v>2023-02-07</c:v>
                </c:pt>
                <c:pt idx="477">
                  <c:v>2023-02-08</c:v>
                </c:pt>
                <c:pt idx="478">
                  <c:v>2023-02-09</c:v>
                </c:pt>
                <c:pt idx="479">
                  <c:v>2023-02-10</c:v>
                </c:pt>
                <c:pt idx="480">
                  <c:v>2023-02-13</c:v>
                </c:pt>
                <c:pt idx="481">
                  <c:v>2023-02-14</c:v>
                </c:pt>
                <c:pt idx="482">
                  <c:v>2023-02-15</c:v>
                </c:pt>
                <c:pt idx="483">
                  <c:v>2023-02-16</c:v>
                </c:pt>
                <c:pt idx="484">
                  <c:v>2023-02-17</c:v>
                </c:pt>
                <c:pt idx="485">
                  <c:v>2023-02-20</c:v>
                </c:pt>
                <c:pt idx="486">
                  <c:v>2023-02-21</c:v>
                </c:pt>
                <c:pt idx="487">
                  <c:v>2023-02-22</c:v>
                </c:pt>
                <c:pt idx="488">
                  <c:v>2023-02-23</c:v>
                </c:pt>
                <c:pt idx="489">
                  <c:v>2023-02-24</c:v>
                </c:pt>
                <c:pt idx="490">
                  <c:v>2023-02-27</c:v>
                </c:pt>
                <c:pt idx="491">
                  <c:v>2023-02-28</c:v>
                </c:pt>
                <c:pt idx="492">
                  <c:v>2023-03-02</c:v>
                </c:pt>
                <c:pt idx="493">
                  <c:v>2023-03-03</c:v>
                </c:pt>
                <c:pt idx="494">
                  <c:v>2023-03-06</c:v>
                </c:pt>
                <c:pt idx="495">
                  <c:v>2023-03-07</c:v>
                </c:pt>
                <c:pt idx="496">
                  <c:v>2023-03-08</c:v>
                </c:pt>
                <c:pt idx="497">
                  <c:v>2023-03-09</c:v>
                </c:pt>
                <c:pt idx="498">
                  <c:v>2023-03-10</c:v>
                </c:pt>
                <c:pt idx="499">
                  <c:v>2023-03-13</c:v>
                </c:pt>
                <c:pt idx="500">
                  <c:v>2023-03-14</c:v>
                </c:pt>
                <c:pt idx="501">
                  <c:v>2023-03-15</c:v>
                </c:pt>
                <c:pt idx="502">
                  <c:v>2023-03-16</c:v>
                </c:pt>
                <c:pt idx="503">
                  <c:v>2023-03-17</c:v>
                </c:pt>
                <c:pt idx="504">
                  <c:v>2023-03-20</c:v>
                </c:pt>
                <c:pt idx="505">
                  <c:v>2023-03-21</c:v>
                </c:pt>
                <c:pt idx="506">
                  <c:v>2023-03-22</c:v>
                </c:pt>
                <c:pt idx="507">
                  <c:v>2023-03-23</c:v>
                </c:pt>
                <c:pt idx="508">
                  <c:v>2023-03-24</c:v>
                </c:pt>
                <c:pt idx="509">
                  <c:v>2023-03-27</c:v>
                </c:pt>
                <c:pt idx="510">
                  <c:v>2023-03-28</c:v>
                </c:pt>
                <c:pt idx="511">
                  <c:v>2023-03-29</c:v>
                </c:pt>
                <c:pt idx="512">
                  <c:v>2023-03-30</c:v>
                </c:pt>
                <c:pt idx="513">
                  <c:v>2023-03-31</c:v>
                </c:pt>
                <c:pt idx="514">
                  <c:v>2023-04-03</c:v>
                </c:pt>
                <c:pt idx="515">
                  <c:v>2023-04-04</c:v>
                </c:pt>
                <c:pt idx="516">
                  <c:v>2023-04-05</c:v>
                </c:pt>
                <c:pt idx="517">
                  <c:v>2023-04-06</c:v>
                </c:pt>
                <c:pt idx="518">
                  <c:v>2023-04-07</c:v>
                </c:pt>
                <c:pt idx="519">
                  <c:v>2023-04-10</c:v>
                </c:pt>
                <c:pt idx="520">
                  <c:v>2023-04-11</c:v>
                </c:pt>
                <c:pt idx="521">
                  <c:v>2023-04-12</c:v>
                </c:pt>
                <c:pt idx="522">
                  <c:v>2023-04-13</c:v>
                </c:pt>
                <c:pt idx="523">
                  <c:v>2023-04-14</c:v>
                </c:pt>
                <c:pt idx="524">
                  <c:v>2023-04-17</c:v>
                </c:pt>
                <c:pt idx="525">
                  <c:v>2023-04-18</c:v>
                </c:pt>
                <c:pt idx="526">
                  <c:v>2023-04-19</c:v>
                </c:pt>
                <c:pt idx="527">
                  <c:v>2023-04-20</c:v>
                </c:pt>
                <c:pt idx="528">
                  <c:v>2023-04-21</c:v>
                </c:pt>
                <c:pt idx="529">
                  <c:v>2023-04-24</c:v>
                </c:pt>
                <c:pt idx="530">
                  <c:v>2023-04-25</c:v>
                </c:pt>
                <c:pt idx="531">
                  <c:v>2023-04-26</c:v>
                </c:pt>
                <c:pt idx="532">
                  <c:v>2023-04-27</c:v>
                </c:pt>
                <c:pt idx="533">
                  <c:v>2023-04-28</c:v>
                </c:pt>
                <c:pt idx="534">
                  <c:v>2023-05-02</c:v>
                </c:pt>
                <c:pt idx="535">
                  <c:v>2023-05-03</c:v>
                </c:pt>
                <c:pt idx="536">
                  <c:v>2023-05-04</c:v>
                </c:pt>
                <c:pt idx="537">
                  <c:v>2023-05-08</c:v>
                </c:pt>
                <c:pt idx="538">
                  <c:v>2023-05-09</c:v>
                </c:pt>
                <c:pt idx="539">
                  <c:v>2023-05-10</c:v>
                </c:pt>
                <c:pt idx="540">
                  <c:v>2023-05-11</c:v>
                </c:pt>
                <c:pt idx="541">
                  <c:v>2023-05-12</c:v>
                </c:pt>
                <c:pt idx="542">
                  <c:v>2023-05-15</c:v>
                </c:pt>
                <c:pt idx="543">
                  <c:v>2023-05-16</c:v>
                </c:pt>
                <c:pt idx="544">
                  <c:v>2023-05-17</c:v>
                </c:pt>
                <c:pt idx="545">
                  <c:v>2023-05-18</c:v>
                </c:pt>
                <c:pt idx="546">
                  <c:v>2023-05-19</c:v>
                </c:pt>
                <c:pt idx="547">
                  <c:v>2023-05-22</c:v>
                </c:pt>
                <c:pt idx="548">
                  <c:v>2023-05-23</c:v>
                </c:pt>
                <c:pt idx="549">
                  <c:v>2023-05-24</c:v>
                </c:pt>
                <c:pt idx="550">
                  <c:v>2023-05-25</c:v>
                </c:pt>
                <c:pt idx="551">
                  <c:v>2023-05-26</c:v>
                </c:pt>
                <c:pt idx="552">
                  <c:v>2023-05-30</c:v>
                </c:pt>
                <c:pt idx="553">
                  <c:v>2023-05-31</c:v>
                </c:pt>
                <c:pt idx="554">
                  <c:v>2023-06-01</c:v>
                </c:pt>
                <c:pt idx="555">
                  <c:v>2023-06-02</c:v>
                </c:pt>
                <c:pt idx="556">
                  <c:v>2023-06-05</c:v>
                </c:pt>
                <c:pt idx="557">
                  <c:v>2023-06-07</c:v>
                </c:pt>
                <c:pt idx="558">
                  <c:v>2023-06-08</c:v>
                </c:pt>
                <c:pt idx="559">
                  <c:v>2023-06-09</c:v>
                </c:pt>
                <c:pt idx="560">
                  <c:v>2023-06-12</c:v>
                </c:pt>
                <c:pt idx="561">
                  <c:v>2023-06-13</c:v>
                </c:pt>
                <c:pt idx="562">
                  <c:v>2023-06-14</c:v>
                </c:pt>
                <c:pt idx="563">
                  <c:v>2023-06-15</c:v>
                </c:pt>
                <c:pt idx="564">
                  <c:v>2023-06-16</c:v>
                </c:pt>
                <c:pt idx="565">
                  <c:v>2023-06-19</c:v>
                </c:pt>
                <c:pt idx="566">
                  <c:v>2023-06-20</c:v>
                </c:pt>
                <c:pt idx="567">
                  <c:v>2023-06-21</c:v>
                </c:pt>
                <c:pt idx="568">
                  <c:v>2023-06-22</c:v>
                </c:pt>
                <c:pt idx="569">
                  <c:v>2023-06-23</c:v>
                </c:pt>
                <c:pt idx="570">
                  <c:v>2023-06-26</c:v>
                </c:pt>
                <c:pt idx="571">
                  <c:v>2023-06-27</c:v>
                </c:pt>
                <c:pt idx="572">
                  <c:v>2023-06-28</c:v>
                </c:pt>
                <c:pt idx="573">
                  <c:v>2023-06-29</c:v>
                </c:pt>
                <c:pt idx="574">
                  <c:v>2023-06-30</c:v>
                </c:pt>
                <c:pt idx="575">
                  <c:v>2023-07-03</c:v>
                </c:pt>
                <c:pt idx="576">
                  <c:v>2023-07-04</c:v>
                </c:pt>
                <c:pt idx="577">
                  <c:v>2023-07-05</c:v>
                </c:pt>
                <c:pt idx="578">
                  <c:v>2023-07-06</c:v>
                </c:pt>
                <c:pt idx="579">
                  <c:v>2023-07-07</c:v>
                </c:pt>
                <c:pt idx="580">
                  <c:v>2023-07-10</c:v>
                </c:pt>
                <c:pt idx="581">
                  <c:v>2023-07-11</c:v>
                </c:pt>
                <c:pt idx="582">
                  <c:v>2023-07-12</c:v>
                </c:pt>
                <c:pt idx="583">
                  <c:v>2023-07-13</c:v>
                </c:pt>
                <c:pt idx="584">
                  <c:v>2023-07-14</c:v>
                </c:pt>
                <c:pt idx="585">
                  <c:v>2023-07-17</c:v>
                </c:pt>
                <c:pt idx="586">
                  <c:v>2023-07-18</c:v>
                </c:pt>
                <c:pt idx="587">
                  <c:v>2023-07-19</c:v>
                </c:pt>
                <c:pt idx="588">
                  <c:v>2023-07-20</c:v>
                </c:pt>
                <c:pt idx="589">
                  <c:v>2023-07-21</c:v>
                </c:pt>
                <c:pt idx="590">
                  <c:v>2023-07-24</c:v>
                </c:pt>
                <c:pt idx="591">
                  <c:v>2023-07-25</c:v>
                </c:pt>
                <c:pt idx="592">
                  <c:v>2023-07-26</c:v>
                </c:pt>
                <c:pt idx="593">
                  <c:v>2023-07-27</c:v>
                </c:pt>
                <c:pt idx="594">
                  <c:v>2023-07-28</c:v>
                </c:pt>
                <c:pt idx="595">
                  <c:v>2023-07-31</c:v>
                </c:pt>
                <c:pt idx="596">
                  <c:v>2023-08-01</c:v>
                </c:pt>
                <c:pt idx="597">
                  <c:v>2023-08-02</c:v>
                </c:pt>
                <c:pt idx="598">
                  <c:v>2023-08-03</c:v>
                </c:pt>
                <c:pt idx="599">
                  <c:v>2023-08-04</c:v>
                </c:pt>
                <c:pt idx="600">
                  <c:v>2023-08-07</c:v>
                </c:pt>
                <c:pt idx="601">
                  <c:v>2023-08-08</c:v>
                </c:pt>
                <c:pt idx="602">
                  <c:v>2023-08-09</c:v>
                </c:pt>
                <c:pt idx="603">
                  <c:v>2023-08-10</c:v>
                </c:pt>
                <c:pt idx="604">
                  <c:v>2023-08-11</c:v>
                </c:pt>
                <c:pt idx="605">
                  <c:v>2023-08-14</c:v>
                </c:pt>
                <c:pt idx="606">
                  <c:v>2023-08-16</c:v>
                </c:pt>
                <c:pt idx="607">
                  <c:v>2023-08-17</c:v>
                </c:pt>
                <c:pt idx="608">
                  <c:v>2023-08-18</c:v>
                </c:pt>
                <c:pt idx="609">
                  <c:v>2023-08-21</c:v>
                </c:pt>
                <c:pt idx="610">
                  <c:v>2023-08-22</c:v>
                </c:pt>
                <c:pt idx="611">
                  <c:v>2023-08-23</c:v>
                </c:pt>
                <c:pt idx="612">
                  <c:v>2023-08-24</c:v>
                </c:pt>
                <c:pt idx="613">
                  <c:v>2023-08-25</c:v>
                </c:pt>
                <c:pt idx="614">
                  <c:v>2023-08-28</c:v>
                </c:pt>
                <c:pt idx="615">
                  <c:v>2023-08-29</c:v>
                </c:pt>
                <c:pt idx="616">
                  <c:v>2023-08-30</c:v>
                </c:pt>
                <c:pt idx="617">
                  <c:v>2023-08-31</c:v>
                </c:pt>
                <c:pt idx="618">
                  <c:v>2023-09-01</c:v>
                </c:pt>
                <c:pt idx="619">
                  <c:v>2023-09-04</c:v>
                </c:pt>
                <c:pt idx="620">
                  <c:v>2023-09-05</c:v>
                </c:pt>
                <c:pt idx="621">
                  <c:v>2023-09-06</c:v>
                </c:pt>
                <c:pt idx="622">
                  <c:v>2023-09-07</c:v>
                </c:pt>
                <c:pt idx="623">
                  <c:v>2023-09-08</c:v>
                </c:pt>
                <c:pt idx="624">
                  <c:v>2023-09-11</c:v>
                </c:pt>
                <c:pt idx="625">
                  <c:v>2023-09-12</c:v>
                </c:pt>
                <c:pt idx="626">
                  <c:v>2023-09-13</c:v>
                </c:pt>
                <c:pt idx="627">
                  <c:v>2023-09-14</c:v>
                </c:pt>
                <c:pt idx="628">
                  <c:v>2023-09-15</c:v>
                </c:pt>
                <c:pt idx="629">
                  <c:v>2023-09-18</c:v>
                </c:pt>
                <c:pt idx="630">
                  <c:v>2023-09-19</c:v>
                </c:pt>
                <c:pt idx="631">
                  <c:v>2023-09-20</c:v>
                </c:pt>
                <c:pt idx="632">
                  <c:v>2023-09-21</c:v>
                </c:pt>
                <c:pt idx="633">
                  <c:v>2023-09-22</c:v>
                </c:pt>
                <c:pt idx="634">
                  <c:v>2023-09-25</c:v>
                </c:pt>
                <c:pt idx="635">
                  <c:v>2023-09-26</c:v>
                </c:pt>
                <c:pt idx="636">
                  <c:v>2023-09-27</c:v>
                </c:pt>
                <c:pt idx="637">
                  <c:v>2023-10-04</c:v>
                </c:pt>
                <c:pt idx="638">
                  <c:v>2023-10-05</c:v>
                </c:pt>
                <c:pt idx="639">
                  <c:v>2023-10-06</c:v>
                </c:pt>
                <c:pt idx="640">
                  <c:v>2023-10-10</c:v>
                </c:pt>
                <c:pt idx="641">
                  <c:v>2023-10-11</c:v>
                </c:pt>
                <c:pt idx="642">
                  <c:v>2023-10-12</c:v>
                </c:pt>
                <c:pt idx="643">
                  <c:v>2023-10-13</c:v>
                </c:pt>
                <c:pt idx="644">
                  <c:v>2023-10-16</c:v>
                </c:pt>
                <c:pt idx="645">
                  <c:v>2023-10-17</c:v>
                </c:pt>
                <c:pt idx="646">
                  <c:v>2023-10-18</c:v>
                </c:pt>
                <c:pt idx="647">
                  <c:v>2023-10-19</c:v>
                </c:pt>
                <c:pt idx="648">
                  <c:v>2023-10-20</c:v>
                </c:pt>
                <c:pt idx="649">
                  <c:v>2023-10-23</c:v>
                </c:pt>
                <c:pt idx="650">
                  <c:v>2023-10-24</c:v>
                </c:pt>
                <c:pt idx="651">
                  <c:v>2023-10-25</c:v>
                </c:pt>
                <c:pt idx="652">
                  <c:v>2023-10-26</c:v>
                </c:pt>
                <c:pt idx="653">
                  <c:v>2023-10-27</c:v>
                </c:pt>
                <c:pt idx="654">
                  <c:v>2023-10-30</c:v>
                </c:pt>
                <c:pt idx="655">
                  <c:v>2023-10-31</c:v>
                </c:pt>
                <c:pt idx="656">
                  <c:v>2023-11-01</c:v>
                </c:pt>
                <c:pt idx="657">
                  <c:v>2023-11-02</c:v>
                </c:pt>
                <c:pt idx="658">
                  <c:v>2023-11-03</c:v>
                </c:pt>
                <c:pt idx="659">
                  <c:v>2023-11-06</c:v>
                </c:pt>
                <c:pt idx="660">
                  <c:v>2023-11-07</c:v>
                </c:pt>
                <c:pt idx="661">
                  <c:v>2023-11-08</c:v>
                </c:pt>
                <c:pt idx="662">
                  <c:v>2023-11-09</c:v>
                </c:pt>
                <c:pt idx="663">
                  <c:v>2023-11-10</c:v>
                </c:pt>
                <c:pt idx="664">
                  <c:v>2023-11-13</c:v>
                </c:pt>
                <c:pt idx="665">
                  <c:v>2023-11-14</c:v>
                </c:pt>
                <c:pt idx="666">
                  <c:v>2023-11-15</c:v>
                </c:pt>
                <c:pt idx="667">
                  <c:v>2023-11-16</c:v>
                </c:pt>
                <c:pt idx="668">
                  <c:v>2023-11-17</c:v>
                </c:pt>
                <c:pt idx="669">
                  <c:v>2023-11-20</c:v>
                </c:pt>
                <c:pt idx="670">
                  <c:v>2023-11-21</c:v>
                </c:pt>
                <c:pt idx="671">
                  <c:v>2023-11-22</c:v>
                </c:pt>
                <c:pt idx="672">
                  <c:v>2023-11-23</c:v>
                </c:pt>
                <c:pt idx="673">
                  <c:v>2023-11-24</c:v>
                </c:pt>
                <c:pt idx="674">
                  <c:v>2023-11-27</c:v>
                </c:pt>
                <c:pt idx="675">
                  <c:v>2023-11-28</c:v>
                </c:pt>
                <c:pt idx="676">
                  <c:v>2023-11-29</c:v>
                </c:pt>
                <c:pt idx="677">
                  <c:v>2023-11-30</c:v>
                </c:pt>
                <c:pt idx="678">
                  <c:v>2023-12-01</c:v>
                </c:pt>
                <c:pt idx="679">
                  <c:v>2023-12-04</c:v>
                </c:pt>
                <c:pt idx="680">
                  <c:v>2023-12-05</c:v>
                </c:pt>
                <c:pt idx="681">
                  <c:v>2023-12-06</c:v>
                </c:pt>
                <c:pt idx="682">
                  <c:v>2023-12-07</c:v>
                </c:pt>
                <c:pt idx="683">
                  <c:v>2023-12-08</c:v>
                </c:pt>
                <c:pt idx="684">
                  <c:v>2023-12-11</c:v>
                </c:pt>
                <c:pt idx="685">
                  <c:v>2023-12-12</c:v>
                </c:pt>
                <c:pt idx="686">
                  <c:v>2023-12-13</c:v>
                </c:pt>
                <c:pt idx="687">
                  <c:v>2023-12-14</c:v>
                </c:pt>
                <c:pt idx="688">
                  <c:v>2023-12-15</c:v>
                </c:pt>
                <c:pt idx="689">
                  <c:v>2023-12-18</c:v>
                </c:pt>
                <c:pt idx="690">
                  <c:v>2023-12-19</c:v>
                </c:pt>
                <c:pt idx="691">
                  <c:v>2023-12-20</c:v>
                </c:pt>
                <c:pt idx="692">
                  <c:v>2023-12-21</c:v>
                </c:pt>
                <c:pt idx="693">
                  <c:v>2023-12-22</c:v>
                </c:pt>
                <c:pt idx="694">
                  <c:v>2023-12-26</c:v>
                </c:pt>
                <c:pt idx="695">
                  <c:v>2023-12-27</c:v>
                </c:pt>
                <c:pt idx="696">
                  <c:v>2023-12-28</c:v>
                </c:pt>
                <c:pt idx="697">
                  <c:v>2023-12-29</c:v>
                </c:pt>
                <c:pt idx="698">
                  <c:v>2024-01-02</c:v>
                </c:pt>
                <c:pt idx="699">
                  <c:v>2024-01-03</c:v>
                </c:pt>
                <c:pt idx="700">
                  <c:v>2024-01-04</c:v>
                </c:pt>
                <c:pt idx="701">
                  <c:v>2024-01-05</c:v>
                </c:pt>
                <c:pt idx="702">
                  <c:v>2024-01-08</c:v>
                </c:pt>
                <c:pt idx="703">
                  <c:v>2024-01-09</c:v>
                </c:pt>
                <c:pt idx="704">
                  <c:v>2024-01-10</c:v>
                </c:pt>
                <c:pt idx="705">
                  <c:v>2024-01-11</c:v>
                </c:pt>
                <c:pt idx="706">
                  <c:v>2024-01-12</c:v>
                </c:pt>
                <c:pt idx="707">
                  <c:v>2024-01-15</c:v>
                </c:pt>
                <c:pt idx="708">
                  <c:v>2024-01-16</c:v>
                </c:pt>
                <c:pt idx="709">
                  <c:v>2024-01-17</c:v>
                </c:pt>
                <c:pt idx="710">
                  <c:v>2024-01-18</c:v>
                </c:pt>
                <c:pt idx="711">
                  <c:v>2024-01-19</c:v>
                </c:pt>
                <c:pt idx="712">
                  <c:v>2024-01-22</c:v>
                </c:pt>
                <c:pt idx="713">
                  <c:v>2024-01-23</c:v>
                </c:pt>
                <c:pt idx="714">
                  <c:v>2024-01-24</c:v>
                </c:pt>
                <c:pt idx="715">
                  <c:v>2024-01-25</c:v>
                </c:pt>
                <c:pt idx="716">
                  <c:v>2024-01-26</c:v>
                </c:pt>
                <c:pt idx="717">
                  <c:v>2024-01-29</c:v>
                </c:pt>
                <c:pt idx="718">
                  <c:v>2024-01-30</c:v>
                </c:pt>
                <c:pt idx="719">
                  <c:v>2024-01-31</c:v>
                </c:pt>
                <c:pt idx="720">
                  <c:v>2024-02-01</c:v>
                </c:pt>
                <c:pt idx="721">
                  <c:v>2024-02-02</c:v>
                </c:pt>
                <c:pt idx="722">
                  <c:v>2024-02-05</c:v>
                </c:pt>
                <c:pt idx="723">
                  <c:v>2024-02-06</c:v>
                </c:pt>
                <c:pt idx="724">
                  <c:v>2024-02-07</c:v>
                </c:pt>
                <c:pt idx="725">
                  <c:v>2024-02-08</c:v>
                </c:pt>
                <c:pt idx="726">
                  <c:v>2024-02-13</c:v>
                </c:pt>
                <c:pt idx="727">
                  <c:v>2024-02-14</c:v>
                </c:pt>
                <c:pt idx="728">
                  <c:v>2024-02-15</c:v>
                </c:pt>
                <c:pt idx="729">
                  <c:v>2024-02-16</c:v>
                </c:pt>
                <c:pt idx="730">
                  <c:v>2024-02-19</c:v>
                </c:pt>
                <c:pt idx="731">
                  <c:v>2024-02-20</c:v>
                </c:pt>
                <c:pt idx="732">
                  <c:v>2024-02-21</c:v>
                </c:pt>
                <c:pt idx="733">
                  <c:v>2024-02-22</c:v>
                </c:pt>
                <c:pt idx="734">
                  <c:v>2024-02-23</c:v>
                </c:pt>
                <c:pt idx="735">
                  <c:v>2024-02-26</c:v>
                </c:pt>
                <c:pt idx="736">
                  <c:v>2024-02-27</c:v>
                </c:pt>
                <c:pt idx="737">
                  <c:v>2024-02-28</c:v>
                </c:pt>
                <c:pt idx="738">
                  <c:v>2024-02-29</c:v>
                </c:pt>
                <c:pt idx="739">
                  <c:v>2024-03-04</c:v>
                </c:pt>
                <c:pt idx="740">
                  <c:v>2024-03-05</c:v>
                </c:pt>
                <c:pt idx="741">
                  <c:v>2024-03-06</c:v>
                </c:pt>
                <c:pt idx="742">
                  <c:v>2024-03-07</c:v>
                </c:pt>
                <c:pt idx="743">
                  <c:v>2024-03-08</c:v>
                </c:pt>
                <c:pt idx="744">
                  <c:v>2024-03-11</c:v>
                </c:pt>
                <c:pt idx="745">
                  <c:v>2024-03-12</c:v>
                </c:pt>
                <c:pt idx="746">
                  <c:v>2024-03-13</c:v>
                </c:pt>
                <c:pt idx="747">
                  <c:v>2024-03-14</c:v>
                </c:pt>
                <c:pt idx="748">
                  <c:v>2024-03-15</c:v>
                </c:pt>
                <c:pt idx="749">
                  <c:v>2024-03-18</c:v>
                </c:pt>
                <c:pt idx="750">
                  <c:v>2024-03-19</c:v>
                </c:pt>
                <c:pt idx="751">
                  <c:v>2024-03-20</c:v>
                </c:pt>
                <c:pt idx="752">
                  <c:v>2024-03-21</c:v>
                </c:pt>
                <c:pt idx="753">
                  <c:v>2024-03-22</c:v>
                </c:pt>
                <c:pt idx="754">
                  <c:v>2024-03-25</c:v>
                </c:pt>
                <c:pt idx="755">
                  <c:v>2024-03-26</c:v>
                </c:pt>
                <c:pt idx="756">
                  <c:v>2024-03-27</c:v>
                </c:pt>
                <c:pt idx="757">
                  <c:v>2024-03-28</c:v>
                </c:pt>
                <c:pt idx="758">
                  <c:v>2024-03-29</c:v>
                </c:pt>
                <c:pt idx="759">
                  <c:v>2024-04-01</c:v>
                </c:pt>
                <c:pt idx="760">
                  <c:v>2024-04-02</c:v>
                </c:pt>
                <c:pt idx="761">
                  <c:v>2024-04-03</c:v>
                </c:pt>
                <c:pt idx="762">
                  <c:v>2024-04-04</c:v>
                </c:pt>
                <c:pt idx="763">
                  <c:v>2024-04-05</c:v>
                </c:pt>
                <c:pt idx="764">
                  <c:v>2024-04-08</c:v>
                </c:pt>
                <c:pt idx="765">
                  <c:v>2024-04-09</c:v>
                </c:pt>
                <c:pt idx="766">
                  <c:v>2024-04-11</c:v>
                </c:pt>
                <c:pt idx="767">
                  <c:v>2024-04-12</c:v>
                </c:pt>
                <c:pt idx="768">
                  <c:v>2024-04-15</c:v>
                </c:pt>
                <c:pt idx="769">
                  <c:v>2024-04-16</c:v>
                </c:pt>
                <c:pt idx="770">
                  <c:v>2024-04-17</c:v>
                </c:pt>
                <c:pt idx="771">
                  <c:v>2024-04-18</c:v>
                </c:pt>
                <c:pt idx="772">
                  <c:v>2024-04-19</c:v>
                </c:pt>
                <c:pt idx="773">
                  <c:v>2024-04-22</c:v>
                </c:pt>
                <c:pt idx="774">
                  <c:v>2024-04-23</c:v>
                </c:pt>
                <c:pt idx="775">
                  <c:v>2024-04-24</c:v>
                </c:pt>
                <c:pt idx="776">
                  <c:v>2024-04-25</c:v>
                </c:pt>
                <c:pt idx="777">
                  <c:v>2024-04-26</c:v>
                </c:pt>
                <c:pt idx="778">
                  <c:v>2024-04-29</c:v>
                </c:pt>
                <c:pt idx="779">
                  <c:v>2024-04-30</c:v>
                </c:pt>
                <c:pt idx="780">
                  <c:v>2024-05-02</c:v>
                </c:pt>
                <c:pt idx="781">
                  <c:v>2024-05-03</c:v>
                </c:pt>
                <c:pt idx="782">
                  <c:v>2024-05-07</c:v>
                </c:pt>
                <c:pt idx="783">
                  <c:v>2024-05-08</c:v>
                </c:pt>
                <c:pt idx="784">
                  <c:v>2024-05-09</c:v>
                </c:pt>
                <c:pt idx="785">
                  <c:v>2024-05-10</c:v>
                </c:pt>
                <c:pt idx="786">
                  <c:v>2024-05-13</c:v>
                </c:pt>
                <c:pt idx="787">
                  <c:v>2024-05-14</c:v>
                </c:pt>
                <c:pt idx="788">
                  <c:v>2024-05-16</c:v>
                </c:pt>
                <c:pt idx="789">
                  <c:v>2024-05-17</c:v>
                </c:pt>
                <c:pt idx="790">
                  <c:v>2024-05-20</c:v>
                </c:pt>
                <c:pt idx="791">
                  <c:v>2024-05-21</c:v>
                </c:pt>
                <c:pt idx="792">
                  <c:v>2024-05-22</c:v>
                </c:pt>
                <c:pt idx="793">
                  <c:v>2024-05-23</c:v>
                </c:pt>
                <c:pt idx="794">
                  <c:v>2024-05-24</c:v>
                </c:pt>
                <c:pt idx="795">
                  <c:v>2024-05-27</c:v>
                </c:pt>
                <c:pt idx="796">
                  <c:v>2024-05-28</c:v>
                </c:pt>
                <c:pt idx="797">
                  <c:v>2024-05-29</c:v>
                </c:pt>
                <c:pt idx="798">
                  <c:v>2024-05-30</c:v>
                </c:pt>
                <c:pt idx="799">
                  <c:v>2024-05-31</c:v>
                </c:pt>
                <c:pt idx="800">
                  <c:v>2024-06-03</c:v>
                </c:pt>
                <c:pt idx="801">
                  <c:v>2024-06-04</c:v>
                </c:pt>
                <c:pt idx="802">
                  <c:v>2024-06-05</c:v>
                </c:pt>
                <c:pt idx="803">
                  <c:v>2024-06-07</c:v>
                </c:pt>
                <c:pt idx="804">
                  <c:v>2024-06-10</c:v>
                </c:pt>
                <c:pt idx="805">
                  <c:v>2024-06-11</c:v>
                </c:pt>
                <c:pt idx="806">
                  <c:v>2024-06-12</c:v>
                </c:pt>
                <c:pt idx="807">
                  <c:v>2024-06-13</c:v>
                </c:pt>
                <c:pt idx="808">
                  <c:v>2024-06-14</c:v>
                </c:pt>
                <c:pt idx="809">
                  <c:v>2024-06-17</c:v>
                </c:pt>
                <c:pt idx="810">
                  <c:v>2024-06-18</c:v>
                </c:pt>
                <c:pt idx="811">
                  <c:v>2024-06-19</c:v>
                </c:pt>
                <c:pt idx="812">
                  <c:v>2024-06-20</c:v>
                </c:pt>
                <c:pt idx="813">
                  <c:v>2024-06-21</c:v>
                </c:pt>
                <c:pt idx="814">
                  <c:v>2024-06-24</c:v>
                </c:pt>
                <c:pt idx="815">
                  <c:v>2024-06-25</c:v>
                </c:pt>
                <c:pt idx="816">
                  <c:v>2024-06-26</c:v>
                </c:pt>
                <c:pt idx="817">
                  <c:v>2024-06-27</c:v>
                </c:pt>
                <c:pt idx="818">
                  <c:v>2024-06-28</c:v>
                </c:pt>
                <c:pt idx="819">
                  <c:v>2024-07-01</c:v>
                </c:pt>
                <c:pt idx="820">
                  <c:v>2024-07-02</c:v>
                </c:pt>
                <c:pt idx="821">
                  <c:v>2024-07-03</c:v>
                </c:pt>
                <c:pt idx="822">
                  <c:v>2024-07-04</c:v>
                </c:pt>
                <c:pt idx="823">
                  <c:v>2024-07-05</c:v>
                </c:pt>
                <c:pt idx="824">
                  <c:v>2024-07-08</c:v>
                </c:pt>
                <c:pt idx="825">
                  <c:v>2024-07-09</c:v>
                </c:pt>
                <c:pt idx="826">
                  <c:v>2024-07-10</c:v>
                </c:pt>
                <c:pt idx="827">
                  <c:v>2024-07-11</c:v>
                </c:pt>
                <c:pt idx="828">
                  <c:v>2024-07-12</c:v>
                </c:pt>
                <c:pt idx="829">
                  <c:v>2024-07-15</c:v>
                </c:pt>
                <c:pt idx="830">
                  <c:v>2024-07-16</c:v>
                </c:pt>
                <c:pt idx="831">
                  <c:v>2024-07-17</c:v>
                </c:pt>
                <c:pt idx="832">
                  <c:v>2024-07-18</c:v>
                </c:pt>
                <c:pt idx="833">
                  <c:v>2024-07-19</c:v>
                </c:pt>
                <c:pt idx="834">
                  <c:v>2024-07-22</c:v>
                </c:pt>
                <c:pt idx="835">
                  <c:v>2024-07-23</c:v>
                </c:pt>
                <c:pt idx="836">
                  <c:v>2024-07-24</c:v>
                </c:pt>
                <c:pt idx="837">
                  <c:v>2024-07-25</c:v>
                </c:pt>
                <c:pt idx="838">
                  <c:v>2024-07-26</c:v>
                </c:pt>
                <c:pt idx="839">
                  <c:v>2024-07-29</c:v>
                </c:pt>
                <c:pt idx="840">
                  <c:v>2024-07-30</c:v>
                </c:pt>
                <c:pt idx="841">
                  <c:v>2024-07-31</c:v>
                </c:pt>
                <c:pt idx="842">
                  <c:v>2024-08-01</c:v>
                </c:pt>
                <c:pt idx="843">
                  <c:v>2024-08-02</c:v>
                </c:pt>
                <c:pt idx="844">
                  <c:v>2024-08-05</c:v>
                </c:pt>
                <c:pt idx="845">
                  <c:v>2024-08-06</c:v>
                </c:pt>
                <c:pt idx="846">
                  <c:v>2024-08-07</c:v>
                </c:pt>
                <c:pt idx="847">
                  <c:v>2024-08-08</c:v>
                </c:pt>
                <c:pt idx="848">
                  <c:v>2024-08-09</c:v>
                </c:pt>
                <c:pt idx="849">
                  <c:v>2024-08-12</c:v>
                </c:pt>
                <c:pt idx="850">
                  <c:v>2024-08-13</c:v>
                </c:pt>
                <c:pt idx="851">
                  <c:v>2024-08-14</c:v>
                </c:pt>
                <c:pt idx="852">
                  <c:v>2024-08-16</c:v>
                </c:pt>
                <c:pt idx="853">
                  <c:v>2024-08-19</c:v>
                </c:pt>
                <c:pt idx="854">
                  <c:v>2024-08-20</c:v>
                </c:pt>
                <c:pt idx="855">
                  <c:v>2024-08-21</c:v>
                </c:pt>
                <c:pt idx="856">
                  <c:v>2024-08-22</c:v>
                </c:pt>
                <c:pt idx="857">
                  <c:v>2024-08-23</c:v>
                </c:pt>
                <c:pt idx="858">
                  <c:v>2024-08-26</c:v>
                </c:pt>
                <c:pt idx="859">
                  <c:v>2024-08-27</c:v>
                </c:pt>
                <c:pt idx="860">
                  <c:v>2024-08-28</c:v>
                </c:pt>
                <c:pt idx="861">
                  <c:v>2024-08-29</c:v>
                </c:pt>
                <c:pt idx="862">
                  <c:v>2024-08-30</c:v>
                </c:pt>
                <c:pt idx="863">
                  <c:v>2024-09-02</c:v>
                </c:pt>
                <c:pt idx="864">
                  <c:v>2024-09-03</c:v>
                </c:pt>
                <c:pt idx="865">
                  <c:v>2024-09-04</c:v>
                </c:pt>
                <c:pt idx="866">
                  <c:v>2024-09-05</c:v>
                </c:pt>
                <c:pt idx="867">
                  <c:v>2024-09-06</c:v>
                </c:pt>
                <c:pt idx="868">
                  <c:v>2024-09-09</c:v>
                </c:pt>
                <c:pt idx="869">
                  <c:v>2024-09-10</c:v>
                </c:pt>
                <c:pt idx="870">
                  <c:v>2024-09-11</c:v>
                </c:pt>
                <c:pt idx="871">
                  <c:v>2024-09-12</c:v>
                </c:pt>
                <c:pt idx="872">
                  <c:v>2024-09-13</c:v>
                </c:pt>
                <c:pt idx="873">
                  <c:v>2024-09-19</c:v>
                </c:pt>
                <c:pt idx="874">
                  <c:v>2024-09-20</c:v>
                </c:pt>
                <c:pt idx="875">
                  <c:v>2024-09-23</c:v>
                </c:pt>
                <c:pt idx="876">
                  <c:v>2024-09-24</c:v>
                </c:pt>
                <c:pt idx="877">
                  <c:v>2024-09-25</c:v>
                </c:pt>
                <c:pt idx="878">
                  <c:v>2024-09-26</c:v>
                </c:pt>
                <c:pt idx="879">
                  <c:v>2024-09-27</c:v>
                </c:pt>
                <c:pt idx="880">
                  <c:v>2024-09-30</c:v>
                </c:pt>
                <c:pt idx="881">
                  <c:v>2024-10-02</c:v>
                </c:pt>
                <c:pt idx="882">
                  <c:v>2024-10-04</c:v>
                </c:pt>
                <c:pt idx="883">
                  <c:v>2024-10-07</c:v>
                </c:pt>
                <c:pt idx="884">
                  <c:v>2024-10-08</c:v>
                </c:pt>
                <c:pt idx="885">
                  <c:v>2024-10-10</c:v>
                </c:pt>
                <c:pt idx="886">
                  <c:v>2024-10-11</c:v>
                </c:pt>
                <c:pt idx="887">
                  <c:v>2024-10-14</c:v>
                </c:pt>
                <c:pt idx="888">
                  <c:v>2024-10-15</c:v>
                </c:pt>
                <c:pt idx="889">
                  <c:v>2024-10-16</c:v>
                </c:pt>
                <c:pt idx="890">
                  <c:v>2024-10-17</c:v>
                </c:pt>
                <c:pt idx="891">
                  <c:v>2024-10-18</c:v>
                </c:pt>
                <c:pt idx="892">
                  <c:v>2024-10-21</c:v>
                </c:pt>
                <c:pt idx="893">
                  <c:v>2024-10-22</c:v>
                </c:pt>
                <c:pt idx="894">
                  <c:v>2024-10-23</c:v>
                </c:pt>
                <c:pt idx="895">
                  <c:v>2024-10-24</c:v>
                </c:pt>
                <c:pt idx="896">
                  <c:v>2024-10-25</c:v>
                </c:pt>
                <c:pt idx="897">
                  <c:v>2024-10-28</c:v>
                </c:pt>
                <c:pt idx="898">
                  <c:v>2024-10-29</c:v>
                </c:pt>
                <c:pt idx="899">
                  <c:v>2024-10-30</c:v>
                </c:pt>
                <c:pt idx="900">
                  <c:v>2024-10-31</c:v>
                </c:pt>
                <c:pt idx="901">
                  <c:v>2024-11-01</c:v>
                </c:pt>
                <c:pt idx="902">
                  <c:v>2024-11-04</c:v>
                </c:pt>
                <c:pt idx="903">
                  <c:v>2024-11-05</c:v>
                </c:pt>
                <c:pt idx="904">
                  <c:v>2024-11-06</c:v>
                </c:pt>
                <c:pt idx="905">
                  <c:v>2024-11-07</c:v>
                </c:pt>
                <c:pt idx="906">
                  <c:v>2024-11-08</c:v>
                </c:pt>
                <c:pt idx="907">
                  <c:v>2024-11-11</c:v>
                </c:pt>
                <c:pt idx="908">
                  <c:v>2024-11-12</c:v>
                </c:pt>
                <c:pt idx="909">
                  <c:v>2024-11-13</c:v>
                </c:pt>
                <c:pt idx="910">
                  <c:v>2024-11-14</c:v>
                </c:pt>
                <c:pt idx="911">
                  <c:v>2024-11-15</c:v>
                </c:pt>
                <c:pt idx="912">
                  <c:v>2024-11-18</c:v>
                </c:pt>
                <c:pt idx="913">
                  <c:v>2024-11-19</c:v>
                </c:pt>
                <c:pt idx="914">
                  <c:v>2024-11-20</c:v>
                </c:pt>
                <c:pt idx="915">
                  <c:v>2024-11-21</c:v>
                </c:pt>
                <c:pt idx="916">
                  <c:v>2024-11-22</c:v>
                </c:pt>
                <c:pt idx="917">
                  <c:v>2024-11-25</c:v>
                </c:pt>
                <c:pt idx="918">
                  <c:v>2024-11-26</c:v>
                </c:pt>
                <c:pt idx="919">
                  <c:v>2024-11-27</c:v>
                </c:pt>
                <c:pt idx="920">
                  <c:v>2024-11-28</c:v>
                </c:pt>
                <c:pt idx="921">
                  <c:v>2024-11-29</c:v>
                </c:pt>
                <c:pt idx="922">
                  <c:v>2024-12-02</c:v>
                </c:pt>
                <c:pt idx="923">
                  <c:v>2024-12-03</c:v>
                </c:pt>
                <c:pt idx="924">
                  <c:v>2024-12-04</c:v>
                </c:pt>
                <c:pt idx="925">
                  <c:v>2024-12-05</c:v>
                </c:pt>
                <c:pt idx="926">
                  <c:v>2024-12-06</c:v>
                </c:pt>
                <c:pt idx="927">
                  <c:v>2024-12-09</c:v>
                </c:pt>
                <c:pt idx="928">
                  <c:v>2024-12-10</c:v>
                </c:pt>
                <c:pt idx="929">
                  <c:v>2024-12-11</c:v>
                </c:pt>
                <c:pt idx="930">
                  <c:v>2024-12-12</c:v>
                </c:pt>
                <c:pt idx="931">
                  <c:v>2024-12-13</c:v>
                </c:pt>
                <c:pt idx="932">
                  <c:v>2024-12-16</c:v>
                </c:pt>
                <c:pt idx="933">
                  <c:v>2024-12-17</c:v>
                </c:pt>
                <c:pt idx="934">
                  <c:v>2024-12-18</c:v>
                </c:pt>
                <c:pt idx="935">
                  <c:v>2024-12-19</c:v>
                </c:pt>
                <c:pt idx="936">
                  <c:v>2024-12-20</c:v>
                </c:pt>
                <c:pt idx="937">
                  <c:v>2024-12-23</c:v>
                </c:pt>
                <c:pt idx="938">
                  <c:v>2024-12-24</c:v>
                </c:pt>
                <c:pt idx="939">
                  <c:v>2024-12-26</c:v>
                </c:pt>
                <c:pt idx="940">
                  <c:v>2024-12-27</c:v>
                </c:pt>
                <c:pt idx="941">
                  <c:v>2024-12-30</c:v>
                </c:pt>
                <c:pt idx="942">
                  <c:v>2024-12-31</c:v>
                </c:pt>
                <c:pt idx="943">
                  <c:v>2025-01-02</c:v>
                </c:pt>
                <c:pt idx="944">
                  <c:v>2025-01-03</c:v>
                </c:pt>
                <c:pt idx="945">
                  <c:v>2025-01-06</c:v>
                </c:pt>
                <c:pt idx="946">
                  <c:v>2025-01-07</c:v>
                </c:pt>
                <c:pt idx="947">
                  <c:v>2025-01-08</c:v>
                </c:pt>
                <c:pt idx="948">
                  <c:v>2025-01-09</c:v>
                </c:pt>
                <c:pt idx="949">
                  <c:v>2025-01-10</c:v>
                </c:pt>
                <c:pt idx="950">
                  <c:v>2025-01-13</c:v>
                </c:pt>
                <c:pt idx="951">
                  <c:v>2025-01-14</c:v>
                </c:pt>
                <c:pt idx="952">
                  <c:v>2025-01-15</c:v>
                </c:pt>
                <c:pt idx="953">
                  <c:v>2025-01-16</c:v>
                </c:pt>
                <c:pt idx="954">
                  <c:v>2025-01-17</c:v>
                </c:pt>
                <c:pt idx="955">
                  <c:v>2025-01-20</c:v>
                </c:pt>
                <c:pt idx="956">
                  <c:v>2025-01-21</c:v>
                </c:pt>
                <c:pt idx="957">
                  <c:v>2025-01-22</c:v>
                </c:pt>
                <c:pt idx="958">
                  <c:v>2025-01-23</c:v>
                </c:pt>
                <c:pt idx="959">
                  <c:v>2025-01-24</c:v>
                </c:pt>
                <c:pt idx="960">
                  <c:v>2025-01-31</c:v>
                </c:pt>
                <c:pt idx="961">
                  <c:v>2025-02-03</c:v>
                </c:pt>
                <c:pt idx="962">
                  <c:v>2025-02-04</c:v>
                </c:pt>
                <c:pt idx="963">
                  <c:v>2025-02-05</c:v>
                </c:pt>
                <c:pt idx="964">
                  <c:v>2025-02-06</c:v>
                </c:pt>
                <c:pt idx="965">
                  <c:v>2025-02-07</c:v>
                </c:pt>
                <c:pt idx="966">
                  <c:v>2025-02-10</c:v>
                </c:pt>
                <c:pt idx="967">
                  <c:v>2025-02-11</c:v>
                </c:pt>
                <c:pt idx="968">
                  <c:v>2025-02-12</c:v>
                </c:pt>
                <c:pt idx="969">
                  <c:v>2025-02-13</c:v>
                </c:pt>
                <c:pt idx="970">
                  <c:v>2025-02-14</c:v>
                </c:pt>
                <c:pt idx="971">
                  <c:v>2025-02-17</c:v>
                </c:pt>
                <c:pt idx="972">
                  <c:v>2025-02-18</c:v>
                </c:pt>
                <c:pt idx="973">
                  <c:v>2025-02-19</c:v>
                </c:pt>
                <c:pt idx="974">
                  <c:v>2025-02-20</c:v>
                </c:pt>
                <c:pt idx="975">
                  <c:v>2025-02-21</c:v>
                </c:pt>
                <c:pt idx="976">
                  <c:v>2025-02-24</c:v>
                </c:pt>
                <c:pt idx="977">
                  <c:v>2025-02-25</c:v>
                </c:pt>
                <c:pt idx="978">
                  <c:v>2025-02-26</c:v>
                </c:pt>
                <c:pt idx="979">
                  <c:v>2025-02-27</c:v>
                </c:pt>
                <c:pt idx="980">
                  <c:v>2025-02-28</c:v>
                </c:pt>
                <c:pt idx="981">
                  <c:v>2025-03-04</c:v>
                </c:pt>
                <c:pt idx="982">
                  <c:v>2025-03-05</c:v>
                </c:pt>
                <c:pt idx="983">
                  <c:v>2025-03-06</c:v>
                </c:pt>
                <c:pt idx="984">
                  <c:v>2025-03-07</c:v>
                </c:pt>
                <c:pt idx="985">
                  <c:v>2025-03-10</c:v>
                </c:pt>
                <c:pt idx="986">
                  <c:v>2025-03-11</c:v>
                </c:pt>
                <c:pt idx="987">
                  <c:v>2025-03-12</c:v>
                </c:pt>
                <c:pt idx="988">
                  <c:v>2025-03-13</c:v>
                </c:pt>
                <c:pt idx="989">
                  <c:v>2025-03-14</c:v>
                </c:pt>
                <c:pt idx="990">
                  <c:v>2025-03-17</c:v>
                </c:pt>
                <c:pt idx="991">
                  <c:v>2025-03-18</c:v>
                </c:pt>
                <c:pt idx="992">
                  <c:v>2025-03-19</c:v>
                </c:pt>
                <c:pt idx="993">
                  <c:v>2025-03-20</c:v>
                </c:pt>
                <c:pt idx="994">
                  <c:v>2025-03-21</c:v>
                </c:pt>
                <c:pt idx="995">
                  <c:v>2025-03-24</c:v>
                </c:pt>
                <c:pt idx="996">
                  <c:v>2025-03-25</c:v>
                </c:pt>
                <c:pt idx="997">
                  <c:v>2025-03-26</c:v>
                </c:pt>
                <c:pt idx="998">
                  <c:v>2025-03-27</c:v>
                </c:pt>
                <c:pt idx="999">
                  <c:v>2025-03-28</c:v>
                </c:pt>
                <c:pt idx="1000">
                  <c:v>2025-03-31</c:v>
                </c:pt>
                <c:pt idx="1001">
                  <c:v>2025-04-01</c:v>
                </c:pt>
                <c:pt idx="1002">
                  <c:v>2025-04-02</c:v>
                </c:pt>
                <c:pt idx="1003">
                  <c:v>2025-04-03</c:v>
                </c:pt>
                <c:pt idx="1004">
                  <c:v>2025-04-04</c:v>
                </c:pt>
                <c:pt idx="1005">
                  <c:v>2025-04-07</c:v>
                </c:pt>
                <c:pt idx="1006">
                  <c:v>2025-04-08</c:v>
                </c:pt>
                <c:pt idx="1007">
                  <c:v>2025-04-09</c:v>
                </c:pt>
                <c:pt idx="1008">
                  <c:v>2025-04-10</c:v>
                </c:pt>
                <c:pt idx="1009">
                  <c:v>2025-04-11</c:v>
                </c:pt>
                <c:pt idx="1010">
                  <c:v>2025-04-14</c:v>
                </c:pt>
                <c:pt idx="1011">
                  <c:v>2025-04-15</c:v>
                </c:pt>
                <c:pt idx="1012">
                  <c:v>2025-04-16</c:v>
                </c:pt>
                <c:pt idx="1013">
                  <c:v>2025-04-17</c:v>
                </c:pt>
                <c:pt idx="1014">
                  <c:v>2025-04-18</c:v>
                </c:pt>
                <c:pt idx="1015">
                  <c:v>2025-04-21</c:v>
                </c:pt>
                <c:pt idx="1016">
                  <c:v>2025-04-22</c:v>
                </c:pt>
                <c:pt idx="1017">
                  <c:v>2025-04-23</c:v>
                </c:pt>
                <c:pt idx="1018">
                  <c:v>2025-04-24</c:v>
                </c:pt>
                <c:pt idx="1019">
                  <c:v>2025-04-25</c:v>
                </c:pt>
                <c:pt idx="1020">
                  <c:v>2025-04-28</c:v>
                </c:pt>
                <c:pt idx="1021">
                  <c:v>2025-04-29</c:v>
                </c:pt>
                <c:pt idx="1022">
                  <c:v>2025-04-30</c:v>
                </c:pt>
                <c:pt idx="1023">
                  <c:v>2025-05-02</c:v>
                </c:pt>
                <c:pt idx="1024">
                  <c:v>2025-05-07</c:v>
                </c:pt>
                <c:pt idx="1025">
                  <c:v>2025-05-08</c:v>
                </c:pt>
                <c:pt idx="1026">
                  <c:v>2025-05-09</c:v>
                </c:pt>
                <c:pt idx="1027">
                  <c:v>2025-05-12</c:v>
                </c:pt>
                <c:pt idx="1028">
                  <c:v>2025-05-13</c:v>
                </c:pt>
                <c:pt idx="1029">
                  <c:v>2025-05-14</c:v>
                </c:pt>
                <c:pt idx="1030">
                  <c:v>2025-05-15</c:v>
                </c:pt>
                <c:pt idx="1031">
                  <c:v>2025-05-16</c:v>
                </c:pt>
                <c:pt idx="1032">
                  <c:v>2025-05-19</c:v>
                </c:pt>
                <c:pt idx="1033">
                  <c:v>2025-05-20</c:v>
                </c:pt>
                <c:pt idx="1034">
                  <c:v>2025-05-21</c:v>
                </c:pt>
                <c:pt idx="1035">
                  <c:v>2025-05-22</c:v>
                </c:pt>
                <c:pt idx="1036">
                  <c:v>2025-05-23</c:v>
                </c:pt>
                <c:pt idx="1037">
                  <c:v>2025-05-26</c:v>
                </c:pt>
                <c:pt idx="1038">
                  <c:v>2025-05-27</c:v>
                </c:pt>
                <c:pt idx="1039">
                  <c:v>2025-05-28</c:v>
                </c:pt>
                <c:pt idx="1040">
                  <c:v>2025-05-29</c:v>
                </c:pt>
                <c:pt idx="1041">
                  <c:v>2025-05-30</c:v>
                </c:pt>
                <c:pt idx="1042">
                  <c:v>2025-06-02</c:v>
                </c:pt>
                <c:pt idx="1043">
                  <c:v>2025-06-04</c:v>
                </c:pt>
                <c:pt idx="1044">
                  <c:v>2025-06-05</c:v>
                </c:pt>
                <c:pt idx="1045">
                  <c:v>2025-06-09</c:v>
                </c:pt>
                <c:pt idx="1046">
                  <c:v>2025-06-10</c:v>
                </c:pt>
                <c:pt idx="1047">
                  <c:v>2025-06-11</c:v>
                </c:pt>
                <c:pt idx="1048">
                  <c:v>2025-06-12</c:v>
                </c:pt>
                <c:pt idx="1049">
                  <c:v>2025-06-13</c:v>
                </c:pt>
                <c:pt idx="1050">
                  <c:v>2025-06-16</c:v>
                </c:pt>
                <c:pt idx="1051">
                  <c:v>2025-06-17</c:v>
                </c:pt>
                <c:pt idx="1052">
                  <c:v>2025-06-18</c:v>
                </c:pt>
                <c:pt idx="1053">
                  <c:v>2025-06-19</c:v>
                </c:pt>
                <c:pt idx="1054">
                  <c:v>2025-06-20</c:v>
                </c:pt>
                <c:pt idx="1055">
                  <c:v>2025-06-23</c:v>
                </c:pt>
                <c:pt idx="1056">
                  <c:v>2025-06-24</c:v>
                </c:pt>
                <c:pt idx="1057">
                  <c:v>2025-06-25</c:v>
                </c:pt>
                <c:pt idx="1058">
                  <c:v>2025-06-26</c:v>
                </c:pt>
                <c:pt idx="1059">
                  <c:v>2025-06-27</c:v>
                </c:pt>
                <c:pt idx="1060">
                  <c:v>2025-06-30</c:v>
                </c:pt>
                <c:pt idx="1061">
                  <c:v>2025-07-01</c:v>
                </c:pt>
                <c:pt idx="1062">
                  <c:v>2025-07-02</c:v>
                </c:pt>
                <c:pt idx="1063">
                  <c:v>2025-07-03</c:v>
                </c:pt>
                <c:pt idx="1064">
                  <c:v>2025-07-04</c:v>
                </c:pt>
                <c:pt idx="1065">
                  <c:v>2025-07-07</c:v>
                </c:pt>
                <c:pt idx="1066">
                  <c:v>2025-07-08</c:v>
                </c:pt>
                <c:pt idx="1067">
                  <c:v>2025-07-09</c:v>
                </c:pt>
                <c:pt idx="1068">
                  <c:v>2025-07-10</c:v>
                </c:pt>
                <c:pt idx="1069">
                  <c:v>2025-07-11</c:v>
                </c:pt>
                <c:pt idx="1070">
                  <c:v>2025-07-14</c:v>
                </c:pt>
                <c:pt idx="1071">
                  <c:v>2025-07-15</c:v>
                </c:pt>
                <c:pt idx="1072">
                  <c:v>2025-07-16</c:v>
                </c:pt>
                <c:pt idx="1073">
                  <c:v>2025-07-17</c:v>
                </c:pt>
                <c:pt idx="1074">
                  <c:v>2025-07-18</c:v>
                </c:pt>
                <c:pt idx="1075">
                  <c:v>2025-07-21</c:v>
                </c:pt>
                <c:pt idx="1076">
                  <c:v>2025-07-22</c:v>
                </c:pt>
                <c:pt idx="1077">
                  <c:v>2025-07-23</c:v>
                </c:pt>
                <c:pt idx="1078">
                  <c:v>2025-07-24</c:v>
                </c:pt>
                <c:pt idx="1079">
                  <c:v>2025-07-25</c:v>
                </c:pt>
                <c:pt idx="1080">
                  <c:v>2025-07-28</c:v>
                </c:pt>
                <c:pt idx="1081">
                  <c:v>2025-07-29</c:v>
                </c:pt>
                <c:pt idx="1082">
                  <c:v>2025-07-30</c:v>
                </c:pt>
                <c:pt idx="1083">
                  <c:v>2025-07-31</c:v>
                </c:pt>
                <c:pt idx="1084">
                  <c:v>2025-08-01</c:v>
                </c:pt>
                <c:pt idx="1085">
                  <c:v>2025-08-04</c:v>
                </c:pt>
                <c:pt idx="1086">
                  <c:v>2025-08-05</c:v>
                </c:pt>
                <c:pt idx="1087">
                  <c:v>2025-08-06</c:v>
                </c:pt>
                <c:pt idx="1088">
                  <c:v>2025-08-07</c:v>
                </c:pt>
                <c:pt idx="1089">
                  <c:v>2025-08-08</c:v>
                </c:pt>
                <c:pt idx="1090">
                  <c:v>2025-08-11</c:v>
                </c:pt>
                <c:pt idx="1091">
                  <c:v>2025-08-12</c:v>
                </c:pt>
                <c:pt idx="1092">
                  <c:v>2025-08-13</c:v>
                </c:pt>
                <c:pt idx="1093">
                  <c:v>2025-08-14</c:v>
                </c:pt>
                <c:pt idx="1094">
                  <c:v>2025-08-18</c:v>
                </c:pt>
                <c:pt idx="1095">
                  <c:v>2025-08-19</c:v>
                </c:pt>
                <c:pt idx="1096">
                  <c:v>2025-08-20</c:v>
                </c:pt>
                <c:pt idx="1097">
                  <c:v>2025-08-21</c:v>
                </c:pt>
                <c:pt idx="1098">
                  <c:v>2025-08-22</c:v>
                </c:pt>
                <c:pt idx="1099">
                  <c:v>2025-08-25</c:v>
                </c:pt>
                <c:pt idx="1100">
                  <c:v>2025-08-26</c:v>
                </c:pt>
                <c:pt idx="1101">
                  <c:v>2025-08-27</c:v>
                </c:pt>
                <c:pt idx="1102">
                  <c:v>2025-08-28</c:v>
                </c:pt>
                <c:pt idx="1103">
                  <c:v>2025-08-29</c:v>
                </c:pt>
                <c:pt idx="1104">
                  <c:v>2025-09-01</c:v>
                </c:pt>
                <c:pt idx="1105">
                  <c:v>2025-09-02</c:v>
                </c:pt>
                <c:pt idx="1106">
                  <c:v>2025-09-03</c:v>
                </c:pt>
                <c:pt idx="1107">
                  <c:v>2025-09-04</c:v>
                </c:pt>
                <c:pt idx="1108">
                  <c:v>2025-09-05</c:v>
                </c:pt>
                <c:pt idx="1109">
                  <c:v>2025-09-08</c:v>
                </c:pt>
                <c:pt idx="1110">
                  <c:v>2025-09-09</c:v>
                </c:pt>
                <c:pt idx="1111">
                  <c:v>2025-09-10</c:v>
                </c:pt>
                <c:pt idx="1112">
                  <c:v>2025-09-11</c:v>
                </c:pt>
                <c:pt idx="1113">
                  <c:v>2025-09-12</c:v>
                </c:pt>
                <c:pt idx="1114">
                  <c:v>2025-09-15</c:v>
                </c:pt>
                <c:pt idx="1115">
                  <c:v>2025-09-16</c:v>
                </c:pt>
                <c:pt idx="1116">
                  <c:v>2025-09-17</c:v>
                </c:pt>
                <c:pt idx="1117">
                  <c:v>2025-09-18</c:v>
                </c:pt>
                <c:pt idx="1118">
                  <c:v>2025-09-19</c:v>
                </c:pt>
                <c:pt idx="1119">
                  <c:v>2025-09-22</c:v>
                </c:pt>
                <c:pt idx="1120">
                  <c:v>2025-09-23</c:v>
                </c:pt>
                <c:pt idx="1121">
                  <c:v>2025-09-24</c:v>
                </c:pt>
                <c:pt idx="1122">
                  <c:v>2025-09-25</c:v>
                </c:pt>
                <c:pt idx="1123">
                  <c:v>2025-09-26</c:v>
                </c:pt>
                <c:pt idx="1124">
                  <c:v>2025-09-29</c:v>
                </c:pt>
                <c:pt idx="1125">
                  <c:v>2025-09-30</c:v>
                </c:pt>
                <c:pt idx="1126">
                  <c:v>2025-10-01</c:v>
                </c:pt>
                <c:pt idx="1127">
                  <c:v>2025-10-02</c:v>
                </c:pt>
                <c:pt idx="1128">
                  <c:v>2025-10-10</c:v>
                </c:pt>
                <c:pt idx="1129">
                  <c:v>2025-10-13</c:v>
                </c:pt>
                <c:pt idx="1130">
                  <c:v>2025-10-14</c:v>
                </c:pt>
                <c:pt idx="1131">
                  <c:v>2025-10-15</c:v>
                </c:pt>
                <c:pt idx="1132">
                  <c:v>2025-10-16</c:v>
                </c:pt>
                <c:pt idx="1133">
                  <c:v>2025-10-17</c:v>
                </c:pt>
                <c:pt idx="1134">
                  <c:v>2025-10-20</c:v>
                </c:pt>
                <c:pt idx="1135">
                  <c:v>2025-10-21</c:v>
                </c:pt>
                <c:pt idx="1136">
                  <c:v>2025-10-22</c:v>
                </c:pt>
                <c:pt idx="1137">
                  <c:v>2025-10-23</c:v>
                </c:pt>
                <c:pt idx="1138">
                  <c:v>2025-10-24</c:v>
                </c:pt>
                <c:pt idx="1139">
                  <c:v>2025-10-27</c:v>
                </c:pt>
                <c:pt idx="1140">
                  <c:v>2025-10-28</c:v>
                </c:pt>
                <c:pt idx="1141">
                  <c:v>2025-10-29</c:v>
                </c:pt>
                <c:pt idx="1142">
                  <c:v>2025-10-30</c:v>
                </c:pt>
                <c:pt idx="1143">
                  <c:v>2025-10-31</c:v>
                </c:pt>
                <c:pt idx="1144">
                  <c:v>2025-11-03</c:v>
                </c:pt>
                <c:pt idx="1145">
                  <c:v>2025-11-04</c:v>
                </c:pt>
                <c:pt idx="1146">
                  <c:v>2025-11-05</c:v>
                </c:pt>
                <c:pt idx="1147">
                  <c:v>2025-11-06</c:v>
                </c:pt>
                <c:pt idx="1148">
                  <c:v>2025-11-07</c:v>
                </c:pt>
                <c:pt idx="1149">
                  <c:v>2025-11-10</c:v>
                </c:pt>
                <c:pt idx="1150">
                  <c:v>2025-11-11</c:v>
                </c:pt>
                <c:pt idx="1151">
                  <c:v>2025-11-12</c:v>
                </c:pt>
                <c:pt idx="1152">
                  <c:v>2025-11-13</c:v>
                </c:pt>
                <c:pt idx="1153">
                  <c:v>2025-11-14</c:v>
                </c:pt>
                <c:pt idx="1154">
                  <c:v>2025-11-17</c:v>
                </c:pt>
                <c:pt idx="1155">
                  <c:v>2025-11-18</c:v>
                </c:pt>
                <c:pt idx="1156">
                  <c:v>2025-11-19</c:v>
                </c:pt>
                <c:pt idx="1157">
                  <c:v>2025-11-20</c:v>
                </c:pt>
                <c:pt idx="1158">
                  <c:v>2025-11-21</c:v>
                </c:pt>
                <c:pt idx="1159">
                  <c:v>2025-11-24</c:v>
                </c:pt>
                <c:pt idx="1160">
                  <c:v>2025-11-25</c:v>
                </c:pt>
                <c:pt idx="1161">
                  <c:v>2025-11-26</c:v>
                </c:pt>
                <c:pt idx="1162">
                  <c:v>2025-11-27</c:v>
                </c:pt>
                <c:pt idx="1163">
                  <c:v>2025-11-28</c:v>
                </c:pt>
                <c:pt idx="1164">
                  <c:v>2025-12-01</c:v>
                </c:pt>
                <c:pt idx="1165">
                  <c:v>2025-12-02</c:v>
                </c:pt>
                <c:pt idx="1166">
                  <c:v>2025-12-03</c:v>
                </c:pt>
                <c:pt idx="1167">
                  <c:v>2025-12-04</c:v>
                </c:pt>
                <c:pt idx="1168">
                  <c:v>2025-12-05</c:v>
                </c:pt>
                <c:pt idx="1169">
                  <c:v>2025-12-08</c:v>
                </c:pt>
                <c:pt idx="1170">
                  <c:v>2025-12-09</c:v>
                </c:pt>
                <c:pt idx="1171">
                  <c:v>2025-12-10</c:v>
                </c:pt>
                <c:pt idx="1172">
                  <c:v>2025-12-11</c:v>
                </c:pt>
                <c:pt idx="1173">
                  <c:v>2025-12-12</c:v>
                </c:pt>
                <c:pt idx="1174">
                  <c:v>2025-12-15</c:v>
                </c:pt>
                <c:pt idx="1175">
                  <c:v>2025-12-16</c:v>
                </c:pt>
                <c:pt idx="1176">
                  <c:v>2025-12-17</c:v>
                </c:pt>
                <c:pt idx="1177">
                  <c:v>2025-12-18</c:v>
                </c:pt>
                <c:pt idx="1178">
                  <c:v>2025-12-19</c:v>
                </c:pt>
                <c:pt idx="1179">
                  <c:v>2025-12-22</c:v>
                </c:pt>
                <c:pt idx="1180">
                  <c:v>2025-12-23</c:v>
                </c:pt>
                <c:pt idx="1181">
                  <c:v>2025-12-24</c:v>
                </c:pt>
                <c:pt idx="1182">
                  <c:v>2025-12-26</c:v>
                </c:pt>
                <c:pt idx="1183">
                  <c:v>2025-12-29</c:v>
                </c:pt>
                <c:pt idx="1184">
                  <c:v>2025-12-30</c:v>
                </c:pt>
                <c:pt idx="1185">
                  <c:v>2025-12-31</c:v>
                </c:pt>
                <c:pt idx="1186">
                  <c:v>2026-01-02</c:v>
                </c:pt>
                <c:pt idx="1187">
                  <c:v>2026-01-05</c:v>
                </c:pt>
                <c:pt idx="1188">
                  <c:v>2026-01-06</c:v>
                </c:pt>
                <c:pt idx="1189">
                  <c:v>2026-01-07</c:v>
                </c:pt>
                <c:pt idx="1190">
                  <c:v>2026-01-08</c:v>
                </c:pt>
                <c:pt idx="1191">
                  <c:v>2026-01-09</c:v>
                </c:pt>
                <c:pt idx="1192">
                  <c:v>2026-01-12</c:v>
                </c:pt>
                <c:pt idx="1193">
                  <c:v>2026-01-13</c:v>
                </c:pt>
                <c:pt idx="1194">
                  <c:v>2026-01-14</c:v>
                </c:pt>
                <c:pt idx="1195">
                  <c:v>2026-01-15</c:v>
                </c:pt>
                <c:pt idx="1196">
                  <c:v>2026-01-16</c:v>
                </c:pt>
                <c:pt idx="1197">
                  <c:v>2026-01-19</c:v>
                </c:pt>
                <c:pt idx="1198">
                  <c:v>2026-01-20</c:v>
                </c:pt>
                <c:pt idx="1199">
                  <c:v>2026-01-21</c:v>
                </c:pt>
                <c:pt idx="1200">
                  <c:v>2026-01-22</c:v>
                </c:pt>
                <c:pt idx="1201">
                  <c:v>2026-01-23</c:v>
                </c:pt>
                <c:pt idx="1202">
                  <c:v>2026-01-26</c:v>
                </c:pt>
                <c:pt idx="1203">
                  <c:v>2026-01-27</c:v>
                </c:pt>
                <c:pt idx="1204">
                  <c:v>2026-01-28</c:v>
                </c:pt>
                <c:pt idx="1205">
                  <c:v>2026-01-29</c:v>
                </c:pt>
                <c:pt idx="1206">
                  <c:v>2026-01-30</c:v>
                </c:pt>
              </c:strCache>
            </c:strRef>
          </c:cat>
          <c:val>
            <c:numRef>
              <c:f>Sheet1!$D$2:$D$1208</c:f>
              <c:numCache>
                <c:formatCode>General</c:formatCode>
                <c:ptCount val="1207"/>
                <c:pt idx="0">
                  <c:v>1.1819999999999999</c:v>
                </c:pt>
                <c:pt idx="1">
                  <c:v>1.179</c:v>
                </c:pt>
                <c:pt idx="2">
                  <c:v>1.2230000000000001</c:v>
                </c:pt>
                <c:pt idx="3">
                  <c:v>1.238</c:v>
                </c:pt>
                <c:pt idx="4">
                  <c:v>1.177</c:v>
                </c:pt>
                <c:pt idx="5">
                  <c:v>1.177</c:v>
                </c:pt>
                <c:pt idx="6">
                  <c:v>1.133</c:v>
                </c:pt>
                <c:pt idx="7">
                  <c:v>1.1459999999999999</c:v>
                </c:pt>
                <c:pt idx="8">
                  <c:v>1.1299999999999999</c:v>
                </c:pt>
                <c:pt idx="9">
                  <c:v>1.1319999999999999</c:v>
                </c:pt>
                <c:pt idx="10">
                  <c:v>1.115</c:v>
                </c:pt>
                <c:pt idx="11">
                  <c:v>1.089</c:v>
                </c:pt>
                <c:pt idx="12">
                  <c:v>1.117</c:v>
                </c:pt>
                <c:pt idx="13">
                  <c:v>1.119</c:v>
                </c:pt>
                <c:pt idx="14">
                  <c:v>1.155</c:v>
                </c:pt>
                <c:pt idx="15">
                  <c:v>1.133</c:v>
                </c:pt>
                <c:pt idx="16">
                  <c:v>1.1379999999999999</c:v>
                </c:pt>
                <c:pt idx="17">
                  <c:v>1.151</c:v>
                </c:pt>
                <c:pt idx="18">
                  <c:v>1.202</c:v>
                </c:pt>
                <c:pt idx="19">
                  <c:v>1.181</c:v>
                </c:pt>
                <c:pt idx="20">
                  <c:v>1.181</c:v>
                </c:pt>
                <c:pt idx="21">
                  <c:v>1.1519999999999999</c:v>
                </c:pt>
                <c:pt idx="22">
                  <c:v>1.1679999999999999</c:v>
                </c:pt>
                <c:pt idx="23">
                  <c:v>1.1399999999999999</c:v>
                </c:pt>
                <c:pt idx="24">
                  <c:v>1.1379999999999999</c:v>
                </c:pt>
                <c:pt idx="25">
                  <c:v>1.1020000000000001</c:v>
                </c:pt>
                <c:pt idx="26">
                  <c:v>1.147</c:v>
                </c:pt>
                <c:pt idx="27">
                  <c:v>1.1539999999999999</c:v>
                </c:pt>
                <c:pt idx="28">
                  <c:v>1.129</c:v>
                </c:pt>
                <c:pt idx="29">
                  <c:v>1.1339999999999999</c:v>
                </c:pt>
                <c:pt idx="30">
                  <c:v>1.1100000000000001</c:v>
                </c:pt>
                <c:pt idx="31">
                  <c:v>1.105</c:v>
                </c:pt>
                <c:pt idx="32">
                  <c:v>1.1200000000000001</c:v>
                </c:pt>
                <c:pt idx="33">
                  <c:v>1.119</c:v>
                </c:pt>
                <c:pt idx="34">
                  <c:v>1.097</c:v>
                </c:pt>
                <c:pt idx="35">
                  <c:v>1.105</c:v>
                </c:pt>
                <c:pt idx="36">
                  <c:v>1.121</c:v>
                </c:pt>
                <c:pt idx="37">
                  <c:v>1.141</c:v>
                </c:pt>
                <c:pt idx="38">
                  <c:v>1.149</c:v>
                </c:pt>
                <c:pt idx="39">
                  <c:v>1.1579999999999999</c:v>
                </c:pt>
                <c:pt idx="40">
                  <c:v>1.1399999999999999</c:v>
                </c:pt>
                <c:pt idx="41">
                  <c:v>1.137</c:v>
                </c:pt>
                <c:pt idx="42">
                  <c:v>1.1359999999999999</c:v>
                </c:pt>
                <c:pt idx="43">
                  <c:v>1.1279999999999999</c:v>
                </c:pt>
                <c:pt idx="44">
                  <c:v>1.121</c:v>
                </c:pt>
                <c:pt idx="45">
                  <c:v>1.123</c:v>
                </c:pt>
                <c:pt idx="46">
                  <c:v>1.1160000000000001</c:v>
                </c:pt>
                <c:pt idx="47">
                  <c:v>1.107</c:v>
                </c:pt>
                <c:pt idx="48">
                  <c:v>1.099</c:v>
                </c:pt>
                <c:pt idx="49">
                  <c:v>1.103</c:v>
                </c:pt>
                <c:pt idx="50">
                  <c:v>1.095</c:v>
                </c:pt>
                <c:pt idx="51">
                  <c:v>1.1160000000000001</c:v>
                </c:pt>
                <c:pt idx="52">
                  <c:v>1.1419999999999999</c:v>
                </c:pt>
                <c:pt idx="53">
                  <c:v>1.161</c:v>
                </c:pt>
                <c:pt idx="54">
                  <c:v>1.1240000000000001</c:v>
                </c:pt>
                <c:pt idx="55">
                  <c:v>1.1619999999999999</c:v>
                </c:pt>
                <c:pt idx="56">
                  <c:v>1.2270000000000001</c:v>
                </c:pt>
                <c:pt idx="57">
                  <c:v>1.2130000000000001</c:v>
                </c:pt>
                <c:pt idx="58">
                  <c:v>1.206</c:v>
                </c:pt>
                <c:pt idx="59">
                  <c:v>1.1910000000000001</c:v>
                </c:pt>
                <c:pt idx="60">
                  <c:v>1.22</c:v>
                </c:pt>
                <c:pt idx="61">
                  <c:v>1.2010000000000001</c:v>
                </c:pt>
                <c:pt idx="62">
                  <c:v>1.1739999999999999</c:v>
                </c:pt>
                <c:pt idx="63">
                  <c:v>1.137</c:v>
                </c:pt>
                <c:pt idx="64">
                  <c:v>1.282</c:v>
                </c:pt>
                <c:pt idx="65">
                  <c:v>1.276</c:v>
                </c:pt>
                <c:pt idx="66">
                  <c:v>1.2869999999999999</c:v>
                </c:pt>
                <c:pt idx="67">
                  <c:v>1.3069999999999999</c:v>
                </c:pt>
                <c:pt idx="68">
                  <c:v>1.286</c:v>
                </c:pt>
                <c:pt idx="69">
                  <c:v>1.327</c:v>
                </c:pt>
                <c:pt idx="70">
                  <c:v>1.3129999999999999</c:v>
                </c:pt>
                <c:pt idx="71">
                  <c:v>1.351</c:v>
                </c:pt>
                <c:pt idx="72">
                  <c:v>1.331</c:v>
                </c:pt>
                <c:pt idx="73">
                  <c:v>1.3380000000000001</c:v>
                </c:pt>
                <c:pt idx="74">
                  <c:v>1.3839999999999999</c:v>
                </c:pt>
                <c:pt idx="75">
                  <c:v>1.4410000000000001</c:v>
                </c:pt>
                <c:pt idx="76">
                  <c:v>1.47</c:v>
                </c:pt>
                <c:pt idx="77">
                  <c:v>1.4590000000000001</c:v>
                </c:pt>
                <c:pt idx="78">
                  <c:v>1.448</c:v>
                </c:pt>
                <c:pt idx="79">
                  <c:v>1.4690000000000001</c:v>
                </c:pt>
                <c:pt idx="80">
                  <c:v>1.484</c:v>
                </c:pt>
                <c:pt idx="81">
                  <c:v>1.462</c:v>
                </c:pt>
                <c:pt idx="82">
                  <c:v>1.4650000000000001</c:v>
                </c:pt>
                <c:pt idx="83">
                  <c:v>1.41</c:v>
                </c:pt>
                <c:pt idx="84">
                  <c:v>1.3580000000000001</c:v>
                </c:pt>
                <c:pt idx="85">
                  <c:v>1.375</c:v>
                </c:pt>
                <c:pt idx="86">
                  <c:v>1.3839999999999999</c:v>
                </c:pt>
                <c:pt idx="87">
                  <c:v>1.4239999999999999</c:v>
                </c:pt>
                <c:pt idx="88">
                  <c:v>1.39</c:v>
                </c:pt>
                <c:pt idx="89">
                  <c:v>1.4970000000000001</c:v>
                </c:pt>
                <c:pt idx="90">
                  <c:v>1.4510000000000001</c:v>
                </c:pt>
                <c:pt idx="91">
                  <c:v>1.4590000000000001</c:v>
                </c:pt>
                <c:pt idx="92">
                  <c:v>1.41</c:v>
                </c:pt>
                <c:pt idx="93">
                  <c:v>1.383</c:v>
                </c:pt>
                <c:pt idx="94">
                  <c:v>1.397</c:v>
                </c:pt>
                <c:pt idx="95">
                  <c:v>1.393</c:v>
                </c:pt>
                <c:pt idx="96">
                  <c:v>1.369</c:v>
                </c:pt>
                <c:pt idx="97">
                  <c:v>1.38</c:v>
                </c:pt>
                <c:pt idx="98">
                  <c:v>1.419</c:v>
                </c:pt>
                <c:pt idx="99">
                  <c:v>1.431</c:v>
                </c:pt>
                <c:pt idx="100">
                  <c:v>1.417</c:v>
                </c:pt>
                <c:pt idx="101">
                  <c:v>1.4350000000000001</c:v>
                </c:pt>
                <c:pt idx="102">
                  <c:v>1.4419999999999999</c:v>
                </c:pt>
                <c:pt idx="103">
                  <c:v>1.4179999999999999</c:v>
                </c:pt>
                <c:pt idx="104">
                  <c:v>1.4139999999999999</c:v>
                </c:pt>
                <c:pt idx="105">
                  <c:v>1.4330000000000001</c:v>
                </c:pt>
                <c:pt idx="106">
                  <c:v>1.4359999999999999</c:v>
                </c:pt>
                <c:pt idx="107">
                  <c:v>1.4319999999999999</c:v>
                </c:pt>
                <c:pt idx="108">
                  <c:v>1.419</c:v>
                </c:pt>
                <c:pt idx="109">
                  <c:v>1.413</c:v>
                </c:pt>
                <c:pt idx="110">
                  <c:v>1.407</c:v>
                </c:pt>
                <c:pt idx="111">
                  <c:v>1.4019999999999999</c:v>
                </c:pt>
                <c:pt idx="112">
                  <c:v>1.389</c:v>
                </c:pt>
                <c:pt idx="113">
                  <c:v>1.36</c:v>
                </c:pt>
                <c:pt idx="114">
                  <c:v>1.3640000000000001</c:v>
                </c:pt>
                <c:pt idx="115">
                  <c:v>1.389</c:v>
                </c:pt>
                <c:pt idx="116">
                  <c:v>1.4379999999999999</c:v>
                </c:pt>
                <c:pt idx="117">
                  <c:v>1.4350000000000001</c:v>
                </c:pt>
                <c:pt idx="118">
                  <c:v>1.3979999999999999</c:v>
                </c:pt>
                <c:pt idx="119">
                  <c:v>1.4079999999999999</c:v>
                </c:pt>
                <c:pt idx="120">
                  <c:v>1.3979999999999999</c:v>
                </c:pt>
                <c:pt idx="121">
                  <c:v>1.395</c:v>
                </c:pt>
                <c:pt idx="122">
                  <c:v>1.417</c:v>
                </c:pt>
                <c:pt idx="123">
                  <c:v>1.4219999999999999</c:v>
                </c:pt>
                <c:pt idx="124">
                  <c:v>1.4370000000000001</c:v>
                </c:pt>
                <c:pt idx="125">
                  <c:v>1.4590000000000001</c:v>
                </c:pt>
                <c:pt idx="126">
                  <c:v>1.464</c:v>
                </c:pt>
                <c:pt idx="127">
                  <c:v>1.4890000000000001</c:v>
                </c:pt>
                <c:pt idx="128">
                  <c:v>1.4990000000000001</c:v>
                </c:pt>
                <c:pt idx="129">
                  <c:v>1.5009999999999999</c:v>
                </c:pt>
                <c:pt idx="130">
                  <c:v>1.5249999999999999</c:v>
                </c:pt>
                <c:pt idx="131">
                  <c:v>1.5349999999999999</c:v>
                </c:pt>
                <c:pt idx="132">
                  <c:v>1.492</c:v>
                </c:pt>
                <c:pt idx="133">
                  <c:v>1.51</c:v>
                </c:pt>
                <c:pt idx="134">
                  <c:v>1.5349999999999999</c:v>
                </c:pt>
                <c:pt idx="135">
                  <c:v>1.5580000000000001</c:v>
                </c:pt>
                <c:pt idx="136">
                  <c:v>1.575</c:v>
                </c:pt>
                <c:pt idx="137">
                  <c:v>1.5660000000000001</c:v>
                </c:pt>
                <c:pt idx="138">
                  <c:v>1.609</c:v>
                </c:pt>
                <c:pt idx="139">
                  <c:v>1.603</c:v>
                </c:pt>
                <c:pt idx="140">
                  <c:v>1.593</c:v>
                </c:pt>
                <c:pt idx="141">
                  <c:v>1.633</c:v>
                </c:pt>
                <c:pt idx="142">
                  <c:v>1.65</c:v>
                </c:pt>
                <c:pt idx="143">
                  <c:v>1.7190000000000001</c:v>
                </c:pt>
                <c:pt idx="144">
                  <c:v>1.704</c:v>
                </c:pt>
                <c:pt idx="145">
                  <c:v>1.7010000000000001</c:v>
                </c:pt>
                <c:pt idx="146">
                  <c:v>1.8149999999999999</c:v>
                </c:pt>
                <c:pt idx="147">
                  <c:v>1.8240000000000001</c:v>
                </c:pt>
                <c:pt idx="148">
                  <c:v>1.8129999999999999</c:v>
                </c:pt>
                <c:pt idx="149">
                  <c:v>1.7949999999999999</c:v>
                </c:pt>
                <c:pt idx="150">
                  <c:v>1.875</c:v>
                </c:pt>
                <c:pt idx="151">
                  <c:v>1.8660000000000001</c:v>
                </c:pt>
                <c:pt idx="152">
                  <c:v>1.847</c:v>
                </c:pt>
                <c:pt idx="153">
                  <c:v>1.8360000000000001</c:v>
                </c:pt>
                <c:pt idx="154">
                  <c:v>1.889</c:v>
                </c:pt>
                <c:pt idx="155">
                  <c:v>1.919</c:v>
                </c:pt>
                <c:pt idx="156">
                  <c:v>1.9470000000000001</c:v>
                </c:pt>
                <c:pt idx="157">
                  <c:v>2.044</c:v>
                </c:pt>
                <c:pt idx="158">
                  <c:v>2.0169999999999999</c:v>
                </c:pt>
                <c:pt idx="159">
                  <c:v>2.1030000000000002</c:v>
                </c:pt>
                <c:pt idx="160">
                  <c:v>2.1080000000000001</c:v>
                </c:pt>
                <c:pt idx="161">
                  <c:v>2.0379999999999998</c:v>
                </c:pt>
                <c:pt idx="162">
                  <c:v>2.036</c:v>
                </c:pt>
                <c:pt idx="163">
                  <c:v>2.04</c:v>
                </c:pt>
                <c:pt idx="164">
                  <c:v>1.944</c:v>
                </c:pt>
                <c:pt idx="165">
                  <c:v>1.9059999999999999</c:v>
                </c:pt>
                <c:pt idx="166">
                  <c:v>1.865</c:v>
                </c:pt>
                <c:pt idx="167">
                  <c:v>1.877</c:v>
                </c:pt>
                <c:pt idx="168">
                  <c:v>1.913</c:v>
                </c:pt>
                <c:pt idx="169">
                  <c:v>1.968</c:v>
                </c:pt>
                <c:pt idx="170">
                  <c:v>1.9119999999999999</c:v>
                </c:pt>
                <c:pt idx="171">
                  <c:v>1.9630000000000001</c:v>
                </c:pt>
                <c:pt idx="172">
                  <c:v>1.974</c:v>
                </c:pt>
                <c:pt idx="173">
                  <c:v>1.9530000000000001</c:v>
                </c:pt>
                <c:pt idx="174">
                  <c:v>1.966</c:v>
                </c:pt>
                <c:pt idx="175">
                  <c:v>2.0179999999999998</c:v>
                </c:pt>
                <c:pt idx="176">
                  <c:v>2.0310000000000001</c:v>
                </c:pt>
                <c:pt idx="177">
                  <c:v>2.0129999999999999</c:v>
                </c:pt>
                <c:pt idx="178">
                  <c:v>1.9330000000000001</c:v>
                </c:pt>
                <c:pt idx="179">
                  <c:v>1.863</c:v>
                </c:pt>
                <c:pt idx="180">
                  <c:v>1.8440000000000001</c:v>
                </c:pt>
                <c:pt idx="181">
                  <c:v>1.7989999999999999</c:v>
                </c:pt>
                <c:pt idx="182">
                  <c:v>1.8129999999999999</c:v>
                </c:pt>
                <c:pt idx="183">
                  <c:v>1.845</c:v>
                </c:pt>
                <c:pt idx="184">
                  <c:v>1.9</c:v>
                </c:pt>
                <c:pt idx="185">
                  <c:v>1.865</c:v>
                </c:pt>
                <c:pt idx="186">
                  <c:v>1.8720000000000001</c:v>
                </c:pt>
                <c:pt idx="187">
                  <c:v>1.831</c:v>
                </c:pt>
                <c:pt idx="188">
                  <c:v>1.794</c:v>
                </c:pt>
                <c:pt idx="189">
                  <c:v>1.8049999999999999</c:v>
                </c:pt>
                <c:pt idx="190">
                  <c:v>1.79</c:v>
                </c:pt>
                <c:pt idx="191">
                  <c:v>1.784</c:v>
                </c:pt>
                <c:pt idx="192">
                  <c:v>1.8080000000000001</c:v>
                </c:pt>
                <c:pt idx="193">
                  <c:v>1.766</c:v>
                </c:pt>
                <c:pt idx="194">
                  <c:v>1.7669999999999999</c:v>
                </c:pt>
                <c:pt idx="195">
                  <c:v>1.74</c:v>
                </c:pt>
                <c:pt idx="196">
                  <c:v>1.72</c:v>
                </c:pt>
                <c:pt idx="197">
                  <c:v>1.7569999999999999</c:v>
                </c:pt>
                <c:pt idx="198">
                  <c:v>1.8049999999999999</c:v>
                </c:pt>
                <c:pt idx="199">
                  <c:v>1.798</c:v>
                </c:pt>
                <c:pt idx="200">
                  <c:v>1.776</c:v>
                </c:pt>
                <c:pt idx="201">
                  <c:v>1.786</c:v>
                </c:pt>
                <c:pt idx="202">
                  <c:v>1.7829999999999999</c:v>
                </c:pt>
                <c:pt idx="203">
                  <c:v>1.7989999999999999</c:v>
                </c:pt>
                <c:pt idx="204">
                  <c:v>1.798</c:v>
                </c:pt>
                <c:pt idx="205">
                  <c:v>1.855</c:v>
                </c:pt>
                <c:pt idx="206">
                  <c:v>1.8680000000000001</c:v>
                </c:pt>
                <c:pt idx="207">
                  <c:v>1.913</c:v>
                </c:pt>
                <c:pt idx="208">
                  <c:v>2.0129999999999999</c:v>
                </c:pt>
                <c:pt idx="209">
                  <c:v>2.0150000000000001</c:v>
                </c:pt>
                <c:pt idx="210">
                  <c:v>2.0579999999999998</c:v>
                </c:pt>
                <c:pt idx="211">
                  <c:v>2.0379999999999998</c:v>
                </c:pt>
                <c:pt idx="212">
                  <c:v>1.998</c:v>
                </c:pt>
                <c:pt idx="213">
                  <c:v>1.9530000000000001</c:v>
                </c:pt>
                <c:pt idx="214">
                  <c:v>2.044</c:v>
                </c:pt>
                <c:pt idx="215">
                  <c:v>2.1480000000000001</c:v>
                </c:pt>
                <c:pt idx="216">
                  <c:v>2.1269999999999998</c:v>
                </c:pt>
                <c:pt idx="217">
                  <c:v>2.073</c:v>
                </c:pt>
                <c:pt idx="218">
                  <c:v>2.1190000000000002</c:v>
                </c:pt>
                <c:pt idx="219">
                  <c:v>2.1320000000000001</c:v>
                </c:pt>
                <c:pt idx="220">
                  <c:v>2.1120000000000001</c:v>
                </c:pt>
                <c:pt idx="221">
                  <c:v>2.1739999999999999</c:v>
                </c:pt>
                <c:pt idx="222">
                  <c:v>2.1560000000000001</c:v>
                </c:pt>
                <c:pt idx="223">
                  <c:v>2.2170000000000001</c:v>
                </c:pt>
                <c:pt idx="224">
                  <c:v>2.1890000000000001</c:v>
                </c:pt>
                <c:pt idx="225">
                  <c:v>2.1579999999999999</c:v>
                </c:pt>
                <c:pt idx="226">
                  <c:v>2.194</c:v>
                </c:pt>
                <c:pt idx="227">
                  <c:v>2.2370000000000001</c:v>
                </c:pt>
                <c:pt idx="228">
                  <c:v>2.3029999999999999</c:v>
                </c:pt>
                <c:pt idx="229">
                  <c:v>2.2789999999999999</c:v>
                </c:pt>
                <c:pt idx="230">
                  <c:v>2.2639999999999998</c:v>
                </c:pt>
                <c:pt idx="231">
                  <c:v>2.343</c:v>
                </c:pt>
                <c:pt idx="232">
                  <c:v>2.347</c:v>
                </c:pt>
                <c:pt idx="233">
                  <c:v>2.3450000000000002</c:v>
                </c:pt>
                <c:pt idx="234">
                  <c:v>2.3250000000000002</c:v>
                </c:pt>
                <c:pt idx="235">
                  <c:v>2.2949999999999999</c:v>
                </c:pt>
                <c:pt idx="236">
                  <c:v>2.3220000000000001</c:v>
                </c:pt>
                <c:pt idx="237">
                  <c:v>2.363</c:v>
                </c:pt>
                <c:pt idx="238">
                  <c:v>2.327</c:v>
                </c:pt>
                <c:pt idx="239">
                  <c:v>2.3170000000000002</c:v>
                </c:pt>
                <c:pt idx="240">
                  <c:v>2.226</c:v>
                </c:pt>
                <c:pt idx="241">
                  <c:v>2.2440000000000002</c:v>
                </c:pt>
                <c:pt idx="242">
                  <c:v>2.242</c:v>
                </c:pt>
                <c:pt idx="243">
                  <c:v>2.1869999999999998</c:v>
                </c:pt>
                <c:pt idx="244">
                  <c:v>2.1949999999999998</c:v>
                </c:pt>
                <c:pt idx="245">
                  <c:v>2.214</c:v>
                </c:pt>
                <c:pt idx="246">
                  <c:v>2.2879999999999998</c:v>
                </c:pt>
                <c:pt idx="247">
                  <c:v>2.2869999999999999</c:v>
                </c:pt>
                <c:pt idx="248">
                  <c:v>2.2669999999999999</c:v>
                </c:pt>
                <c:pt idx="249">
                  <c:v>2.2549999999999999</c:v>
                </c:pt>
                <c:pt idx="250">
                  <c:v>2.2829999999999999</c:v>
                </c:pt>
                <c:pt idx="251">
                  <c:v>2.2850000000000001</c:v>
                </c:pt>
                <c:pt idx="252">
                  <c:v>2.2679999999999998</c:v>
                </c:pt>
                <c:pt idx="253">
                  <c:v>2.2170000000000001</c:v>
                </c:pt>
                <c:pt idx="254">
                  <c:v>2.2309999999999999</c:v>
                </c:pt>
                <c:pt idx="255">
                  <c:v>2.2679999999999998</c:v>
                </c:pt>
                <c:pt idx="256">
                  <c:v>2.399</c:v>
                </c:pt>
                <c:pt idx="257">
                  <c:v>2.4260000000000002</c:v>
                </c:pt>
                <c:pt idx="258">
                  <c:v>2.4550000000000001</c:v>
                </c:pt>
                <c:pt idx="259">
                  <c:v>2.5049999999999999</c:v>
                </c:pt>
                <c:pt idx="260">
                  <c:v>2.7469999999999999</c:v>
                </c:pt>
                <c:pt idx="261">
                  <c:v>2.7</c:v>
                </c:pt>
                <c:pt idx="262">
                  <c:v>2.6150000000000002</c:v>
                </c:pt>
                <c:pt idx="263">
                  <c:v>2.6629999999999998</c:v>
                </c:pt>
                <c:pt idx="264">
                  <c:v>2.7839999999999998</c:v>
                </c:pt>
                <c:pt idx="265">
                  <c:v>2.8370000000000002</c:v>
                </c:pt>
                <c:pt idx="266">
                  <c:v>2.879</c:v>
                </c:pt>
                <c:pt idx="267">
                  <c:v>2.9409999999999998</c:v>
                </c:pt>
                <c:pt idx="268">
                  <c:v>2.9049999999999998</c:v>
                </c:pt>
                <c:pt idx="269">
                  <c:v>2.9870000000000001</c:v>
                </c:pt>
                <c:pt idx="270">
                  <c:v>3.1859999999999999</c:v>
                </c:pt>
                <c:pt idx="271">
                  <c:v>3.105</c:v>
                </c:pt>
                <c:pt idx="272">
                  <c:v>3.0009999999999999</c:v>
                </c:pt>
                <c:pt idx="273">
                  <c:v>2.8879999999999999</c:v>
                </c:pt>
                <c:pt idx="274">
                  <c:v>2.944</c:v>
                </c:pt>
                <c:pt idx="275">
                  <c:v>2.99</c:v>
                </c:pt>
                <c:pt idx="276">
                  <c:v>2.9809999999999999</c:v>
                </c:pt>
                <c:pt idx="277">
                  <c:v>2.9569999999999999</c:v>
                </c:pt>
                <c:pt idx="278">
                  <c:v>2.927</c:v>
                </c:pt>
                <c:pt idx="279">
                  <c:v>2.9710000000000001</c:v>
                </c:pt>
                <c:pt idx="280">
                  <c:v>2.8570000000000002</c:v>
                </c:pt>
                <c:pt idx="281">
                  <c:v>2.83</c:v>
                </c:pt>
                <c:pt idx="282">
                  <c:v>2.899</c:v>
                </c:pt>
                <c:pt idx="283">
                  <c:v>2.9249999999999998</c:v>
                </c:pt>
                <c:pt idx="284">
                  <c:v>2.9580000000000002</c:v>
                </c:pt>
                <c:pt idx="285">
                  <c:v>3.0859999999999999</c:v>
                </c:pt>
                <c:pt idx="286">
                  <c:v>3.1389999999999998</c:v>
                </c:pt>
                <c:pt idx="287">
                  <c:v>3.1779999999999999</c:v>
                </c:pt>
                <c:pt idx="288">
                  <c:v>3.1459999999999999</c:v>
                </c:pt>
                <c:pt idx="289">
                  <c:v>3.0619999999999998</c:v>
                </c:pt>
                <c:pt idx="290">
                  <c:v>3.0459999999999998</c:v>
                </c:pt>
                <c:pt idx="291">
                  <c:v>2.9279999999999999</c:v>
                </c:pt>
                <c:pt idx="292">
                  <c:v>2.9</c:v>
                </c:pt>
                <c:pt idx="293">
                  <c:v>2.911</c:v>
                </c:pt>
                <c:pt idx="294">
                  <c:v>3.0459999999999998</c:v>
                </c:pt>
                <c:pt idx="295">
                  <c:v>3.0310000000000001</c:v>
                </c:pt>
                <c:pt idx="296">
                  <c:v>3.069</c:v>
                </c:pt>
                <c:pt idx="297">
                  <c:v>3.0459999999999998</c:v>
                </c:pt>
                <c:pt idx="298">
                  <c:v>3.0110000000000001</c:v>
                </c:pt>
                <c:pt idx="299">
                  <c:v>3.0179999999999998</c:v>
                </c:pt>
                <c:pt idx="300">
                  <c:v>2.9670000000000001</c:v>
                </c:pt>
                <c:pt idx="301">
                  <c:v>2.9460000000000002</c:v>
                </c:pt>
                <c:pt idx="302">
                  <c:v>2.9550000000000001</c:v>
                </c:pt>
                <c:pt idx="303">
                  <c:v>2.9470000000000001</c:v>
                </c:pt>
                <c:pt idx="304">
                  <c:v>2.9420000000000002</c:v>
                </c:pt>
                <c:pt idx="305">
                  <c:v>3.0270000000000001</c:v>
                </c:pt>
                <c:pt idx="306">
                  <c:v>3.125</c:v>
                </c:pt>
                <c:pt idx="307">
                  <c:v>3.121</c:v>
                </c:pt>
                <c:pt idx="308">
                  <c:v>3.2320000000000002</c:v>
                </c:pt>
                <c:pt idx="309">
                  <c:v>3.2090000000000001</c:v>
                </c:pt>
                <c:pt idx="310">
                  <c:v>3.1709999999999998</c:v>
                </c:pt>
                <c:pt idx="311">
                  <c:v>3.2749999999999999</c:v>
                </c:pt>
                <c:pt idx="312">
                  <c:v>3.5139999999999998</c:v>
                </c:pt>
                <c:pt idx="313">
                  <c:v>3.548</c:v>
                </c:pt>
                <c:pt idx="314">
                  <c:v>3.6659999999999999</c:v>
                </c:pt>
                <c:pt idx="315">
                  <c:v>3.7280000000000002</c:v>
                </c:pt>
                <c:pt idx="316">
                  <c:v>3.7450000000000001</c:v>
                </c:pt>
                <c:pt idx="317">
                  <c:v>3.6749999999999998</c:v>
                </c:pt>
                <c:pt idx="318">
                  <c:v>3.6629999999999998</c:v>
                </c:pt>
                <c:pt idx="319">
                  <c:v>3.5219999999999998</c:v>
                </c:pt>
                <c:pt idx="320">
                  <c:v>3.6080000000000001</c:v>
                </c:pt>
                <c:pt idx="321">
                  <c:v>3.5230000000000001</c:v>
                </c:pt>
                <c:pt idx="322">
                  <c:v>3.5680000000000001</c:v>
                </c:pt>
                <c:pt idx="323">
                  <c:v>3.552</c:v>
                </c:pt>
                <c:pt idx="324">
                  <c:v>3.552</c:v>
                </c:pt>
                <c:pt idx="325">
                  <c:v>3.55</c:v>
                </c:pt>
                <c:pt idx="326">
                  <c:v>3.4390000000000001</c:v>
                </c:pt>
                <c:pt idx="327">
                  <c:v>3.43</c:v>
                </c:pt>
                <c:pt idx="328">
                  <c:v>3.3010000000000002</c:v>
                </c:pt>
                <c:pt idx="329">
                  <c:v>3.2389999999999999</c:v>
                </c:pt>
                <c:pt idx="330">
                  <c:v>3.262</c:v>
                </c:pt>
                <c:pt idx="331">
                  <c:v>3.3149999999999999</c:v>
                </c:pt>
                <c:pt idx="332">
                  <c:v>3.3239999999999998</c:v>
                </c:pt>
                <c:pt idx="333">
                  <c:v>3.2909999999999999</c:v>
                </c:pt>
                <c:pt idx="334">
                  <c:v>3.2109999999999999</c:v>
                </c:pt>
                <c:pt idx="335">
                  <c:v>3.26</c:v>
                </c:pt>
                <c:pt idx="336">
                  <c:v>3.2050000000000001</c:v>
                </c:pt>
                <c:pt idx="337">
                  <c:v>3.2120000000000002</c:v>
                </c:pt>
                <c:pt idx="338">
                  <c:v>3.1920000000000002</c:v>
                </c:pt>
                <c:pt idx="339">
                  <c:v>3.2959999999999998</c:v>
                </c:pt>
                <c:pt idx="340">
                  <c:v>3.294</c:v>
                </c:pt>
                <c:pt idx="341">
                  <c:v>3.218</c:v>
                </c:pt>
                <c:pt idx="342">
                  <c:v>3.153</c:v>
                </c:pt>
                <c:pt idx="343">
                  <c:v>3.121</c:v>
                </c:pt>
                <c:pt idx="344">
                  <c:v>3.09</c:v>
                </c:pt>
                <c:pt idx="345">
                  <c:v>3.13</c:v>
                </c:pt>
                <c:pt idx="346">
                  <c:v>3.0089999999999999</c:v>
                </c:pt>
                <c:pt idx="347">
                  <c:v>3.081</c:v>
                </c:pt>
                <c:pt idx="348">
                  <c:v>3.012</c:v>
                </c:pt>
                <c:pt idx="349">
                  <c:v>3.0649999999999999</c:v>
                </c:pt>
                <c:pt idx="350">
                  <c:v>3.1139999999999999</c:v>
                </c:pt>
                <c:pt idx="351">
                  <c:v>3.0790000000000002</c:v>
                </c:pt>
                <c:pt idx="352">
                  <c:v>3.1339999999999999</c:v>
                </c:pt>
                <c:pt idx="353">
                  <c:v>3.1339999999999999</c:v>
                </c:pt>
                <c:pt idx="354">
                  <c:v>3.1539999999999999</c:v>
                </c:pt>
                <c:pt idx="355">
                  <c:v>3.1240000000000001</c:v>
                </c:pt>
                <c:pt idx="356">
                  <c:v>3.181</c:v>
                </c:pt>
                <c:pt idx="357">
                  <c:v>3.0779999999999998</c:v>
                </c:pt>
                <c:pt idx="358">
                  <c:v>3.0870000000000002</c:v>
                </c:pt>
                <c:pt idx="359">
                  <c:v>3.125</c:v>
                </c:pt>
                <c:pt idx="360">
                  <c:v>3.1970000000000001</c:v>
                </c:pt>
                <c:pt idx="361">
                  <c:v>3.2450000000000001</c:v>
                </c:pt>
                <c:pt idx="362">
                  <c:v>3.2810000000000001</c:v>
                </c:pt>
                <c:pt idx="363">
                  <c:v>3.3109999999999999</c:v>
                </c:pt>
                <c:pt idx="364">
                  <c:v>3.5310000000000001</c:v>
                </c:pt>
                <c:pt idx="365">
                  <c:v>3.5249999999999999</c:v>
                </c:pt>
                <c:pt idx="366">
                  <c:v>3.653</c:v>
                </c:pt>
                <c:pt idx="367">
                  <c:v>3.6419999999999999</c:v>
                </c:pt>
                <c:pt idx="368">
                  <c:v>3.6850000000000001</c:v>
                </c:pt>
                <c:pt idx="369">
                  <c:v>3.778</c:v>
                </c:pt>
                <c:pt idx="370">
                  <c:v>3.6779999999999999</c:v>
                </c:pt>
                <c:pt idx="371">
                  <c:v>3.6160000000000001</c:v>
                </c:pt>
                <c:pt idx="372">
                  <c:v>3.6819999999999999</c:v>
                </c:pt>
                <c:pt idx="373">
                  <c:v>3.6850000000000001</c:v>
                </c:pt>
                <c:pt idx="374">
                  <c:v>3.5430000000000001</c:v>
                </c:pt>
                <c:pt idx="375">
                  <c:v>3.536</c:v>
                </c:pt>
                <c:pt idx="376">
                  <c:v>3.585</c:v>
                </c:pt>
                <c:pt idx="377">
                  <c:v>3.77</c:v>
                </c:pt>
                <c:pt idx="378">
                  <c:v>3.7669999999999999</c:v>
                </c:pt>
                <c:pt idx="379">
                  <c:v>3.7589999999999999</c:v>
                </c:pt>
                <c:pt idx="380">
                  <c:v>3.823</c:v>
                </c:pt>
                <c:pt idx="381">
                  <c:v>3.847</c:v>
                </c:pt>
                <c:pt idx="382">
                  <c:v>4.1040000000000001</c:v>
                </c:pt>
                <c:pt idx="383">
                  <c:v>4.1989999999999998</c:v>
                </c:pt>
                <c:pt idx="384">
                  <c:v>4.548</c:v>
                </c:pt>
                <c:pt idx="385">
                  <c:v>4.3040000000000003</c:v>
                </c:pt>
                <c:pt idx="386">
                  <c:v>4.3380000000000001</c:v>
                </c:pt>
                <c:pt idx="387">
                  <c:v>4.3029999999999999</c:v>
                </c:pt>
                <c:pt idx="388">
                  <c:v>4.1859999999999999</c:v>
                </c:pt>
                <c:pt idx="389">
                  <c:v>4.0810000000000004</c:v>
                </c:pt>
                <c:pt idx="390">
                  <c:v>4.157</c:v>
                </c:pt>
                <c:pt idx="391">
                  <c:v>4.1449999999999996</c:v>
                </c:pt>
                <c:pt idx="392">
                  <c:v>4.2759999999999998</c:v>
                </c:pt>
                <c:pt idx="393">
                  <c:v>4.3419999999999996</c:v>
                </c:pt>
                <c:pt idx="394">
                  <c:v>4.1070000000000002</c:v>
                </c:pt>
                <c:pt idx="395">
                  <c:v>4.2030000000000003</c:v>
                </c:pt>
                <c:pt idx="396">
                  <c:v>4.2069999999999999</c:v>
                </c:pt>
                <c:pt idx="397">
                  <c:v>4.2389999999999999</c:v>
                </c:pt>
                <c:pt idx="398">
                  <c:v>4.242</c:v>
                </c:pt>
                <c:pt idx="399">
                  <c:v>4.3310000000000004</c:v>
                </c:pt>
                <c:pt idx="400">
                  <c:v>4.3499999999999996</c:v>
                </c:pt>
                <c:pt idx="401">
                  <c:v>4.4950000000000001</c:v>
                </c:pt>
                <c:pt idx="402">
                  <c:v>4.3049999999999997</c:v>
                </c:pt>
                <c:pt idx="403">
                  <c:v>4.2210000000000001</c:v>
                </c:pt>
                <c:pt idx="404">
                  <c:v>4.2080000000000002</c:v>
                </c:pt>
                <c:pt idx="405">
                  <c:v>4.2539999999999996</c:v>
                </c:pt>
                <c:pt idx="406">
                  <c:v>4.1120000000000001</c:v>
                </c:pt>
                <c:pt idx="407">
                  <c:v>4.1849999999999996</c:v>
                </c:pt>
                <c:pt idx="408">
                  <c:v>4.0679999999999996</c:v>
                </c:pt>
                <c:pt idx="409">
                  <c:v>4.0949999999999998</c:v>
                </c:pt>
                <c:pt idx="410">
                  <c:v>4.1580000000000004</c:v>
                </c:pt>
                <c:pt idx="411">
                  <c:v>4.1180000000000003</c:v>
                </c:pt>
                <c:pt idx="412">
                  <c:v>4.1859999999999999</c:v>
                </c:pt>
                <c:pt idx="413">
                  <c:v>4.1559999999999997</c:v>
                </c:pt>
                <c:pt idx="414">
                  <c:v>4.0860000000000003</c:v>
                </c:pt>
                <c:pt idx="415">
                  <c:v>4.0330000000000004</c:v>
                </c:pt>
                <c:pt idx="416">
                  <c:v>3.8340000000000001</c:v>
                </c:pt>
                <c:pt idx="417">
                  <c:v>3.85</c:v>
                </c:pt>
                <c:pt idx="418">
                  <c:v>3.7530000000000001</c:v>
                </c:pt>
                <c:pt idx="419">
                  <c:v>3.8079999999999998</c:v>
                </c:pt>
                <c:pt idx="420">
                  <c:v>3.8039999999999998</c:v>
                </c:pt>
                <c:pt idx="421">
                  <c:v>3.7869999999999999</c:v>
                </c:pt>
                <c:pt idx="422">
                  <c:v>3.8370000000000002</c:v>
                </c:pt>
                <c:pt idx="423">
                  <c:v>3.8439999999999999</c:v>
                </c:pt>
                <c:pt idx="424">
                  <c:v>3.8490000000000002</c:v>
                </c:pt>
                <c:pt idx="425">
                  <c:v>3.6890000000000001</c:v>
                </c:pt>
                <c:pt idx="426">
                  <c:v>3.6440000000000001</c:v>
                </c:pt>
                <c:pt idx="427">
                  <c:v>3.669</c:v>
                </c:pt>
                <c:pt idx="428">
                  <c:v>3.7229999999999999</c:v>
                </c:pt>
                <c:pt idx="429">
                  <c:v>3.6890000000000001</c:v>
                </c:pt>
                <c:pt idx="430">
                  <c:v>3.65</c:v>
                </c:pt>
                <c:pt idx="431">
                  <c:v>3.6160000000000001</c:v>
                </c:pt>
                <c:pt idx="432">
                  <c:v>3.609</c:v>
                </c:pt>
                <c:pt idx="433">
                  <c:v>3.633</c:v>
                </c:pt>
                <c:pt idx="434">
                  <c:v>3.6720000000000002</c:v>
                </c:pt>
                <c:pt idx="435">
                  <c:v>3.6760000000000002</c:v>
                </c:pt>
                <c:pt idx="436">
                  <c:v>3.657</c:v>
                </c:pt>
                <c:pt idx="437">
                  <c:v>3.6230000000000002</c:v>
                </c:pt>
                <c:pt idx="438">
                  <c:v>3.6230000000000002</c:v>
                </c:pt>
                <c:pt idx="439">
                  <c:v>3.53</c:v>
                </c:pt>
                <c:pt idx="440">
                  <c:v>3.536</c:v>
                </c:pt>
                <c:pt idx="441">
                  <c:v>3.5390000000000001</c:v>
                </c:pt>
                <c:pt idx="442">
                  <c:v>3.5449999999999999</c:v>
                </c:pt>
                <c:pt idx="443">
                  <c:v>3.6850000000000001</c:v>
                </c:pt>
                <c:pt idx="444">
                  <c:v>3.6379999999999999</c:v>
                </c:pt>
                <c:pt idx="445">
                  <c:v>3.5670000000000002</c:v>
                </c:pt>
                <c:pt idx="446">
                  <c:v>3.6230000000000002</c:v>
                </c:pt>
                <c:pt idx="447">
                  <c:v>3.6629999999999998</c:v>
                </c:pt>
                <c:pt idx="448">
                  <c:v>3.6619999999999999</c:v>
                </c:pt>
                <c:pt idx="449">
                  <c:v>3.6680000000000001</c:v>
                </c:pt>
                <c:pt idx="450">
                  <c:v>3.7189999999999999</c:v>
                </c:pt>
                <c:pt idx="451">
                  <c:v>3.722</c:v>
                </c:pt>
                <c:pt idx="452">
                  <c:v>3.782</c:v>
                </c:pt>
                <c:pt idx="453">
                  <c:v>3.661</c:v>
                </c:pt>
                <c:pt idx="454">
                  <c:v>3.6320000000000001</c:v>
                </c:pt>
                <c:pt idx="455">
                  <c:v>3.6440000000000001</c:v>
                </c:pt>
                <c:pt idx="456">
                  <c:v>3.681</c:v>
                </c:pt>
                <c:pt idx="457">
                  <c:v>3.577</c:v>
                </c:pt>
                <c:pt idx="458">
                  <c:v>3.556</c:v>
                </c:pt>
                <c:pt idx="459">
                  <c:v>3.472</c:v>
                </c:pt>
                <c:pt idx="460">
                  <c:v>3.4660000000000002</c:v>
                </c:pt>
                <c:pt idx="461">
                  <c:v>3.3690000000000002</c:v>
                </c:pt>
                <c:pt idx="462">
                  <c:v>3.4540000000000002</c:v>
                </c:pt>
                <c:pt idx="463">
                  <c:v>3.484</c:v>
                </c:pt>
                <c:pt idx="464">
                  <c:v>3.39</c:v>
                </c:pt>
                <c:pt idx="465">
                  <c:v>3.2480000000000002</c:v>
                </c:pt>
                <c:pt idx="466">
                  <c:v>3.33</c:v>
                </c:pt>
                <c:pt idx="467">
                  <c:v>3.2850000000000001</c:v>
                </c:pt>
                <c:pt idx="468">
                  <c:v>3.2730000000000001</c:v>
                </c:pt>
                <c:pt idx="469">
                  <c:v>3.3039999999999998</c:v>
                </c:pt>
                <c:pt idx="470">
                  <c:v>3.2709999999999999</c:v>
                </c:pt>
                <c:pt idx="471">
                  <c:v>3.3250000000000002</c:v>
                </c:pt>
                <c:pt idx="472">
                  <c:v>3.2629999999999999</c:v>
                </c:pt>
                <c:pt idx="473">
                  <c:v>3.1829999999999998</c:v>
                </c:pt>
                <c:pt idx="474">
                  <c:v>3.11</c:v>
                </c:pt>
                <c:pt idx="475">
                  <c:v>3.2829999999999999</c:v>
                </c:pt>
                <c:pt idx="476">
                  <c:v>3.3149999999999999</c:v>
                </c:pt>
                <c:pt idx="477">
                  <c:v>3.339</c:v>
                </c:pt>
                <c:pt idx="478">
                  <c:v>3.4009999999999998</c:v>
                </c:pt>
                <c:pt idx="479">
                  <c:v>3.3980000000000001</c:v>
                </c:pt>
                <c:pt idx="480">
                  <c:v>3.452</c:v>
                </c:pt>
                <c:pt idx="481">
                  <c:v>3.4289999999999998</c:v>
                </c:pt>
                <c:pt idx="482">
                  <c:v>3.5019999999999998</c:v>
                </c:pt>
                <c:pt idx="483">
                  <c:v>3.504</c:v>
                </c:pt>
                <c:pt idx="484">
                  <c:v>3.6389999999999998</c:v>
                </c:pt>
                <c:pt idx="485">
                  <c:v>3.677</c:v>
                </c:pt>
                <c:pt idx="486">
                  <c:v>3.6230000000000002</c:v>
                </c:pt>
                <c:pt idx="487">
                  <c:v>3.645</c:v>
                </c:pt>
                <c:pt idx="488">
                  <c:v>3.5990000000000002</c:v>
                </c:pt>
                <c:pt idx="489">
                  <c:v>3.5550000000000002</c:v>
                </c:pt>
                <c:pt idx="490">
                  <c:v>3.6829999999999998</c:v>
                </c:pt>
                <c:pt idx="491">
                  <c:v>3.7970000000000002</c:v>
                </c:pt>
                <c:pt idx="492">
                  <c:v>3.8780000000000001</c:v>
                </c:pt>
                <c:pt idx="493">
                  <c:v>3.7909999999999999</c:v>
                </c:pt>
                <c:pt idx="494">
                  <c:v>3.774</c:v>
                </c:pt>
                <c:pt idx="495">
                  <c:v>3.726</c:v>
                </c:pt>
                <c:pt idx="496">
                  <c:v>3.855</c:v>
                </c:pt>
                <c:pt idx="497">
                  <c:v>3.8580000000000001</c:v>
                </c:pt>
                <c:pt idx="498">
                  <c:v>3.7029999999999998</c:v>
                </c:pt>
                <c:pt idx="499">
                  <c:v>3.4350000000000001</c:v>
                </c:pt>
                <c:pt idx="500">
                  <c:v>3.3809999999999998</c:v>
                </c:pt>
                <c:pt idx="501">
                  <c:v>3.4729999999999999</c:v>
                </c:pt>
                <c:pt idx="502">
                  <c:v>3.4</c:v>
                </c:pt>
                <c:pt idx="503">
                  <c:v>3.415</c:v>
                </c:pt>
                <c:pt idx="504">
                  <c:v>3.2639999999999998</c:v>
                </c:pt>
                <c:pt idx="505">
                  <c:v>3.294</c:v>
                </c:pt>
                <c:pt idx="506">
                  <c:v>3.2839999999999998</c:v>
                </c:pt>
                <c:pt idx="507">
                  <c:v>3.206</c:v>
                </c:pt>
                <c:pt idx="508">
                  <c:v>3.16</c:v>
                </c:pt>
                <c:pt idx="509">
                  <c:v>3.22</c:v>
                </c:pt>
                <c:pt idx="510">
                  <c:v>3.258</c:v>
                </c:pt>
                <c:pt idx="511">
                  <c:v>3.2490000000000001</c:v>
                </c:pt>
                <c:pt idx="512">
                  <c:v>3.24</c:v>
                </c:pt>
                <c:pt idx="513">
                  <c:v>3.27</c:v>
                </c:pt>
                <c:pt idx="514">
                  <c:v>3.3420000000000001</c:v>
                </c:pt>
                <c:pt idx="515">
                  <c:v>3.2789999999999999</c:v>
                </c:pt>
                <c:pt idx="516">
                  <c:v>3.2639999999999998</c:v>
                </c:pt>
                <c:pt idx="517">
                  <c:v>3.2109999999999999</c:v>
                </c:pt>
                <c:pt idx="518">
                  <c:v>3.24</c:v>
                </c:pt>
                <c:pt idx="519">
                  <c:v>3.1920000000000002</c:v>
                </c:pt>
                <c:pt idx="520">
                  <c:v>3.2309999999999999</c:v>
                </c:pt>
                <c:pt idx="521">
                  <c:v>3.2330000000000001</c:v>
                </c:pt>
                <c:pt idx="522">
                  <c:v>3.1989999999999998</c:v>
                </c:pt>
                <c:pt idx="523">
                  <c:v>3.2149999999999999</c:v>
                </c:pt>
                <c:pt idx="524">
                  <c:v>3.2869999999999999</c:v>
                </c:pt>
                <c:pt idx="525">
                  <c:v>3.294</c:v>
                </c:pt>
                <c:pt idx="526">
                  <c:v>3.3370000000000002</c:v>
                </c:pt>
                <c:pt idx="527">
                  <c:v>3.3340000000000001</c:v>
                </c:pt>
                <c:pt idx="528">
                  <c:v>3.2669999999999999</c:v>
                </c:pt>
                <c:pt idx="529">
                  <c:v>3.23</c:v>
                </c:pt>
                <c:pt idx="530">
                  <c:v>3.2650000000000001</c:v>
                </c:pt>
                <c:pt idx="531">
                  <c:v>3.2589999999999999</c:v>
                </c:pt>
                <c:pt idx="532">
                  <c:v>3.2879999999999998</c:v>
                </c:pt>
                <c:pt idx="533">
                  <c:v>3.2930000000000001</c:v>
                </c:pt>
                <c:pt idx="534">
                  <c:v>3.335</c:v>
                </c:pt>
                <c:pt idx="535">
                  <c:v>3.2810000000000001</c:v>
                </c:pt>
                <c:pt idx="536">
                  <c:v>3.21</c:v>
                </c:pt>
                <c:pt idx="537">
                  <c:v>3.2610000000000001</c:v>
                </c:pt>
                <c:pt idx="538">
                  <c:v>3.2559999999999998</c:v>
                </c:pt>
                <c:pt idx="539">
                  <c:v>3.2730000000000001</c:v>
                </c:pt>
                <c:pt idx="540">
                  <c:v>3.22</c:v>
                </c:pt>
                <c:pt idx="541">
                  <c:v>3.2250000000000001</c:v>
                </c:pt>
                <c:pt idx="542">
                  <c:v>3.2789999999999999</c:v>
                </c:pt>
                <c:pt idx="543">
                  <c:v>3.242</c:v>
                </c:pt>
                <c:pt idx="544">
                  <c:v>3.274</c:v>
                </c:pt>
                <c:pt idx="545">
                  <c:v>3.3159999999999998</c:v>
                </c:pt>
                <c:pt idx="546">
                  <c:v>3.34</c:v>
                </c:pt>
                <c:pt idx="547">
                  <c:v>3.3210000000000002</c:v>
                </c:pt>
                <c:pt idx="548">
                  <c:v>3.3730000000000002</c:v>
                </c:pt>
                <c:pt idx="549">
                  <c:v>3.3780000000000001</c:v>
                </c:pt>
                <c:pt idx="550">
                  <c:v>3.48</c:v>
                </c:pt>
                <c:pt idx="551">
                  <c:v>3.524</c:v>
                </c:pt>
                <c:pt idx="552">
                  <c:v>3.56</c:v>
                </c:pt>
                <c:pt idx="553">
                  <c:v>3.4590000000000001</c:v>
                </c:pt>
                <c:pt idx="554">
                  <c:v>3.4780000000000002</c:v>
                </c:pt>
                <c:pt idx="555">
                  <c:v>3.4359999999999999</c:v>
                </c:pt>
                <c:pt idx="556">
                  <c:v>3.5019999999999998</c:v>
                </c:pt>
                <c:pt idx="557">
                  <c:v>3.4710000000000001</c:v>
                </c:pt>
                <c:pt idx="558">
                  <c:v>3.5430000000000001</c:v>
                </c:pt>
                <c:pt idx="559">
                  <c:v>3.5059999999999998</c:v>
                </c:pt>
                <c:pt idx="560">
                  <c:v>3.4929999999999999</c:v>
                </c:pt>
                <c:pt idx="561">
                  <c:v>3.484</c:v>
                </c:pt>
                <c:pt idx="562">
                  <c:v>3.5449999999999999</c:v>
                </c:pt>
                <c:pt idx="563">
                  <c:v>3.6259999999999999</c:v>
                </c:pt>
                <c:pt idx="564">
                  <c:v>3.585</c:v>
                </c:pt>
                <c:pt idx="565">
                  <c:v>3.5830000000000002</c:v>
                </c:pt>
                <c:pt idx="566">
                  <c:v>3.5670000000000002</c:v>
                </c:pt>
                <c:pt idx="567">
                  <c:v>3.5710000000000002</c:v>
                </c:pt>
                <c:pt idx="568">
                  <c:v>3.5920000000000001</c:v>
                </c:pt>
                <c:pt idx="569">
                  <c:v>3.609</c:v>
                </c:pt>
                <c:pt idx="570">
                  <c:v>3.5680000000000001</c:v>
                </c:pt>
                <c:pt idx="571">
                  <c:v>3.5379999999999998</c:v>
                </c:pt>
                <c:pt idx="572">
                  <c:v>3.5569999999999999</c:v>
                </c:pt>
                <c:pt idx="573">
                  <c:v>3.5840000000000001</c:v>
                </c:pt>
                <c:pt idx="574">
                  <c:v>3.6619999999999999</c:v>
                </c:pt>
                <c:pt idx="575">
                  <c:v>3.613</c:v>
                </c:pt>
                <c:pt idx="576">
                  <c:v>3.6190000000000002</c:v>
                </c:pt>
                <c:pt idx="577">
                  <c:v>3.6179999999999999</c:v>
                </c:pt>
                <c:pt idx="578">
                  <c:v>3.6760000000000002</c:v>
                </c:pt>
                <c:pt idx="579">
                  <c:v>3.7349999999999999</c:v>
                </c:pt>
                <c:pt idx="580">
                  <c:v>3.7949999999999999</c:v>
                </c:pt>
                <c:pt idx="581">
                  <c:v>3.7029999999999998</c:v>
                </c:pt>
                <c:pt idx="582">
                  <c:v>3.7040000000000002</c:v>
                </c:pt>
                <c:pt idx="583">
                  <c:v>3.6019999999999999</c:v>
                </c:pt>
                <c:pt idx="584">
                  <c:v>3.6139999999999999</c:v>
                </c:pt>
                <c:pt idx="585">
                  <c:v>3.6110000000000002</c:v>
                </c:pt>
                <c:pt idx="586">
                  <c:v>3.5960000000000001</c:v>
                </c:pt>
                <c:pt idx="587">
                  <c:v>3.5430000000000001</c:v>
                </c:pt>
                <c:pt idx="588">
                  <c:v>3.581</c:v>
                </c:pt>
                <c:pt idx="589">
                  <c:v>3.6019999999999999</c:v>
                </c:pt>
                <c:pt idx="590">
                  <c:v>3.617</c:v>
                </c:pt>
                <c:pt idx="591">
                  <c:v>3.645</c:v>
                </c:pt>
                <c:pt idx="592">
                  <c:v>3.6269999999999998</c:v>
                </c:pt>
                <c:pt idx="593">
                  <c:v>3.5870000000000002</c:v>
                </c:pt>
                <c:pt idx="594">
                  <c:v>3.6349999999999998</c:v>
                </c:pt>
                <c:pt idx="595">
                  <c:v>3.681</c:v>
                </c:pt>
                <c:pt idx="596">
                  <c:v>3.6469999999999998</c:v>
                </c:pt>
                <c:pt idx="597">
                  <c:v>3.677</c:v>
                </c:pt>
                <c:pt idx="598">
                  <c:v>3.714</c:v>
                </c:pt>
                <c:pt idx="599">
                  <c:v>3.738</c:v>
                </c:pt>
                <c:pt idx="600">
                  <c:v>3.6890000000000001</c:v>
                </c:pt>
                <c:pt idx="601">
                  <c:v>3.6469999999999998</c:v>
                </c:pt>
                <c:pt idx="602">
                  <c:v>3.6720000000000002</c:v>
                </c:pt>
                <c:pt idx="603">
                  <c:v>3.6869999999999998</c:v>
                </c:pt>
                <c:pt idx="604">
                  <c:v>3.698</c:v>
                </c:pt>
                <c:pt idx="605">
                  <c:v>3.7469999999999999</c:v>
                </c:pt>
                <c:pt idx="606">
                  <c:v>3.7120000000000002</c:v>
                </c:pt>
                <c:pt idx="607">
                  <c:v>3.7879999999999998</c:v>
                </c:pt>
                <c:pt idx="608">
                  <c:v>3.7290000000000001</c:v>
                </c:pt>
                <c:pt idx="609">
                  <c:v>3.7949999999999999</c:v>
                </c:pt>
                <c:pt idx="610">
                  <c:v>3.802</c:v>
                </c:pt>
                <c:pt idx="611">
                  <c:v>3.7709999999999999</c:v>
                </c:pt>
                <c:pt idx="612">
                  <c:v>3.7589999999999999</c:v>
                </c:pt>
                <c:pt idx="613">
                  <c:v>3.7890000000000001</c:v>
                </c:pt>
                <c:pt idx="614">
                  <c:v>3.7589999999999999</c:v>
                </c:pt>
                <c:pt idx="615">
                  <c:v>3.74</c:v>
                </c:pt>
                <c:pt idx="616">
                  <c:v>3.7320000000000002</c:v>
                </c:pt>
                <c:pt idx="617">
                  <c:v>3.7109999999999999</c:v>
                </c:pt>
                <c:pt idx="618">
                  <c:v>3.6890000000000001</c:v>
                </c:pt>
                <c:pt idx="619">
                  <c:v>3.738</c:v>
                </c:pt>
                <c:pt idx="620">
                  <c:v>3.7650000000000001</c:v>
                </c:pt>
                <c:pt idx="621">
                  <c:v>3.7650000000000001</c:v>
                </c:pt>
                <c:pt idx="622">
                  <c:v>3.847</c:v>
                </c:pt>
                <c:pt idx="623">
                  <c:v>3.7949999999999999</c:v>
                </c:pt>
                <c:pt idx="624">
                  <c:v>3.8650000000000002</c:v>
                </c:pt>
                <c:pt idx="625">
                  <c:v>3.863</c:v>
                </c:pt>
                <c:pt idx="626">
                  <c:v>3.8530000000000002</c:v>
                </c:pt>
                <c:pt idx="627">
                  <c:v>3.8359999999999999</c:v>
                </c:pt>
                <c:pt idx="628">
                  <c:v>3.85</c:v>
                </c:pt>
                <c:pt idx="629">
                  <c:v>3.891</c:v>
                </c:pt>
                <c:pt idx="630">
                  <c:v>3.887</c:v>
                </c:pt>
                <c:pt idx="631">
                  <c:v>3.89</c:v>
                </c:pt>
                <c:pt idx="632">
                  <c:v>3.93</c:v>
                </c:pt>
                <c:pt idx="633">
                  <c:v>3.8759999999999999</c:v>
                </c:pt>
                <c:pt idx="634">
                  <c:v>3.8759999999999999</c:v>
                </c:pt>
                <c:pt idx="635">
                  <c:v>3.891</c:v>
                </c:pt>
                <c:pt idx="636">
                  <c:v>3.8839999999999999</c:v>
                </c:pt>
                <c:pt idx="637">
                  <c:v>4.1079999999999997</c:v>
                </c:pt>
                <c:pt idx="638">
                  <c:v>4.0810000000000004</c:v>
                </c:pt>
                <c:pt idx="639">
                  <c:v>4.0149999999999997</c:v>
                </c:pt>
                <c:pt idx="640">
                  <c:v>3.9969999999999999</c:v>
                </c:pt>
                <c:pt idx="641">
                  <c:v>3.9529999999999998</c:v>
                </c:pt>
                <c:pt idx="642">
                  <c:v>3.9319999999999999</c:v>
                </c:pt>
                <c:pt idx="643">
                  <c:v>3.9569999999999999</c:v>
                </c:pt>
                <c:pt idx="644">
                  <c:v>3.9729999999999999</c:v>
                </c:pt>
                <c:pt idx="645">
                  <c:v>3.9910000000000001</c:v>
                </c:pt>
                <c:pt idx="646">
                  <c:v>4.0309999999999997</c:v>
                </c:pt>
                <c:pt idx="647">
                  <c:v>4.07</c:v>
                </c:pt>
                <c:pt idx="648">
                  <c:v>4.0330000000000004</c:v>
                </c:pt>
                <c:pt idx="649">
                  <c:v>4.0549999999999997</c:v>
                </c:pt>
                <c:pt idx="650">
                  <c:v>4.0039999999999996</c:v>
                </c:pt>
                <c:pt idx="651">
                  <c:v>4.0380000000000003</c:v>
                </c:pt>
                <c:pt idx="652">
                  <c:v>4.1040000000000001</c:v>
                </c:pt>
                <c:pt idx="653">
                  <c:v>4.0730000000000004</c:v>
                </c:pt>
                <c:pt idx="654">
                  <c:v>4.0890000000000004</c:v>
                </c:pt>
                <c:pt idx="655">
                  <c:v>4.085</c:v>
                </c:pt>
                <c:pt idx="656">
                  <c:v>4.0709999999999997</c:v>
                </c:pt>
                <c:pt idx="657">
                  <c:v>3.9790000000000001</c:v>
                </c:pt>
                <c:pt idx="658">
                  <c:v>3.9489999999999998</c:v>
                </c:pt>
                <c:pt idx="659">
                  <c:v>3.8769999999999998</c:v>
                </c:pt>
                <c:pt idx="660">
                  <c:v>3.887</c:v>
                </c:pt>
                <c:pt idx="661">
                  <c:v>3.8679999999999999</c:v>
                </c:pt>
                <c:pt idx="662">
                  <c:v>3.847</c:v>
                </c:pt>
                <c:pt idx="663">
                  <c:v>3.8620000000000001</c:v>
                </c:pt>
                <c:pt idx="664">
                  <c:v>3.8769999999999998</c:v>
                </c:pt>
                <c:pt idx="665">
                  <c:v>3.8570000000000002</c:v>
                </c:pt>
                <c:pt idx="666">
                  <c:v>3.7440000000000002</c:v>
                </c:pt>
                <c:pt idx="667">
                  <c:v>3.7010000000000001</c:v>
                </c:pt>
                <c:pt idx="668">
                  <c:v>3.681</c:v>
                </c:pt>
                <c:pt idx="669">
                  <c:v>3.6669999999999998</c:v>
                </c:pt>
                <c:pt idx="670">
                  <c:v>3.6440000000000001</c:v>
                </c:pt>
                <c:pt idx="671">
                  <c:v>3.6659999999999999</c:v>
                </c:pt>
                <c:pt idx="672">
                  <c:v>3.6440000000000001</c:v>
                </c:pt>
                <c:pt idx="673">
                  <c:v>3.677</c:v>
                </c:pt>
                <c:pt idx="674">
                  <c:v>3.6890000000000001</c:v>
                </c:pt>
                <c:pt idx="675">
                  <c:v>3.6480000000000001</c:v>
                </c:pt>
                <c:pt idx="676">
                  <c:v>3.5539999999999998</c:v>
                </c:pt>
                <c:pt idx="677">
                  <c:v>3.5830000000000002</c:v>
                </c:pt>
                <c:pt idx="678">
                  <c:v>3.5870000000000002</c:v>
                </c:pt>
                <c:pt idx="679">
                  <c:v>3.5310000000000001</c:v>
                </c:pt>
                <c:pt idx="680">
                  <c:v>3.484</c:v>
                </c:pt>
                <c:pt idx="681">
                  <c:v>3.4630000000000001</c:v>
                </c:pt>
                <c:pt idx="682">
                  <c:v>3.5110000000000001</c:v>
                </c:pt>
                <c:pt idx="683">
                  <c:v>3.4609999999999999</c:v>
                </c:pt>
                <c:pt idx="684">
                  <c:v>3.48</c:v>
                </c:pt>
                <c:pt idx="685">
                  <c:v>3.4460000000000002</c:v>
                </c:pt>
                <c:pt idx="686">
                  <c:v>3.4649999999999999</c:v>
                </c:pt>
                <c:pt idx="687">
                  <c:v>3.258</c:v>
                </c:pt>
                <c:pt idx="688">
                  <c:v>3.2810000000000001</c:v>
                </c:pt>
                <c:pt idx="689">
                  <c:v>3.2770000000000001</c:v>
                </c:pt>
                <c:pt idx="690">
                  <c:v>3.2959999999999998</c:v>
                </c:pt>
                <c:pt idx="691">
                  <c:v>3.2320000000000002</c:v>
                </c:pt>
                <c:pt idx="692">
                  <c:v>3.2360000000000002</c:v>
                </c:pt>
                <c:pt idx="693">
                  <c:v>3.234</c:v>
                </c:pt>
                <c:pt idx="694">
                  <c:v>3.2210000000000001</c:v>
                </c:pt>
                <c:pt idx="695">
                  <c:v>3.22</c:v>
                </c:pt>
                <c:pt idx="696">
                  <c:v>3.1539999999999999</c:v>
                </c:pt>
                <c:pt idx="697">
                  <c:v>3.1539999999999999</c:v>
                </c:pt>
                <c:pt idx="698">
                  <c:v>3.24</c:v>
                </c:pt>
                <c:pt idx="699">
                  <c:v>3.278</c:v>
                </c:pt>
                <c:pt idx="700">
                  <c:v>3.2269999999999999</c:v>
                </c:pt>
                <c:pt idx="701">
                  <c:v>3.2829999999999999</c:v>
                </c:pt>
                <c:pt idx="702">
                  <c:v>3.2970000000000002</c:v>
                </c:pt>
                <c:pt idx="703">
                  <c:v>3.2549999999999999</c:v>
                </c:pt>
                <c:pt idx="704">
                  <c:v>3.2690000000000001</c:v>
                </c:pt>
                <c:pt idx="705">
                  <c:v>3.2269999999999999</c:v>
                </c:pt>
                <c:pt idx="706">
                  <c:v>3.2040000000000002</c:v>
                </c:pt>
                <c:pt idx="707">
                  <c:v>3.1909999999999998</c:v>
                </c:pt>
                <c:pt idx="708">
                  <c:v>3.2349999999999999</c:v>
                </c:pt>
                <c:pt idx="709">
                  <c:v>3.2770000000000001</c:v>
                </c:pt>
                <c:pt idx="710">
                  <c:v>3.2850000000000001</c:v>
                </c:pt>
                <c:pt idx="711">
                  <c:v>3.3069999999999999</c:v>
                </c:pt>
                <c:pt idx="712">
                  <c:v>3.278</c:v>
                </c:pt>
                <c:pt idx="713">
                  <c:v>3.286</c:v>
                </c:pt>
                <c:pt idx="714">
                  <c:v>3.3</c:v>
                </c:pt>
                <c:pt idx="715">
                  <c:v>3.3130000000000002</c:v>
                </c:pt>
                <c:pt idx="716">
                  <c:v>3.2629999999999999</c:v>
                </c:pt>
                <c:pt idx="717">
                  <c:v>3.3039999999999998</c:v>
                </c:pt>
                <c:pt idx="718">
                  <c:v>3.2679999999999998</c:v>
                </c:pt>
                <c:pt idx="719">
                  <c:v>3.2610000000000001</c:v>
                </c:pt>
                <c:pt idx="720">
                  <c:v>3.2669999999999999</c:v>
                </c:pt>
                <c:pt idx="721">
                  <c:v>3.2480000000000002</c:v>
                </c:pt>
                <c:pt idx="722">
                  <c:v>3.3119999999999998</c:v>
                </c:pt>
                <c:pt idx="723">
                  <c:v>3.2919999999999998</c:v>
                </c:pt>
                <c:pt idx="724">
                  <c:v>3.286</c:v>
                </c:pt>
                <c:pt idx="725">
                  <c:v>3.3050000000000002</c:v>
                </c:pt>
                <c:pt idx="726">
                  <c:v>3.3530000000000002</c:v>
                </c:pt>
                <c:pt idx="727">
                  <c:v>3.4249999999999998</c:v>
                </c:pt>
                <c:pt idx="728">
                  <c:v>3.4049999999999998</c:v>
                </c:pt>
                <c:pt idx="729">
                  <c:v>3.4049999999999998</c:v>
                </c:pt>
                <c:pt idx="730">
                  <c:v>3.3969999999999998</c:v>
                </c:pt>
                <c:pt idx="731">
                  <c:v>3.4049999999999998</c:v>
                </c:pt>
                <c:pt idx="732">
                  <c:v>3.4020000000000001</c:v>
                </c:pt>
                <c:pt idx="733">
                  <c:v>3.3420000000000001</c:v>
                </c:pt>
                <c:pt idx="734">
                  <c:v>3.3740000000000001</c:v>
                </c:pt>
                <c:pt idx="735">
                  <c:v>3.34</c:v>
                </c:pt>
                <c:pt idx="736">
                  <c:v>3.3639999999999999</c:v>
                </c:pt>
                <c:pt idx="737">
                  <c:v>3.359</c:v>
                </c:pt>
                <c:pt idx="738">
                  <c:v>3.3849999999999998</c:v>
                </c:pt>
                <c:pt idx="739">
                  <c:v>3.36</c:v>
                </c:pt>
                <c:pt idx="740">
                  <c:v>3.3490000000000002</c:v>
                </c:pt>
                <c:pt idx="741">
                  <c:v>3.3250000000000002</c:v>
                </c:pt>
                <c:pt idx="742">
                  <c:v>3.3210000000000002</c:v>
                </c:pt>
                <c:pt idx="743">
                  <c:v>3.2709999999999999</c:v>
                </c:pt>
                <c:pt idx="744">
                  <c:v>3.2749999999999999</c:v>
                </c:pt>
                <c:pt idx="745">
                  <c:v>3.2730000000000001</c:v>
                </c:pt>
                <c:pt idx="746">
                  <c:v>3.2509999999999999</c:v>
                </c:pt>
                <c:pt idx="747">
                  <c:v>3.2730000000000001</c:v>
                </c:pt>
                <c:pt idx="748">
                  <c:v>3.3079999999999998</c:v>
                </c:pt>
                <c:pt idx="749">
                  <c:v>3.3479999999999999</c:v>
                </c:pt>
                <c:pt idx="750">
                  <c:v>3.383</c:v>
                </c:pt>
                <c:pt idx="751">
                  <c:v>3.371</c:v>
                </c:pt>
                <c:pt idx="752">
                  <c:v>3.306</c:v>
                </c:pt>
                <c:pt idx="753">
                  <c:v>3.2839999999999998</c:v>
                </c:pt>
                <c:pt idx="754">
                  <c:v>3.29</c:v>
                </c:pt>
                <c:pt idx="755">
                  <c:v>3.3010000000000002</c:v>
                </c:pt>
                <c:pt idx="756">
                  <c:v>3.2879999999999998</c:v>
                </c:pt>
                <c:pt idx="757">
                  <c:v>3.2930000000000001</c:v>
                </c:pt>
                <c:pt idx="758">
                  <c:v>3.3220000000000001</c:v>
                </c:pt>
                <c:pt idx="759">
                  <c:v>3.2909999999999999</c:v>
                </c:pt>
                <c:pt idx="760">
                  <c:v>3.3330000000000002</c:v>
                </c:pt>
                <c:pt idx="761">
                  <c:v>3.3410000000000002</c:v>
                </c:pt>
                <c:pt idx="762">
                  <c:v>3.3380000000000001</c:v>
                </c:pt>
                <c:pt idx="763">
                  <c:v>3.3290000000000002</c:v>
                </c:pt>
                <c:pt idx="764">
                  <c:v>3.383</c:v>
                </c:pt>
                <c:pt idx="765">
                  <c:v>3.391</c:v>
                </c:pt>
                <c:pt idx="766">
                  <c:v>3.4660000000000002</c:v>
                </c:pt>
                <c:pt idx="767">
                  <c:v>3.403</c:v>
                </c:pt>
                <c:pt idx="768">
                  <c:v>3.44</c:v>
                </c:pt>
                <c:pt idx="769">
                  <c:v>3.4689999999999999</c:v>
                </c:pt>
                <c:pt idx="770">
                  <c:v>3.4750000000000001</c:v>
                </c:pt>
                <c:pt idx="771">
                  <c:v>3.427</c:v>
                </c:pt>
                <c:pt idx="772">
                  <c:v>3.468</c:v>
                </c:pt>
                <c:pt idx="773">
                  <c:v>3.512</c:v>
                </c:pt>
                <c:pt idx="774">
                  <c:v>3.4889999999999999</c:v>
                </c:pt>
                <c:pt idx="775">
                  <c:v>3.5089999999999999</c:v>
                </c:pt>
                <c:pt idx="776">
                  <c:v>3.5430000000000001</c:v>
                </c:pt>
                <c:pt idx="777">
                  <c:v>3.5310000000000001</c:v>
                </c:pt>
                <c:pt idx="778">
                  <c:v>3.552</c:v>
                </c:pt>
                <c:pt idx="779">
                  <c:v>3.5289999999999999</c:v>
                </c:pt>
                <c:pt idx="780">
                  <c:v>3.5089999999999999</c:v>
                </c:pt>
                <c:pt idx="781">
                  <c:v>3.5</c:v>
                </c:pt>
                <c:pt idx="782">
                  <c:v>3.448</c:v>
                </c:pt>
                <c:pt idx="783">
                  <c:v>3.4390000000000001</c:v>
                </c:pt>
                <c:pt idx="784">
                  <c:v>3.4529999999999998</c:v>
                </c:pt>
                <c:pt idx="785">
                  <c:v>3.44</c:v>
                </c:pt>
                <c:pt idx="786">
                  <c:v>3.452</c:v>
                </c:pt>
                <c:pt idx="787">
                  <c:v>3.4540000000000002</c:v>
                </c:pt>
                <c:pt idx="788">
                  <c:v>3.375</c:v>
                </c:pt>
                <c:pt idx="789">
                  <c:v>3.379</c:v>
                </c:pt>
                <c:pt idx="790">
                  <c:v>3.4119999999999999</c:v>
                </c:pt>
                <c:pt idx="791">
                  <c:v>3.411</c:v>
                </c:pt>
                <c:pt idx="792">
                  <c:v>3.4089999999999998</c:v>
                </c:pt>
                <c:pt idx="793">
                  <c:v>3.4020000000000001</c:v>
                </c:pt>
                <c:pt idx="794">
                  <c:v>3.423</c:v>
                </c:pt>
                <c:pt idx="795">
                  <c:v>3.4129999999999998</c:v>
                </c:pt>
                <c:pt idx="796">
                  <c:v>3.3940000000000001</c:v>
                </c:pt>
                <c:pt idx="797">
                  <c:v>3.4249999999999998</c:v>
                </c:pt>
                <c:pt idx="798">
                  <c:v>3.44</c:v>
                </c:pt>
                <c:pt idx="799">
                  <c:v>3.452</c:v>
                </c:pt>
                <c:pt idx="800">
                  <c:v>3.4340000000000002</c:v>
                </c:pt>
                <c:pt idx="801">
                  <c:v>3.39</c:v>
                </c:pt>
                <c:pt idx="802">
                  <c:v>3.3450000000000002</c:v>
                </c:pt>
                <c:pt idx="803">
                  <c:v>3.3079999999999998</c:v>
                </c:pt>
                <c:pt idx="804">
                  <c:v>3.3530000000000002</c:v>
                </c:pt>
                <c:pt idx="805">
                  <c:v>3.3410000000000002</c:v>
                </c:pt>
                <c:pt idx="806">
                  <c:v>3.3069999999999999</c:v>
                </c:pt>
                <c:pt idx="807">
                  <c:v>3.2770000000000001</c:v>
                </c:pt>
                <c:pt idx="808">
                  <c:v>3.2519999999999998</c:v>
                </c:pt>
                <c:pt idx="809">
                  <c:v>3.2120000000000002</c:v>
                </c:pt>
                <c:pt idx="810">
                  <c:v>3.214</c:v>
                </c:pt>
                <c:pt idx="811">
                  <c:v>3.1619999999999999</c:v>
                </c:pt>
                <c:pt idx="812">
                  <c:v>3.1960000000000002</c:v>
                </c:pt>
                <c:pt idx="813">
                  <c:v>3.1760000000000002</c:v>
                </c:pt>
                <c:pt idx="814">
                  <c:v>3.194</c:v>
                </c:pt>
                <c:pt idx="815">
                  <c:v>3.2010000000000001</c:v>
                </c:pt>
                <c:pt idx="816">
                  <c:v>3.2149999999999999</c:v>
                </c:pt>
                <c:pt idx="817">
                  <c:v>3.22</c:v>
                </c:pt>
                <c:pt idx="818">
                  <c:v>3.1819999999999999</c:v>
                </c:pt>
                <c:pt idx="819">
                  <c:v>3.21</c:v>
                </c:pt>
                <c:pt idx="820">
                  <c:v>3.169</c:v>
                </c:pt>
                <c:pt idx="821">
                  <c:v>3.16</c:v>
                </c:pt>
                <c:pt idx="822">
                  <c:v>3.1280000000000001</c:v>
                </c:pt>
                <c:pt idx="823">
                  <c:v>3.1150000000000002</c:v>
                </c:pt>
                <c:pt idx="824">
                  <c:v>3.1190000000000002</c:v>
                </c:pt>
                <c:pt idx="825">
                  <c:v>3.1139999999999999</c:v>
                </c:pt>
                <c:pt idx="826">
                  <c:v>3.12</c:v>
                </c:pt>
                <c:pt idx="827">
                  <c:v>3.1629999999999998</c:v>
                </c:pt>
                <c:pt idx="828">
                  <c:v>3.101</c:v>
                </c:pt>
                <c:pt idx="829">
                  <c:v>3.0760000000000001</c:v>
                </c:pt>
                <c:pt idx="830">
                  <c:v>3.0350000000000001</c:v>
                </c:pt>
                <c:pt idx="831">
                  <c:v>3.05</c:v>
                </c:pt>
                <c:pt idx="832">
                  <c:v>3.0579999999999998</c:v>
                </c:pt>
                <c:pt idx="833">
                  <c:v>3.0739999999999998</c:v>
                </c:pt>
                <c:pt idx="834">
                  <c:v>3.0710000000000002</c:v>
                </c:pt>
                <c:pt idx="835">
                  <c:v>3.0840000000000001</c:v>
                </c:pt>
                <c:pt idx="836">
                  <c:v>3.0459999999999998</c:v>
                </c:pt>
                <c:pt idx="837">
                  <c:v>3.024</c:v>
                </c:pt>
                <c:pt idx="838">
                  <c:v>3.024</c:v>
                </c:pt>
                <c:pt idx="839">
                  <c:v>2.9780000000000002</c:v>
                </c:pt>
                <c:pt idx="840">
                  <c:v>2.9940000000000002</c:v>
                </c:pt>
                <c:pt idx="841">
                  <c:v>3.004</c:v>
                </c:pt>
                <c:pt idx="842">
                  <c:v>2.976</c:v>
                </c:pt>
                <c:pt idx="843">
                  <c:v>2.9390000000000001</c:v>
                </c:pt>
                <c:pt idx="844">
                  <c:v>2.806</c:v>
                </c:pt>
                <c:pt idx="845">
                  <c:v>2.9350000000000001</c:v>
                </c:pt>
                <c:pt idx="846">
                  <c:v>2.9289999999999998</c:v>
                </c:pt>
                <c:pt idx="847">
                  <c:v>2.911</c:v>
                </c:pt>
                <c:pt idx="848">
                  <c:v>2.9409999999999998</c:v>
                </c:pt>
                <c:pt idx="849">
                  <c:v>2.9460000000000002</c:v>
                </c:pt>
                <c:pt idx="850">
                  <c:v>2.9180000000000001</c:v>
                </c:pt>
                <c:pt idx="851">
                  <c:v>2.8879999999999999</c:v>
                </c:pt>
                <c:pt idx="852">
                  <c:v>2.9279999999999999</c:v>
                </c:pt>
                <c:pt idx="853">
                  <c:v>2.927</c:v>
                </c:pt>
                <c:pt idx="854">
                  <c:v>2.944</c:v>
                </c:pt>
                <c:pt idx="855">
                  <c:v>2.94</c:v>
                </c:pt>
                <c:pt idx="856">
                  <c:v>2.907</c:v>
                </c:pt>
                <c:pt idx="857">
                  <c:v>2.92</c:v>
                </c:pt>
                <c:pt idx="858">
                  <c:v>2.89</c:v>
                </c:pt>
                <c:pt idx="859">
                  <c:v>2.94</c:v>
                </c:pt>
                <c:pt idx="860">
                  <c:v>2.919</c:v>
                </c:pt>
                <c:pt idx="861">
                  <c:v>2.9390000000000001</c:v>
                </c:pt>
                <c:pt idx="862">
                  <c:v>2.9529999999999998</c:v>
                </c:pt>
                <c:pt idx="863">
                  <c:v>2.9889999999999999</c:v>
                </c:pt>
                <c:pt idx="864">
                  <c:v>2.9809999999999999</c:v>
                </c:pt>
                <c:pt idx="865">
                  <c:v>2.931</c:v>
                </c:pt>
                <c:pt idx="866">
                  <c:v>2.9049999999999998</c:v>
                </c:pt>
                <c:pt idx="867">
                  <c:v>2.8809999999999998</c:v>
                </c:pt>
                <c:pt idx="868">
                  <c:v>2.8969999999999998</c:v>
                </c:pt>
                <c:pt idx="869">
                  <c:v>2.8769999999999998</c:v>
                </c:pt>
                <c:pt idx="870">
                  <c:v>2.82</c:v>
                </c:pt>
                <c:pt idx="871">
                  <c:v>2.8660000000000001</c:v>
                </c:pt>
                <c:pt idx="872">
                  <c:v>2.8220000000000001</c:v>
                </c:pt>
                <c:pt idx="873">
                  <c:v>2.843</c:v>
                </c:pt>
                <c:pt idx="874">
                  <c:v>2.8380000000000001</c:v>
                </c:pt>
                <c:pt idx="875">
                  <c:v>2.8639999999999999</c:v>
                </c:pt>
                <c:pt idx="876">
                  <c:v>2.8540000000000001</c:v>
                </c:pt>
                <c:pt idx="877">
                  <c:v>2.8119999999999998</c:v>
                </c:pt>
                <c:pt idx="878">
                  <c:v>2.8069999999999999</c:v>
                </c:pt>
                <c:pt idx="879">
                  <c:v>2.8260000000000001</c:v>
                </c:pt>
                <c:pt idx="880">
                  <c:v>2.8109999999999999</c:v>
                </c:pt>
                <c:pt idx="881">
                  <c:v>2.78</c:v>
                </c:pt>
                <c:pt idx="882">
                  <c:v>2.8239999999999998</c:v>
                </c:pt>
                <c:pt idx="883">
                  <c:v>2.96</c:v>
                </c:pt>
                <c:pt idx="884">
                  <c:v>2.9319999999999999</c:v>
                </c:pt>
                <c:pt idx="885">
                  <c:v>2.9620000000000002</c:v>
                </c:pt>
                <c:pt idx="886">
                  <c:v>2.9470000000000001</c:v>
                </c:pt>
                <c:pt idx="887">
                  <c:v>2.9380000000000002</c:v>
                </c:pt>
                <c:pt idx="888">
                  <c:v>2.9060000000000001</c:v>
                </c:pt>
                <c:pt idx="889">
                  <c:v>2.88</c:v>
                </c:pt>
                <c:pt idx="890">
                  <c:v>2.8969999999999998</c:v>
                </c:pt>
                <c:pt idx="891">
                  <c:v>2.9079999999999999</c:v>
                </c:pt>
                <c:pt idx="892">
                  <c:v>2.9020000000000001</c:v>
                </c:pt>
                <c:pt idx="893">
                  <c:v>2.9430000000000001</c:v>
                </c:pt>
                <c:pt idx="894">
                  <c:v>2.9359999999999999</c:v>
                </c:pt>
                <c:pt idx="895">
                  <c:v>2.891</c:v>
                </c:pt>
                <c:pt idx="896">
                  <c:v>2.8820000000000001</c:v>
                </c:pt>
                <c:pt idx="897">
                  <c:v>2.9319999999999999</c:v>
                </c:pt>
                <c:pt idx="898">
                  <c:v>2.9359999999999999</c:v>
                </c:pt>
                <c:pt idx="899">
                  <c:v>2.9369999999999998</c:v>
                </c:pt>
                <c:pt idx="900">
                  <c:v>2.9359999999999999</c:v>
                </c:pt>
                <c:pt idx="901">
                  <c:v>2.9390000000000001</c:v>
                </c:pt>
                <c:pt idx="902">
                  <c:v>2.9350000000000001</c:v>
                </c:pt>
                <c:pt idx="903">
                  <c:v>2.9180000000000001</c:v>
                </c:pt>
                <c:pt idx="904">
                  <c:v>2.96</c:v>
                </c:pt>
                <c:pt idx="905">
                  <c:v>2.9220000000000002</c:v>
                </c:pt>
                <c:pt idx="906">
                  <c:v>2.8889999999999998</c:v>
                </c:pt>
                <c:pt idx="907">
                  <c:v>2.9009999999999998</c:v>
                </c:pt>
                <c:pt idx="908">
                  <c:v>2.9</c:v>
                </c:pt>
                <c:pt idx="909">
                  <c:v>2.9390000000000001</c:v>
                </c:pt>
                <c:pt idx="910">
                  <c:v>2.9289999999999998</c:v>
                </c:pt>
                <c:pt idx="911">
                  <c:v>2.9409999999999998</c:v>
                </c:pt>
                <c:pt idx="912">
                  <c:v>2.915</c:v>
                </c:pt>
                <c:pt idx="913">
                  <c:v>2.8889999999999998</c:v>
                </c:pt>
                <c:pt idx="914">
                  <c:v>2.8730000000000002</c:v>
                </c:pt>
                <c:pt idx="915">
                  <c:v>2.8290000000000002</c:v>
                </c:pt>
                <c:pt idx="916">
                  <c:v>2.8159999999999998</c:v>
                </c:pt>
                <c:pt idx="917">
                  <c:v>2.7730000000000001</c:v>
                </c:pt>
                <c:pt idx="918">
                  <c:v>2.7730000000000001</c:v>
                </c:pt>
                <c:pt idx="919">
                  <c:v>2.7410000000000001</c:v>
                </c:pt>
                <c:pt idx="920">
                  <c:v>2.6379999999999999</c:v>
                </c:pt>
                <c:pt idx="921">
                  <c:v>2.6070000000000002</c:v>
                </c:pt>
                <c:pt idx="922">
                  <c:v>2.5670000000000002</c:v>
                </c:pt>
                <c:pt idx="923">
                  <c:v>2.585</c:v>
                </c:pt>
                <c:pt idx="924">
                  <c:v>2.6259999999999999</c:v>
                </c:pt>
                <c:pt idx="925">
                  <c:v>2.6030000000000002</c:v>
                </c:pt>
                <c:pt idx="926">
                  <c:v>2.62</c:v>
                </c:pt>
                <c:pt idx="927">
                  <c:v>2.5790000000000002</c:v>
                </c:pt>
                <c:pt idx="928">
                  <c:v>2.524</c:v>
                </c:pt>
                <c:pt idx="929">
                  <c:v>2.536</c:v>
                </c:pt>
                <c:pt idx="930">
                  <c:v>2.5489999999999999</c:v>
                </c:pt>
                <c:pt idx="931">
                  <c:v>2.5409999999999999</c:v>
                </c:pt>
                <c:pt idx="932">
                  <c:v>2.5529999999999999</c:v>
                </c:pt>
                <c:pt idx="933">
                  <c:v>2.621</c:v>
                </c:pt>
                <c:pt idx="934">
                  <c:v>2.536</c:v>
                </c:pt>
                <c:pt idx="935">
                  <c:v>2.6030000000000002</c:v>
                </c:pt>
                <c:pt idx="936">
                  <c:v>2.629</c:v>
                </c:pt>
                <c:pt idx="937">
                  <c:v>2.6160000000000001</c:v>
                </c:pt>
                <c:pt idx="938">
                  <c:v>2.6259999999999999</c:v>
                </c:pt>
                <c:pt idx="939">
                  <c:v>2.6480000000000001</c:v>
                </c:pt>
                <c:pt idx="940">
                  <c:v>2.6339999999999999</c:v>
                </c:pt>
                <c:pt idx="941">
                  <c:v>2.597</c:v>
                </c:pt>
                <c:pt idx="942">
                  <c:v>2.5960000000000001</c:v>
                </c:pt>
                <c:pt idx="943">
                  <c:v>2.5070000000000001</c:v>
                </c:pt>
                <c:pt idx="944">
                  <c:v>2.4820000000000002</c:v>
                </c:pt>
                <c:pt idx="945">
                  <c:v>2.524</c:v>
                </c:pt>
                <c:pt idx="946">
                  <c:v>2.508</c:v>
                </c:pt>
                <c:pt idx="947">
                  <c:v>2.5049999999999999</c:v>
                </c:pt>
                <c:pt idx="948">
                  <c:v>2.5</c:v>
                </c:pt>
                <c:pt idx="949">
                  <c:v>2.5609999999999999</c:v>
                </c:pt>
                <c:pt idx="950">
                  <c:v>2.6640000000000001</c:v>
                </c:pt>
                <c:pt idx="951">
                  <c:v>2.6459999999999999</c:v>
                </c:pt>
                <c:pt idx="952">
                  <c:v>2.6749999999999998</c:v>
                </c:pt>
                <c:pt idx="953">
                  <c:v>2.6259999999999999</c:v>
                </c:pt>
                <c:pt idx="954">
                  <c:v>2.5880000000000001</c:v>
                </c:pt>
                <c:pt idx="955">
                  <c:v>2.6230000000000002</c:v>
                </c:pt>
                <c:pt idx="956">
                  <c:v>2.5790000000000002</c:v>
                </c:pt>
                <c:pt idx="957">
                  <c:v>2.577</c:v>
                </c:pt>
                <c:pt idx="958">
                  <c:v>2.5779999999999998</c:v>
                </c:pt>
                <c:pt idx="959">
                  <c:v>2.57</c:v>
                </c:pt>
                <c:pt idx="960">
                  <c:v>2.573</c:v>
                </c:pt>
                <c:pt idx="961">
                  <c:v>2.5720000000000001</c:v>
                </c:pt>
                <c:pt idx="962">
                  <c:v>2.5840000000000001</c:v>
                </c:pt>
                <c:pt idx="963">
                  <c:v>2.5779999999999998</c:v>
                </c:pt>
                <c:pt idx="964">
                  <c:v>2.5819999999999999</c:v>
                </c:pt>
                <c:pt idx="965">
                  <c:v>2.6349999999999998</c:v>
                </c:pt>
                <c:pt idx="966">
                  <c:v>2.6379999999999999</c:v>
                </c:pt>
                <c:pt idx="967">
                  <c:v>2.633</c:v>
                </c:pt>
                <c:pt idx="968">
                  <c:v>2.6509999999999998</c:v>
                </c:pt>
                <c:pt idx="969">
                  <c:v>2.6309999999999998</c:v>
                </c:pt>
                <c:pt idx="970">
                  <c:v>2.6110000000000002</c:v>
                </c:pt>
                <c:pt idx="971">
                  <c:v>2.6230000000000002</c:v>
                </c:pt>
                <c:pt idx="972">
                  <c:v>2.641</c:v>
                </c:pt>
                <c:pt idx="973">
                  <c:v>2.63</c:v>
                </c:pt>
                <c:pt idx="974">
                  <c:v>2.6280000000000001</c:v>
                </c:pt>
                <c:pt idx="975">
                  <c:v>2.6179999999999999</c:v>
                </c:pt>
                <c:pt idx="976">
                  <c:v>2.61</c:v>
                </c:pt>
                <c:pt idx="977">
                  <c:v>2.5960000000000001</c:v>
                </c:pt>
                <c:pt idx="978">
                  <c:v>2.5910000000000002</c:v>
                </c:pt>
                <c:pt idx="979">
                  <c:v>2.5920000000000001</c:v>
                </c:pt>
                <c:pt idx="980">
                  <c:v>2.5659999999999998</c:v>
                </c:pt>
                <c:pt idx="981">
                  <c:v>2.5409999999999999</c:v>
                </c:pt>
                <c:pt idx="982">
                  <c:v>2.5649999999999999</c:v>
                </c:pt>
                <c:pt idx="983">
                  <c:v>2.5939999999999999</c:v>
                </c:pt>
                <c:pt idx="984">
                  <c:v>2.5649999999999999</c:v>
                </c:pt>
                <c:pt idx="985">
                  <c:v>2.5960000000000001</c:v>
                </c:pt>
                <c:pt idx="986">
                  <c:v>2.56</c:v>
                </c:pt>
                <c:pt idx="987">
                  <c:v>2.5499999999999998</c:v>
                </c:pt>
                <c:pt idx="988">
                  <c:v>2.57</c:v>
                </c:pt>
                <c:pt idx="989">
                  <c:v>2.5960000000000001</c:v>
                </c:pt>
                <c:pt idx="990">
                  <c:v>2.601</c:v>
                </c:pt>
                <c:pt idx="991">
                  <c:v>2.5979999999999999</c:v>
                </c:pt>
                <c:pt idx="992">
                  <c:v>2.621</c:v>
                </c:pt>
                <c:pt idx="993">
                  <c:v>2.5979999999999999</c:v>
                </c:pt>
                <c:pt idx="994">
                  <c:v>2.597</c:v>
                </c:pt>
                <c:pt idx="995">
                  <c:v>2.6040000000000001</c:v>
                </c:pt>
                <c:pt idx="996">
                  <c:v>2.6120000000000001</c:v>
                </c:pt>
                <c:pt idx="997">
                  <c:v>2.6179999999999999</c:v>
                </c:pt>
                <c:pt idx="998">
                  <c:v>2.6219999999999999</c:v>
                </c:pt>
                <c:pt idx="999">
                  <c:v>2.629</c:v>
                </c:pt>
                <c:pt idx="1000">
                  <c:v>2.569</c:v>
                </c:pt>
                <c:pt idx="1001">
                  <c:v>2.581</c:v>
                </c:pt>
                <c:pt idx="1002">
                  <c:v>2.5840000000000001</c:v>
                </c:pt>
                <c:pt idx="1003">
                  <c:v>2.5289999999999999</c:v>
                </c:pt>
                <c:pt idx="1004">
                  <c:v>2.4609999999999999</c:v>
                </c:pt>
                <c:pt idx="1005">
                  <c:v>2.4049999999999998</c:v>
                </c:pt>
                <c:pt idx="1006">
                  <c:v>2.4129999999999998</c:v>
                </c:pt>
                <c:pt idx="1007">
                  <c:v>2.4340000000000002</c:v>
                </c:pt>
                <c:pt idx="1008">
                  <c:v>2.4369999999999998</c:v>
                </c:pt>
                <c:pt idx="1009">
                  <c:v>2.411</c:v>
                </c:pt>
                <c:pt idx="1010">
                  <c:v>2.4079999999999999</c:v>
                </c:pt>
                <c:pt idx="1011">
                  <c:v>2.399</c:v>
                </c:pt>
                <c:pt idx="1012">
                  <c:v>2.351</c:v>
                </c:pt>
                <c:pt idx="1013">
                  <c:v>2.3849999999999998</c:v>
                </c:pt>
                <c:pt idx="1014">
                  <c:v>2.3620000000000001</c:v>
                </c:pt>
                <c:pt idx="1015">
                  <c:v>2.331</c:v>
                </c:pt>
                <c:pt idx="1016">
                  <c:v>2.33</c:v>
                </c:pt>
                <c:pt idx="1017">
                  <c:v>2.3370000000000002</c:v>
                </c:pt>
                <c:pt idx="1018">
                  <c:v>2.3410000000000002</c:v>
                </c:pt>
                <c:pt idx="1019">
                  <c:v>2.3050000000000002</c:v>
                </c:pt>
                <c:pt idx="1020">
                  <c:v>2.3159999999999998</c:v>
                </c:pt>
                <c:pt idx="1021">
                  <c:v>2.31</c:v>
                </c:pt>
                <c:pt idx="1022">
                  <c:v>2.2669999999999999</c:v>
                </c:pt>
                <c:pt idx="1023">
                  <c:v>2.282</c:v>
                </c:pt>
                <c:pt idx="1024">
                  <c:v>2.2530000000000001</c:v>
                </c:pt>
                <c:pt idx="1025">
                  <c:v>2.2810000000000001</c:v>
                </c:pt>
                <c:pt idx="1026">
                  <c:v>2.331</c:v>
                </c:pt>
                <c:pt idx="1027">
                  <c:v>2.33</c:v>
                </c:pt>
                <c:pt idx="1028">
                  <c:v>2.37</c:v>
                </c:pt>
                <c:pt idx="1029">
                  <c:v>2.351</c:v>
                </c:pt>
                <c:pt idx="1030">
                  <c:v>2.3620000000000001</c:v>
                </c:pt>
                <c:pt idx="1031">
                  <c:v>2.319</c:v>
                </c:pt>
                <c:pt idx="1032">
                  <c:v>2.3660000000000001</c:v>
                </c:pt>
                <c:pt idx="1033">
                  <c:v>2.33</c:v>
                </c:pt>
                <c:pt idx="1034">
                  <c:v>2.3450000000000002</c:v>
                </c:pt>
                <c:pt idx="1035">
                  <c:v>2.3359999999999999</c:v>
                </c:pt>
                <c:pt idx="1036">
                  <c:v>2.3380000000000001</c:v>
                </c:pt>
                <c:pt idx="1037">
                  <c:v>2.3479999999999999</c:v>
                </c:pt>
                <c:pt idx="1038">
                  <c:v>2.34</c:v>
                </c:pt>
                <c:pt idx="1039">
                  <c:v>2.3140000000000001</c:v>
                </c:pt>
                <c:pt idx="1040">
                  <c:v>2.3410000000000002</c:v>
                </c:pt>
                <c:pt idx="1041">
                  <c:v>2.347</c:v>
                </c:pt>
                <c:pt idx="1042">
                  <c:v>2.34</c:v>
                </c:pt>
                <c:pt idx="1043">
                  <c:v>2.4140000000000001</c:v>
                </c:pt>
                <c:pt idx="1044">
                  <c:v>2.4119999999999999</c:v>
                </c:pt>
                <c:pt idx="1045">
                  <c:v>2.4049999999999998</c:v>
                </c:pt>
                <c:pt idx="1046">
                  <c:v>2.3849999999999998</c:v>
                </c:pt>
                <c:pt idx="1047">
                  <c:v>2.419</c:v>
                </c:pt>
                <c:pt idx="1048">
                  <c:v>2.4289999999999998</c:v>
                </c:pt>
                <c:pt idx="1049">
                  <c:v>2.4620000000000002</c:v>
                </c:pt>
                <c:pt idx="1050">
                  <c:v>2.4830000000000001</c:v>
                </c:pt>
                <c:pt idx="1051">
                  <c:v>2.448</c:v>
                </c:pt>
                <c:pt idx="1052">
                  <c:v>2.472</c:v>
                </c:pt>
                <c:pt idx="1053">
                  <c:v>2.4750000000000001</c:v>
                </c:pt>
                <c:pt idx="1054">
                  <c:v>2.4630000000000001</c:v>
                </c:pt>
                <c:pt idx="1055">
                  <c:v>2.4980000000000002</c:v>
                </c:pt>
                <c:pt idx="1056">
                  <c:v>2.4609999999999999</c:v>
                </c:pt>
                <c:pt idx="1057">
                  <c:v>2.46</c:v>
                </c:pt>
                <c:pt idx="1058">
                  <c:v>2.4540000000000002</c:v>
                </c:pt>
                <c:pt idx="1059">
                  <c:v>2.4529999999999998</c:v>
                </c:pt>
                <c:pt idx="1060">
                  <c:v>2.452</c:v>
                </c:pt>
                <c:pt idx="1061">
                  <c:v>2.4540000000000002</c:v>
                </c:pt>
                <c:pt idx="1062">
                  <c:v>2.4830000000000001</c:v>
                </c:pt>
                <c:pt idx="1063">
                  <c:v>2.4489999999999998</c:v>
                </c:pt>
                <c:pt idx="1064">
                  <c:v>2.4670000000000001</c:v>
                </c:pt>
                <c:pt idx="1065">
                  <c:v>2.4820000000000002</c:v>
                </c:pt>
                <c:pt idx="1066">
                  <c:v>2.4769999999999999</c:v>
                </c:pt>
                <c:pt idx="1067">
                  <c:v>2.4780000000000002</c:v>
                </c:pt>
                <c:pt idx="1068">
                  <c:v>2.4329999999999998</c:v>
                </c:pt>
                <c:pt idx="1069">
                  <c:v>2.448</c:v>
                </c:pt>
                <c:pt idx="1070">
                  <c:v>2.4740000000000002</c:v>
                </c:pt>
                <c:pt idx="1071">
                  <c:v>2.4630000000000001</c:v>
                </c:pt>
                <c:pt idx="1072">
                  <c:v>2.4590000000000001</c:v>
                </c:pt>
                <c:pt idx="1073">
                  <c:v>2.4790000000000001</c:v>
                </c:pt>
                <c:pt idx="1074">
                  <c:v>2.4740000000000002</c:v>
                </c:pt>
                <c:pt idx="1075">
                  <c:v>2.456</c:v>
                </c:pt>
                <c:pt idx="1076">
                  <c:v>2.4630000000000001</c:v>
                </c:pt>
                <c:pt idx="1077">
                  <c:v>2.4580000000000002</c:v>
                </c:pt>
                <c:pt idx="1078">
                  <c:v>2.4670000000000001</c:v>
                </c:pt>
                <c:pt idx="1079">
                  <c:v>2.4849999999999999</c:v>
                </c:pt>
                <c:pt idx="1080">
                  <c:v>2.464</c:v>
                </c:pt>
                <c:pt idx="1081">
                  <c:v>2.46</c:v>
                </c:pt>
                <c:pt idx="1082">
                  <c:v>2.4540000000000002</c:v>
                </c:pt>
                <c:pt idx="1083">
                  <c:v>2.46</c:v>
                </c:pt>
                <c:pt idx="1084">
                  <c:v>2.4780000000000002</c:v>
                </c:pt>
                <c:pt idx="1085">
                  <c:v>2.4209999999999998</c:v>
                </c:pt>
                <c:pt idx="1086">
                  <c:v>2.4249999999999998</c:v>
                </c:pt>
                <c:pt idx="1087">
                  <c:v>2.4300000000000002</c:v>
                </c:pt>
                <c:pt idx="1088">
                  <c:v>2.4079999999999999</c:v>
                </c:pt>
                <c:pt idx="1089">
                  <c:v>2.4089999999999998</c:v>
                </c:pt>
                <c:pt idx="1090">
                  <c:v>2.42</c:v>
                </c:pt>
                <c:pt idx="1091">
                  <c:v>2.431</c:v>
                </c:pt>
                <c:pt idx="1092">
                  <c:v>2.4169999999999998</c:v>
                </c:pt>
                <c:pt idx="1093">
                  <c:v>2.4039999999999999</c:v>
                </c:pt>
                <c:pt idx="1094">
                  <c:v>2.4260000000000002</c:v>
                </c:pt>
                <c:pt idx="1095">
                  <c:v>2.444</c:v>
                </c:pt>
                <c:pt idx="1096">
                  <c:v>2.4409999999999998</c:v>
                </c:pt>
                <c:pt idx="1097">
                  <c:v>2.4380000000000002</c:v>
                </c:pt>
                <c:pt idx="1098">
                  <c:v>2.456</c:v>
                </c:pt>
                <c:pt idx="1099">
                  <c:v>2.4340000000000002</c:v>
                </c:pt>
                <c:pt idx="1100">
                  <c:v>2.4220000000000002</c:v>
                </c:pt>
                <c:pt idx="1101">
                  <c:v>2.4020000000000001</c:v>
                </c:pt>
                <c:pt idx="1102">
                  <c:v>2.4159999999999999</c:v>
                </c:pt>
                <c:pt idx="1103">
                  <c:v>2.4260000000000002</c:v>
                </c:pt>
                <c:pt idx="1104">
                  <c:v>2.4350000000000001</c:v>
                </c:pt>
                <c:pt idx="1105">
                  <c:v>2.4500000000000002</c:v>
                </c:pt>
                <c:pt idx="1106">
                  <c:v>2.4750000000000001</c:v>
                </c:pt>
                <c:pt idx="1107">
                  <c:v>2.472</c:v>
                </c:pt>
                <c:pt idx="1108">
                  <c:v>2.46</c:v>
                </c:pt>
                <c:pt idx="1109">
                  <c:v>2.448</c:v>
                </c:pt>
                <c:pt idx="1110">
                  <c:v>2.4249999999999998</c:v>
                </c:pt>
                <c:pt idx="1111">
                  <c:v>2.4300000000000002</c:v>
                </c:pt>
                <c:pt idx="1112">
                  <c:v>2.42</c:v>
                </c:pt>
                <c:pt idx="1113">
                  <c:v>2.431</c:v>
                </c:pt>
                <c:pt idx="1114">
                  <c:v>2.4430000000000001</c:v>
                </c:pt>
                <c:pt idx="1115">
                  <c:v>2.4169999999999998</c:v>
                </c:pt>
                <c:pt idx="1116">
                  <c:v>2.4180000000000001</c:v>
                </c:pt>
                <c:pt idx="1117">
                  <c:v>2.403</c:v>
                </c:pt>
                <c:pt idx="1118">
                  <c:v>2.4409999999999998</c:v>
                </c:pt>
                <c:pt idx="1119">
                  <c:v>2.4590000000000001</c:v>
                </c:pt>
                <c:pt idx="1120">
                  <c:v>2.46</c:v>
                </c:pt>
                <c:pt idx="1121">
                  <c:v>2.4889999999999999</c:v>
                </c:pt>
                <c:pt idx="1122">
                  <c:v>2.528</c:v>
                </c:pt>
                <c:pt idx="1123">
                  <c:v>2.5619999999999998</c:v>
                </c:pt>
                <c:pt idx="1124">
                  <c:v>2.5630000000000002</c:v>
                </c:pt>
                <c:pt idx="1125">
                  <c:v>2.5819999999999999</c:v>
                </c:pt>
                <c:pt idx="1126">
                  <c:v>2.5960000000000001</c:v>
                </c:pt>
                <c:pt idx="1127">
                  <c:v>2.581</c:v>
                </c:pt>
                <c:pt idx="1128">
                  <c:v>2.5910000000000002</c:v>
                </c:pt>
                <c:pt idx="1129">
                  <c:v>2.5539999999999998</c:v>
                </c:pt>
                <c:pt idx="1130">
                  <c:v>2.5329999999999999</c:v>
                </c:pt>
                <c:pt idx="1131">
                  <c:v>2.52</c:v>
                </c:pt>
                <c:pt idx="1132">
                  <c:v>2.569</c:v>
                </c:pt>
                <c:pt idx="1133">
                  <c:v>2.5550000000000002</c:v>
                </c:pt>
                <c:pt idx="1134">
                  <c:v>2.569</c:v>
                </c:pt>
                <c:pt idx="1135">
                  <c:v>2.6</c:v>
                </c:pt>
                <c:pt idx="1136">
                  <c:v>2.5720000000000001</c:v>
                </c:pt>
                <c:pt idx="1137">
                  <c:v>2.605</c:v>
                </c:pt>
                <c:pt idx="1138">
                  <c:v>2.5910000000000002</c:v>
                </c:pt>
                <c:pt idx="1139">
                  <c:v>2.62</c:v>
                </c:pt>
                <c:pt idx="1140">
                  <c:v>2.633</c:v>
                </c:pt>
                <c:pt idx="1141">
                  <c:v>2.677</c:v>
                </c:pt>
                <c:pt idx="1142">
                  <c:v>2.7320000000000002</c:v>
                </c:pt>
                <c:pt idx="1143">
                  <c:v>2.7160000000000002</c:v>
                </c:pt>
                <c:pt idx="1144">
                  <c:v>2.7410000000000001</c:v>
                </c:pt>
                <c:pt idx="1145">
                  <c:v>2.7290000000000001</c:v>
                </c:pt>
                <c:pt idx="1146">
                  <c:v>2.7669999999999999</c:v>
                </c:pt>
                <c:pt idx="1147">
                  <c:v>2.8340000000000001</c:v>
                </c:pt>
                <c:pt idx="1148">
                  <c:v>2.8940000000000001</c:v>
                </c:pt>
                <c:pt idx="1149">
                  <c:v>2.8650000000000002</c:v>
                </c:pt>
                <c:pt idx="1150">
                  <c:v>2.831</c:v>
                </c:pt>
                <c:pt idx="1151">
                  <c:v>2.923</c:v>
                </c:pt>
                <c:pt idx="1152">
                  <c:v>2.9319999999999999</c:v>
                </c:pt>
                <c:pt idx="1153">
                  <c:v>2.944</c:v>
                </c:pt>
                <c:pt idx="1154">
                  <c:v>2.9140000000000001</c:v>
                </c:pt>
                <c:pt idx="1155">
                  <c:v>2.8719999999999999</c:v>
                </c:pt>
                <c:pt idx="1156">
                  <c:v>2.8690000000000002</c:v>
                </c:pt>
                <c:pt idx="1157">
                  <c:v>2.9079999999999999</c:v>
                </c:pt>
                <c:pt idx="1158">
                  <c:v>2.8719999999999999</c:v>
                </c:pt>
                <c:pt idx="1159">
                  <c:v>2.9039999999999999</c:v>
                </c:pt>
                <c:pt idx="1160">
                  <c:v>2.9020000000000001</c:v>
                </c:pt>
                <c:pt idx="1161">
                  <c:v>2.895</c:v>
                </c:pt>
                <c:pt idx="1162">
                  <c:v>3.0129999999999999</c:v>
                </c:pt>
                <c:pt idx="1163">
                  <c:v>2.9910000000000001</c:v>
                </c:pt>
                <c:pt idx="1164">
                  <c:v>3.0449999999999999</c:v>
                </c:pt>
                <c:pt idx="1165">
                  <c:v>3.0219999999999998</c:v>
                </c:pt>
                <c:pt idx="1166">
                  <c:v>3.0409999999999999</c:v>
                </c:pt>
                <c:pt idx="1167">
                  <c:v>3.0249999999999999</c:v>
                </c:pt>
                <c:pt idx="1168">
                  <c:v>2.9940000000000002</c:v>
                </c:pt>
                <c:pt idx="1169">
                  <c:v>3.0339999999999998</c:v>
                </c:pt>
                <c:pt idx="1170">
                  <c:v>3.0840000000000001</c:v>
                </c:pt>
                <c:pt idx="1171">
                  <c:v>3.0950000000000002</c:v>
                </c:pt>
                <c:pt idx="1172">
                  <c:v>3.101</c:v>
                </c:pt>
                <c:pt idx="1173">
                  <c:v>3.093</c:v>
                </c:pt>
                <c:pt idx="1174">
                  <c:v>3</c:v>
                </c:pt>
                <c:pt idx="1175">
                  <c:v>2.9990000000000001</c:v>
                </c:pt>
                <c:pt idx="1176">
                  <c:v>2.996</c:v>
                </c:pt>
                <c:pt idx="1177">
                  <c:v>2.9670000000000001</c:v>
                </c:pt>
                <c:pt idx="1178">
                  <c:v>3.01</c:v>
                </c:pt>
                <c:pt idx="1179">
                  <c:v>2.9990000000000001</c:v>
                </c:pt>
                <c:pt idx="1180">
                  <c:v>2.9630000000000001</c:v>
                </c:pt>
                <c:pt idx="1181">
                  <c:v>2.9390000000000001</c:v>
                </c:pt>
                <c:pt idx="1182">
                  <c:v>2.9580000000000002</c:v>
                </c:pt>
                <c:pt idx="1183">
                  <c:v>2.9390000000000001</c:v>
                </c:pt>
                <c:pt idx="1184">
                  <c:v>2.952</c:v>
                </c:pt>
                <c:pt idx="1185">
                  <c:v>2.9529999999999998</c:v>
                </c:pt>
                <c:pt idx="1186">
                  <c:v>2.9350000000000001</c:v>
                </c:pt>
                <c:pt idx="1187">
                  <c:v>2.9329999999999998</c:v>
                </c:pt>
                <c:pt idx="1188">
                  <c:v>2.948</c:v>
                </c:pt>
                <c:pt idx="1189">
                  <c:v>2.91</c:v>
                </c:pt>
                <c:pt idx="1190">
                  <c:v>2.9020000000000001</c:v>
                </c:pt>
                <c:pt idx="1191">
                  <c:v>2.9420000000000002</c:v>
                </c:pt>
                <c:pt idx="1192">
                  <c:v>2.98</c:v>
                </c:pt>
                <c:pt idx="1193">
                  <c:v>3.0030000000000001</c:v>
                </c:pt>
                <c:pt idx="1194">
                  <c:v>2.996</c:v>
                </c:pt>
                <c:pt idx="1195">
                  <c:v>3.09</c:v>
                </c:pt>
                <c:pt idx="1196">
                  <c:v>3.08</c:v>
                </c:pt>
                <c:pt idx="1197">
                  <c:v>3.13</c:v>
                </c:pt>
                <c:pt idx="1198">
                  <c:v>3.1909999999999998</c:v>
                </c:pt>
                <c:pt idx="1199">
                  <c:v>3.1379999999999999</c:v>
                </c:pt>
                <c:pt idx="1200">
                  <c:v>3.109</c:v>
                </c:pt>
                <c:pt idx="1201">
                  <c:v>3.137</c:v>
                </c:pt>
                <c:pt idx="1202">
                  <c:v>3.0960000000000001</c:v>
                </c:pt>
                <c:pt idx="1203">
                  <c:v>3.0939999999999999</c:v>
                </c:pt>
                <c:pt idx="1204">
                  <c:v>3.0670000000000002</c:v>
                </c:pt>
                <c:pt idx="1205">
                  <c:v>3.1059999999999999</c:v>
                </c:pt>
                <c:pt idx="1206">
                  <c:v>3.1379999999999999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6C-43CD-8CDF-873E287264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5Y</c:v>
                </c:pt>
              </c:strCache>
            </c:strRef>
          </c:tx>
          <c:spPr>
            <a:ln w="12700" cap="rnd">
              <a:solidFill>
                <a:schemeClr val="accent6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Sheet1!$A$2:$A$1208</c:f>
              <c:strCache>
                <c:ptCount val="1207"/>
                <c:pt idx="0">
                  <c:v>2021-03-10</c:v>
                </c:pt>
                <c:pt idx="1">
                  <c:v>2021-03-11</c:v>
                </c:pt>
                <c:pt idx="2">
                  <c:v>2021-03-12</c:v>
                </c:pt>
                <c:pt idx="3">
                  <c:v>2021-03-15</c:v>
                </c:pt>
                <c:pt idx="4">
                  <c:v>2021-03-16</c:v>
                </c:pt>
                <c:pt idx="5">
                  <c:v>2021-03-17</c:v>
                </c:pt>
                <c:pt idx="6">
                  <c:v>2021-03-18</c:v>
                </c:pt>
                <c:pt idx="7">
                  <c:v>2021-03-19</c:v>
                </c:pt>
                <c:pt idx="8">
                  <c:v>2021-03-22</c:v>
                </c:pt>
                <c:pt idx="9">
                  <c:v>2021-03-23</c:v>
                </c:pt>
                <c:pt idx="10">
                  <c:v>2021-03-24</c:v>
                </c:pt>
                <c:pt idx="11">
                  <c:v>2021-03-25</c:v>
                </c:pt>
                <c:pt idx="12">
                  <c:v>2021-03-26</c:v>
                </c:pt>
                <c:pt idx="13">
                  <c:v>2021-03-29</c:v>
                </c:pt>
                <c:pt idx="14">
                  <c:v>2021-03-30</c:v>
                </c:pt>
                <c:pt idx="15">
                  <c:v>2021-03-31</c:v>
                </c:pt>
                <c:pt idx="16">
                  <c:v>2021-04-01</c:v>
                </c:pt>
                <c:pt idx="17">
                  <c:v>2021-04-02</c:v>
                </c:pt>
                <c:pt idx="18">
                  <c:v>2021-04-05</c:v>
                </c:pt>
                <c:pt idx="19">
                  <c:v>2021-04-06</c:v>
                </c:pt>
                <c:pt idx="20">
                  <c:v>2021-04-07</c:v>
                </c:pt>
                <c:pt idx="21">
                  <c:v>2021-04-08</c:v>
                </c:pt>
                <c:pt idx="22">
                  <c:v>2021-04-09</c:v>
                </c:pt>
                <c:pt idx="23">
                  <c:v>2021-04-12</c:v>
                </c:pt>
                <c:pt idx="24">
                  <c:v>2021-04-13</c:v>
                </c:pt>
                <c:pt idx="25">
                  <c:v>2021-04-14</c:v>
                </c:pt>
                <c:pt idx="26">
                  <c:v>2021-04-15</c:v>
                </c:pt>
                <c:pt idx="27">
                  <c:v>2021-04-16</c:v>
                </c:pt>
                <c:pt idx="28">
                  <c:v>2021-04-19</c:v>
                </c:pt>
                <c:pt idx="29">
                  <c:v>2021-04-20</c:v>
                </c:pt>
                <c:pt idx="30">
                  <c:v>2021-04-21</c:v>
                </c:pt>
                <c:pt idx="31">
                  <c:v>2021-04-22</c:v>
                </c:pt>
                <c:pt idx="32">
                  <c:v>2021-04-23</c:v>
                </c:pt>
                <c:pt idx="33">
                  <c:v>2021-04-26</c:v>
                </c:pt>
                <c:pt idx="34">
                  <c:v>2021-04-27</c:v>
                </c:pt>
                <c:pt idx="35">
                  <c:v>2021-04-28</c:v>
                </c:pt>
                <c:pt idx="36">
                  <c:v>2021-04-29</c:v>
                </c:pt>
                <c:pt idx="37">
                  <c:v>2021-04-30</c:v>
                </c:pt>
                <c:pt idx="38">
                  <c:v>2021-05-03</c:v>
                </c:pt>
                <c:pt idx="39">
                  <c:v>2021-05-04</c:v>
                </c:pt>
                <c:pt idx="40">
                  <c:v>2021-05-06</c:v>
                </c:pt>
                <c:pt idx="41">
                  <c:v>2021-05-07</c:v>
                </c:pt>
                <c:pt idx="42">
                  <c:v>2021-05-10</c:v>
                </c:pt>
                <c:pt idx="43">
                  <c:v>2021-05-11</c:v>
                </c:pt>
                <c:pt idx="44">
                  <c:v>2021-05-12</c:v>
                </c:pt>
                <c:pt idx="45">
                  <c:v>2021-05-13</c:v>
                </c:pt>
                <c:pt idx="46">
                  <c:v>2021-05-14</c:v>
                </c:pt>
                <c:pt idx="47">
                  <c:v>2021-05-17</c:v>
                </c:pt>
                <c:pt idx="48">
                  <c:v>2021-05-18</c:v>
                </c:pt>
                <c:pt idx="49">
                  <c:v>2021-05-20</c:v>
                </c:pt>
                <c:pt idx="50">
                  <c:v>2021-05-21</c:v>
                </c:pt>
                <c:pt idx="51">
                  <c:v>2021-05-24</c:v>
                </c:pt>
                <c:pt idx="52">
                  <c:v>2021-05-25</c:v>
                </c:pt>
                <c:pt idx="53">
                  <c:v>2021-05-26</c:v>
                </c:pt>
                <c:pt idx="54">
                  <c:v>2021-05-27</c:v>
                </c:pt>
                <c:pt idx="55">
                  <c:v>2021-05-28</c:v>
                </c:pt>
                <c:pt idx="56">
                  <c:v>2021-05-31</c:v>
                </c:pt>
                <c:pt idx="57">
                  <c:v>2021-06-01</c:v>
                </c:pt>
                <c:pt idx="58">
                  <c:v>2021-06-02</c:v>
                </c:pt>
                <c:pt idx="59">
                  <c:v>2021-06-03</c:v>
                </c:pt>
                <c:pt idx="60">
                  <c:v>2021-06-04</c:v>
                </c:pt>
                <c:pt idx="61">
                  <c:v>2021-06-07</c:v>
                </c:pt>
                <c:pt idx="62">
                  <c:v>2021-06-08</c:v>
                </c:pt>
                <c:pt idx="63">
                  <c:v>2021-06-09</c:v>
                </c:pt>
                <c:pt idx="64">
                  <c:v>2021-06-10</c:v>
                </c:pt>
                <c:pt idx="65">
                  <c:v>2021-06-11</c:v>
                </c:pt>
                <c:pt idx="66">
                  <c:v>2021-06-14</c:v>
                </c:pt>
                <c:pt idx="67">
                  <c:v>2021-06-15</c:v>
                </c:pt>
                <c:pt idx="68">
                  <c:v>2021-06-16</c:v>
                </c:pt>
                <c:pt idx="69">
                  <c:v>2021-06-17</c:v>
                </c:pt>
                <c:pt idx="70">
                  <c:v>2021-06-18</c:v>
                </c:pt>
                <c:pt idx="71">
                  <c:v>2021-06-21</c:v>
                </c:pt>
                <c:pt idx="72">
                  <c:v>2021-06-22</c:v>
                </c:pt>
                <c:pt idx="73">
                  <c:v>2021-06-23</c:v>
                </c:pt>
                <c:pt idx="74">
                  <c:v>2021-06-24</c:v>
                </c:pt>
                <c:pt idx="75">
                  <c:v>2021-06-25</c:v>
                </c:pt>
                <c:pt idx="76">
                  <c:v>2021-06-28</c:v>
                </c:pt>
                <c:pt idx="77">
                  <c:v>2021-06-29</c:v>
                </c:pt>
                <c:pt idx="78">
                  <c:v>2021-06-30</c:v>
                </c:pt>
                <c:pt idx="79">
                  <c:v>2021-07-01</c:v>
                </c:pt>
                <c:pt idx="80">
                  <c:v>2021-07-02</c:v>
                </c:pt>
                <c:pt idx="81">
                  <c:v>2021-07-05</c:v>
                </c:pt>
                <c:pt idx="82">
                  <c:v>2021-07-06</c:v>
                </c:pt>
                <c:pt idx="83">
                  <c:v>2021-07-07</c:v>
                </c:pt>
                <c:pt idx="84">
                  <c:v>2021-07-08</c:v>
                </c:pt>
                <c:pt idx="85">
                  <c:v>2021-07-09</c:v>
                </c:pt>
                <c:pt idx="86">
                  <c:v>2021-07-12</c:v>
                </c:pt>
                <c:pt idx="87">
                  <c:v>2021-07-13</c:v>
                </c:pt>
                <c:pt idx="88">
                  <c:v>2021-07-14</c:v>
                </c:pt>
                <c:pt idx="89">
                  <c:v>2021-07-15</c:v>
                </c:pt>
                <c:pt idx="90">
                  <c:v>2021-07-16</c:v>
                </c:pt>
                <c:pt idx="91">
                  <c:v>2021-07-19</c:v>
                </c:pt>
                <c:pt idx="92">
                  <c:v>2021-07-20</c:v>
                </c:pt>
                <c:pt idx="93">
                  <c:v>2021-07-21</c:v>
                </c:pt>
                <c:pt idx="94">
                  <c:v>2021-07-22</c:v>
                </c:pt>
                <c:pt idx="95">
                  <c:v>2021-07-23</c:v>
                </c:pt>
                <c:pt idx="96">
                  <c:v>2021-07-26</c:v>
                </c:pt>
                <c:pt idx="97">
                  <c:v>2021-07-27</c:v>
                </c:pt>
                <c:pt idx="98">
                  <c:v>2021-07-28</c:v>
                </c:pt>
                <c:pt idx="99">
                  <c:v>2021-07-29</c:v>
                </c:pt>
                <c:pt idx="100">
                  <c:v>2021-07-30</c:v>
                </c:pt>
                <c:pt idx="101">
                  <c:v>2021-08-02</c:v>
                </c:pt>
                <c:pt idx="102">
                  <c:v>2021-08-03</c:v>
                </c:pt>
                <c:pt idx="103">
                  <c:v>2021-08-04</c:v>
                </c:pt>
                <c:pt idx="104">
                  <c:v>2021-08-05</c:v>
                </c:pt>
                <c:pt idx="105">
                  <c:v>2021-08-06</c:v>
                </c:pt>
                <c:pt idx="106">
                  <c:v>2021-08-09</c:v>
                </c:pt>
                <c:pt idx="107">
                  <c:v>2021-08-10</c:v>
                </c:pt>
                <c:pt idx="108">
                  <c:v>2021-08-11</c:v>
                </c:pt>
                <c:pt idx="109">
                  <c:v>2021-08-12</c:v>
                </c:pt>
                <c:pt idx="110">
                  <c:v>2021-08-13</c:v>
                </c:pt>
                <c:pt idx="111">
                  <c:v>2021-08-17</c:v>
                </c:pt>
                <c:pt idx="112">
                  <c:v>2021-08-18</c:v>
                </c:pt>
                <c:pt idx="113">
                  <c:v>2021-08-19</c:v>
                </c:pt>
                <c:pt idx="114">
                  <c:v>2021-08-20</c:v>
                </c:pt>
                <c:pt idx="115">
                  <c:v>2021-08-23</c:v>
                </c:pt>
                <c:pt idx="116">
                  <c:v>2021-08-24</c:v>
                </c:pt>
                <c:pt idx="117">
                  <c:v>2021-08-25</c:v>
                </c:pt>
                <c:pt idx="118">
                  <c:v>2021-08-26</c:v>
                </c:pt>
                <c:pt idx="119">
                  <c:v>2021-08-27</c:v>
                </c:pt>
                <c:pt idx="120">
                  <c:v>2021-08-30</c:v>
                </c:pt>
                <c:pt idx="121">
                  <c:v>2021-08-31</c:v>
                </c:pt>
                <c:pt idx="122">
                  <c:v>2021-09-01</c:v>
                </c:pt>
                <c:pt idx="123">
                  <c:v>2021-09-02</c:v>
                </c:pt>
                <c:pt idx="124">
                  <c:v>2021-09-03</c:v>
                </c:pt>
                <c:pt idx="125">
                  <c:v>2021-09-06</c:v>
                </c:pt>
                <c:pt idx="126">
                  <c:v>2021-09-07</c:v>
                </c:pt>
                <c:pt idx="127">
                  <c:v>2021-09-08</c:v>
                </c:pt>
                <c:pt idx="128">
                  <c:v>2021-09-09</c:v>
                </c:pt>
                <c:pt idx="129">
                  <c:v>2021-09-10</c:v>
                </c:pt>
                <c:pt idx="130">
                  <c:v>2021-09-13</c:v>
                </c:pt>
                <c:pt idx="131">
                  <c:v>2021-09-14</c:v>
                </c:pt>
                <c:pt idx="132">
                  <c:v>2021-09-15</c:v>
                </c:pt>
                <c:pt idx="133">
                  <c:v>2021-09-16</c:v>
                </c:pt>
                <c:pt idx="134">
                  <c:v>2021-09-17</c:v>
                </c:pt>
                <c:pt idx="135">
                  <c:v>2021-09-23</c:v>
                </c:pt>
                <c:pt idx="136">
                  <c:v>2021-09-24</c:v>
                </c:pt>
                <c:pt idx="137">
                  <c:v>2021-09-27</c:v>
                </c:pt>
                <c:pt idx="138">
                  <c:v>2021-09-28</c:v>
                </c:pt>
                <c:pt idx="139">
                  <c:v>2021-09-29</c:v>
                </c:pt>
                <c:pt idx="140">
                  <c:v>2021-09-30</c:v>
                </c:pt>
                <c:pt idx="141">
                  <c:v>2021-10-01</c:v>
                </c:pt>
                <c:pt idx="142">
                  <c:v>2021-10-05</c:v>
                </c:pt>
                <c:pt idx="143">
                  <c:v>2021-10-06</c:v>
                </c:pt>
                <c:pt idx="144">
                  <c:v>2021-10-07</c:v>
                </c:pt>
                <c:pt idx="145">
                  <c:v>2021-10-08</c:v>
                </c:pt>
                <c:pt idx="146">
                  <c:v>2021-10-12</c:v>
                </c:pt>
                <c:pt idx="147">
                  <c:v>2021-10-13</c:v>
                </c:pt>
                <c:pt idx="148">
                  <c:v>2021-10-14</c:v>
                </c:pt>
                <c:pt idx="149">
                  <c:v>2021-10-15</c:v>
                </c:pt>
                <c:pt idx="150">
                  <c:v>2021-10-18</c:v>
                </c:pt>
                <c:pt idx="151">
                  <c:v>2021-10-19</c:v>
                </c:pt>
                <c:pt idx="152">
                  <c:v>2021-10-20</c:v>
                </c:pt>
                <c:pt idx="153">
                  <c:v>2021-10-21</c:v>
                </c:pt>
                <c:pt idx="154">
                  <c:v>2021-10-22</c:v>
                </c:pt>
                <c:pt idx="155">
                  <c:v>2021-10-25</c:v>
                </c:pt>
                <c:pt idx="156">
                  <c:v>2021-10-26</c:v>
                </c:pt>
                <c:pt idx="157">
                  <c:v>2021-10-27</c:v>
                </c:pt>
                <c:pt idx="158">
                  <c:v>2021-10-28</c:v>
                </c:pt>
                <c:pt idx="159">
                  <c:v>2021-10-29</c:v>
                </c:pt>
                <c:pt idx="160">
                  <c:v>2021-11-01</c:v>
                </c:pt>
                <c:pt idx="161">
                  <c:v>2021-11-02</c:v>
                </c:pt>
                <c:pt idx="162">
                  <c:v>2021-11-03</c:v>
                </c:pt>
                <c:pt idx="163">
                  <c:v>2021-11-04</c:v>
                </c:pt>
                <c:pt idx="164">
                  <c:v>2021-11-05</c:v>
                </c:pt>
                <c:pt idx="165">
                  <c:v>2021-11-08</c:v>
                </c:pt>
                <c:pt idx="166">
                  <c:v>2021-11-09</c:v>
                </c:pt>
                <c:pt idx="167">
                  <c:v>2021-11-10</c:v>
                </c:pt>
                <c:pt idx="168">
                  <c:v>2021-11-11</c:v>
                </c:pt>
                <c:pt idx="169">
                  <c:v>2021-11-12</c:v>
                </c:pt>
                <c:pt idx="170">
                  <c:v>2021-11-15</c:v>
                </c:pt>
                <c:pt idx="171">
                  <c:v>2021-11-16</c:v>
                </c:pt>
                <c:pt idx="172">
                  <c:v>2021-11-17</c:v>
                </c:pt>
                <c:pt idx="173">
                  <c:v>2021-11-18</c:v>
                </c:pt>
                <c:pt idx="174">
                  <c:v>2021-11-19</c:v>
                </c:pt>
                <c:pt idx="175">
                  <c:v>2021-11-22</c:v>
                </c:pt>
                <c:pt idx="176">
                  <c:v>2021-11-23</c:v>
                </c:pt>
                <c:pt idx="177">
                  <c:v>2021-11-24</c:v>
                </c:pt>
                <c:pt idx="178">
                  <c:v>2021-11-25</c:v>
                </c:pt>
                <c:pt idx="179">
                  <c:v>2021-11-26</c:v>
                </c:pt>
                <c:pt idx="180">
                  <c:v>2021-11-29</c:v>
                </c:pt>
                <c:pt idx="181">
                  <c:v>2021-11-30</c:v>
                </c:pt>
                <c:pt idx="182">
                  <c:v>2021-12-01</c:v>
                </c:pt>
                <c:pt idx="183">
                  <c:v>2021-12-02</c:v>
                </c:pt>
                <c:pt idx="184">
                  <c:v>2021-12-03</c:v>
                </c:pt>
                <c:pt idx="185">
                  <c:v>2021-12-06</c:v>
                </c:pt>
                <c:pt idx="186">
                  <c:v>2021-12-07</c:v>
                </c:pt>
                <c:pt idx="187">
                  <c:v>2021-12-08</c:v>
                </c:pt>
                <c:pt idx="188">
                  <c:v>2021-12-09</c:v>
                </c:pt>
                <c:pt idx="189">
                  <c:v>2021-12-10</c:v>
                </c:pt>
                <c:pt idx="190">
                  <c:v>2021-12-13</c:v>
                </c:pt>
                <c:pt idx="191">
                  <c:v>2021-12-14</c:v>
                </c:pt>
                <c:pt idx="192">
                  <c:v>2021-12-15</c:v>
                </c:pt>
                <c:pt idx="193">
                  <c:v>2021-12-16</c:v>
                </c:pt>
                <c:pt idx="194">
                  <c:v>2021-12-17</c:v>
                </c:pt>
                <c:pt idx="195">
                  <c:v>2021-12-20</c:v>
                </c:pt>
                <c:pt idx="196">
                  <c:v>2021-12-21</c:v>
                </c:pt>
                <c:pt idx="197">
                  <c:v>2021-12-22</c:v>
                </c:pt>
                <c:pt idx="198">
                  <c:v>2021-12-23</c:v>
                </c:pt>
                <c:pt idx="199">
                  <c:v>2021-12-24</c:v>
                </c:pt>
                <c:pt idx="200">
                  <c:v>2021-12-27</c:v>
                </c:pt>
                <c:pt idx="201">
                  <c:v>2021-12-28</c:v>
                </c:pt>
                <c:pt idx="202">
                  <c:v>2021-12-29</c:v>
                </c:pt>
                <c:pt idx="203">
                  <c:v>2021-12-30</c:v>
                </c:pt>
                <c:pt idx="204">
                  <c:v>2021-12-31</c:v>
                </c:pt>
                <c:pt idx="205">
                  <c:v>2022-01-03</c:v>
                </c:pt>
                <c:pt idx="206">
                  <c:v>2022-01-04</c:v>
                </c:pt>
                <c:pt idx="207">
                  <c:v>2022-01-05</c:v>
                </c:pt>
                <c:pt idx="208">
                  <c:v>2022-01-06</c:v>
                </c:pt>
                <c:pt idx="209">
                  <c:v>2022-01-07</c:v>
                </c:pt>
                <c:pt idx="210">
                  <c:v>2022-01-10</c:v>
                </c:pt>
                <c:pt idx="211">
                  <c:v>2022-01-11</c:v>
                </c:pt>
                <c:pt idx="212">
                  <c:v>2022-01-12</c:v>
                </c:pt>
                <c:pt idx="213">
                  <c:v>2022-01-13</c:v>
                </c:pt>
                <c:pt idx="214">
                  <c:v>2022-01-14</c:v>
                </c:pt>
                <c:pt idx="215">
                  <c:v>2022-01-17</c:v>
                </c:pt>
                <c:pt idx="216">
                  <c:v>2022-01-18</c:v>
                </c:pt>
                <c:pt idx="217">
                  <c:v>2022-01-19</c:v>
                </c:pt>
                <c:pt idx="218">
                  <c:v>2022-01-20</c:v>
                </c:pt>
                <c:pt idx="219">
                  <c:v>2022-01-21</c:v>
                </c:pt>
                <c:pt idx="220">
                  <c:v>2022-01-24</c:v>
                </c:pt>
                <c:pt idx="221">
                  <c:v>2022-01-25</c:v>
                </c:pt>
                <c:pt idx="222">
                  <c:v>2022-01-26</c:v>
                </c:pt>
                <c:pt idx="223">
                  <c:v>2022-01-27</c:v>
                </c:pt>
                <c:pt idx="224">
                  <c:v>2022-01-28</c:v>
                </c:pt>
                <c:pt idx="225">
                  <c:v>2022-02-03</c:v>
                </c:pt>
                <c:pt idx="226">
                  <c:v>2022-02-04</c:v>
                </c:pt>
                <c:pt idx="227">
                  <c:v>2022-02-07</c:v>
                </c:pt>
                <c:pt idx="228">
                  <c:v>2022-02-08</c:v>
                </c:pt>
                <c:pt idx="229">
                  <c:v>2022-02-09</c:v>
                </c:pt>
                <c:pt idx="230">
                  <c:v>2022-02-10</c:v>
                </c:pt>
                <c:pt idx="231">
                  <c:v>2022-02-11</c:v>
                </c:pt>
                <c:pt idx="232">
                  <c:v>2022-02-14</c:v>
                </c:pt>
                <c:pt idx="233">
                  <c:v>2022-02-15</c:v>
                </c:pt>
                <c:pt idx="234">
                  <c:v>2022-02-16</c:v>
                </c:pt>
                <c:pt idx="235">
                  <c:v>2022-02-17</c:v>
                </c:pt>
                <c:pt idx="236">
                  <c:v>2022-02-18</c:v>
                </c:pt>
                <c:pt idx="237">
                  <c:v>2022-02-21</c:v>
                </c:pt>
                <c:pt idx="238">
                  <c:v>2022-02-22</c:v>
                </c:pt>
                <c:pt idx="239">
                  <c:v>2022-02-23</c:v>
                </c:pt>
                <c:pt idx="240">
                  <c:v>2022-02-24</c:v>
                </c:pt>
                <c:pt idx="241">
                  <c:v>2022-02-25</c:v>
                </c:pt>
                <c:pt idx="242">
                  <c:v>2022-02-28</c:v>
                </c:pt>
                <c:pt idx="243">
                  <c:v>2022-03-02</c:v>
                </c:pt>
                <c:pt idx="244">
                  <c:v>2022-03-03</c:v>
                </c:pt>
                <c:pt idx="245">
                  <c:v>2022-03-04</c:v>
                </c:pt>
                <c:pt idx="246">
                  <c:v>2022-03-07</c:v>
                </c:pt>
                <c:pt idx="247">
                  <c:v>2022-03-08</c:v>
                </c:pt>
                <c:pt idx="248">
                  <c:v>2022-03-10</c:v>
                </c:pt>
                <c:pt idx="249">
                  <c:v>2022-03-11</c:v>
                </c:pt>
                <c:pt idx="250">
                  <c:v>2022-03-14</c:v>
                </c:pt>
                <c:pt idx="251">
                  <c:v>2022-03-15</c:v>
                </c:pt>
                <c:pt idx="252">
                  <c:v>2022-03-16</c:v>
                </c:pt>
                <c:pt idx="253">
                  <c:v>2022-03-17</c:v>
                </c:pt>
                <c:pt idx="254">
                  <c:v>2022-03-18</c:v>
                </c:pt>
                <c:pt idx="255">
                  <c:v>2022-03-21</c:v>
                </c:pt>
                <c:pt idx="256">
                  <c:v>2022-03-22</c:v>
                </c:pt>
                <c:pt idx="257">
                  <c:v>2022-03-23</c:v>
                </c:pt>
                <c:pt idx="258">
                  <c:v>2022-03-24</c:v>
                </c:pt>
                <c:pt idx="259">
                  <c:v>2022-03-25</c:v>
                </c:pt>
                <c:pt idx="260">
                  <c:v>2022-03-28</c:v>
                </c:pt>
                <c:pt idx="261">
                  <c:v>2022-03-29</c:v>
                </c:pt>
                <c:pt idx="262">
                  <c:v>2022-03-30</c:v>
                </c:pt>
                <c:pt idx="263">
                  <c:v>2022-03-31</c:v>
                </c:pt>
                <c:pt idx="264">
                  <c:v>2022-04-01</c:v>
                </c:pt>
                <c:pt idx="265">
                  <c:v>2022-04-04</c:v>
                </c:pt>
                <c:pt idx="266">
                  <c:v>2022-04-05</c:v>
                </c:pt>
                <c:pt idx="267">
                  <c:v>2022-04-06</c:v>
                </c:pt>
                <c:pt idx="268">
                  <c:v>2022-04-07</c:v>
                </c:pt>
                <c:pt idx="269">
                  <c:v>2022-04-08</c:v>
                </c:pt>
                <c:pt idx="270">
                  <c:v>2022-04-11</c:v>
                </c:pt>
                <c:pt idx="271">
                  <c:v>2022-04-12</c:v>
                </c:pt>
                <c:pt idx="272">
                  <c:v>2022-04-13</c:v>
                </c:pt>
                <c:pt idx="273">
                  <c:v>2022-04-14</c:v>
                </c:pt>
                <c:pt idx="274">
                  <c:v>2022-04-15</c:v>
                </c:pt>
                <c:pt idx="275">
                  <c:v>2022-04-18</c:v>
                </c:pt>
                <c:pt idx="276">
                  <c:v>2022-04-19</c:v>
                </c:pt>
                <c:pt idx="277">
                  <c:v>2022-04-20</c:v>
                </c:pt>
                <c:pt idx="278">
                  <c:v>2022-04-21</c:v>
                </c:pt>
                <c:pt idx="279">
                  <c:v>2022-04-22</c:v>
                </c:pt>
                <c:pt idx="280">
                  <c:v>2022-04-25</c:v>
                </c:pt>
                <c:pt idx="281">
                  <c:v>2022-04-26</c:v>
                </c:pt>
                <c:pt idx="282">
                  <c:v>2022-04-27</c:v>
                </c:pt>
                <c:pt idx="283">
                  <c:v>2022-04-28</c:v>
                </c:pt>
                <c:pt idx="284">
                  <c:v>2022-04-29</c:v>
                </c:pt>
                <c:pt idx="285">
                  <c:v>2022-05-02</c:v>
                </c:pt>
                <c:pt idx="286">
                  <c:v>2022-05-03</c:v>
                </c:pt>
                <c:pt idx="287">
                  <c:v>2022-05-04</c:v>
                </c:pt>
                <c:pt idx="288">
                  <c:v>2022-05-06</c:v>
                </c:pt>
                <c:pt idx="289">
                  <c:v>2022-05-09</c:v>
                </c:pt>
                <c:pt idx="290">
                  <c:v>2022-05-10</c:v>
                </c:pt>
                <c:pt idx="291">
                  <c:v>2022-05-11</c:v>
                </c:pt>
                <c:pt idx="292">
                  <c:v>2022-05-12</c:v>
                </c:pt>
                <c:pt idx="293">
                  <c:v>2022-05-13</c:v>
                </c:pt>
                <c:pt idx="294">
                  <c:v>2022-05-16</c:v>
                </c:pt>
                <c:pt idx="295">
                  <c:v>2022-05-17</c:v>
                </c:pt>
                <c:pt idx="296">
                  <c:v>2022-05-18</c:v>
                </c:pt>
                <c:pt idx="297">
                  <c:v>2022-05-19</c:v>
                </c:pt>
                <c:pt idx="298">
                  <c:v>2022-05-20</c:v>
                </c:pt>
                <c:pt idx="299">
                  <c:v>2022-05-23</c:v>
                </c:pt>
                <c:pt idx="300">
                  <c:v>2022-05-24</c:v>
                </c:pt>
                <c:pt idx="301">
                  <c:v>2022-05-25</c:v>
                </c:pt>
                <c:pt idx="302">
                  <c:v>2022-05-26</c:v>
                </c:pt>
                <c:pt idx="303">
                  <c:v>2022-05-27</c:v>
                </c:pt>
                <c:pt idx="304">
                  <c:v>2022-05-30</c:v>
                </c:pt>
                <c:pt idx="305">
                  <c:v>2022-05-31</c:v>
                </c:pt>
                <c:pt idx="306">
                  <c:v>2022-06-02</c:v>
                </c:pt>
                <c:pt idx="307">
                  <c:v>2022-06-03</c:v>
                </c:pt>
                <c:pt idx="308">
                  <c:v>2022-06-07</c:v>
                </c:pt>
                <c:pt idx="309">
                  <c:v>2022-06-08</c:v>
                </c:pt>
                <c:pt idx="310">
                  <c:v>2022-06-09</c:v>
                </c:pt>
                <c:pt idx="311">
                  <c:v>2022-06-10</c:v>
                </c:pt>
                <c:pt idx="312">
                  <c:v>2022-06-13</c:v>
                </c:pt>
                <c:pt idx="313">
                  <c:v>2022-06-14</c:v>
                </c:pt>
                <c:pt idx="314">
                  <c:v>2022-06-15</c:v>
                </c:pt>
                <c:pt idx="315">
                  <c:v>2022-06-16</c:v>
                </c:pt>
                <c:pt idx="316">
                  <c:v>2022-06-17</c:v>
                </c:pt>
                <c:pt idx="317">
                  <c:v>2022-06-20</c:v>
                </c:pt>
                <c:pt idx="318">
                  <c:v>2022-06-21</c:v>
                </c:pt>
                <c:pt idx="319">
                  <c:v>2022-06-22</c:v>
                </c:pt>
                <c:pt idx="320">
                  <c:v>2022-06-23</c:v>
                </c:pt>
                <c:pt idx="321">
                  <c:v>2022-06-24</c:v>
                </c:pt>
                <c:pt idx="322">
                  <c:v>2022-06-27</c:v>
                </c:pt>
                <c:pt idx="323">
                  <c:v>2022-06-28</c:v>
                </c:pt>
                <c:pt idx="324">
                  <c:v>2022-06-29</c:v>
                </c:pt>
                <c:pt idx="325">
                  <c:v>2022-06-30</c:v>
                </c:pt>
                <c:pt idx="326">
                  <c:v>2022-07-01</c:v>
                </c:pt>
                <c:pt idx="327">
                  <c:v>2022-07-04</c:v>
                </c:pt>
                <c:pt idx="328">
                  <c:v>2022-07-05</c:v>
                </c:pt>
                <c:pt idx="329">
                  <c:v>2022-07-06</c:v>
                </c:pt>
                <c:pt idx="330">
                  <c:v>2022-07-07</c:v>
                </c:pt>
                <c:pt idx="331">
                  <c:v>2022-07-08</c:v>
                </c:pt>
                <c:pt idx="332">
                  <c:v>2022-07-11</c:v>
                </c:pt>
                <c:pt idx="333">
                  <c:v>2022-07-12</c:v>
                </c:pt>
                <c:pt idx="334">
                  <c:v>2022-07-13</c:v>
                </c:pt>
                <c:pt idx="335">
                  <c:v>2022-07-14</c:v>
                </c:pt>
                <c:pt idx="336">
                  <c:v>2022-07-15</c:v>
                </c:pt>
                <c:pt idx="337">
                  <c:v>2022-07-18</c:v>
                </c:pt>
                <c:pt idx="338">
                  <c:v>2022-07-19</c:v>
                </c:pt>
                <c:pt idx="339">
                  <c:v>2022-07-20</c:v>
                </c:pt>
                <c:pt idx="340">
                  <c:v>2022-07-21</c:v>
                </c:pt>
                <c:pt idx="341">
                  <c:v>2022-07-22</c:v>
                </c:pt>
                <c:pt idx="342">
                  <c:v>2022-07-25</c:v>
                </c:pt>
                <c:pt idx="343">
                  <c:v>2022-07-26</c:v>
                </c:pt>
                <c:pt idx="344">
                  <c:v>2022-07-27</c:v>
                </c:pt>
                <c:pt idx="345">
                  <c:v>2022-07-28</c:v>
                </c:pt>
                <c:pt idx="346">
                  <c:v>2022-07-29</c:v>
                </c:pt>
                <c:pt idx="347">
                  <c:v>2022-08-01</c:v>
                </c:pt>
                <c:pt idx="348">
                  <c:v>2022-08-02</c:v>
                </c:pt>
                <c:pt idx="349">
                  <c:v>2022-08-03</c:v>
                </c:pt>
                <c:pt idx="350">
                  <c:v>2022-08-04</c:v>
                </c:pt>
                <c:pt idx="351">
                  <c:v>2022-08-05</c:v>
                </c:pt>
                <c:pt idx="352">
                  <c:v>2022-08-08</c:v>
                </c:pt>
                <c:pt idx="353">
                  <c:v>2022-08-09</c:v>
                </c:pt>
                <c:pt idx="354">
                  <c:v>2022-08-10</c:v>
                </c:pt>
                <c:pt idx="355">
                  <c:v>2022-08-11</c:v>
                </c:pt>
                <c:pt idx="356">
                  <c:v>2022-08-12</c:v>
                </c:pt>
                <c:pt idx="357">
                  <c:v>2022-08-16</c:v>
                </c:pt>
                <c:pt idx="358">
                  <c:v>2022-08-17</c:v>
                </c:pt>
                <c:pt idx="359">
                  <c:v>2022-08-18</c:v>
                </c:pt>
                <c:pt idx="360">
                  <c:v>2022-08-19</c:v>
                </c:pt>
                <c:pt idx="361">
                  <c:v>2022-08-22</c:v>
                </c:pt>
                <c:pt idx="362">
                  <c:v>2022-08-23</c:v>
                </c:pt>
                <c:pt idx="363">
                  <c:v>2022-08-24</c:v>
                </c:pt>
                <c:pt idx="364">
                  <c:v>2022-08-25</c:v>
                </c:pt>
                <c:pt idx="365">
                  <c:v>2022-08-26</c:v>
                </c:pt>
                <c:pt idx="366">
                  <c:v>2022-08-29</c:v>
                </c:pt>
                <c:pt idx="367">
                  <c:v>2022-08-30</c:v>
                </c:pt>
                <c:pt idx="368">
                  <c:v>2022-08-31</c:v>
                </c:pt>
                <c:pt idx="369">
                  <c:v>2022-09-01</c:v>
                </c:pt>
                <c:pt idx="370">
                  <c:v>2022-09-02</c:v>
                </c:pt>
                <c:pt idx="371">
                  <c:v>2022-09-05</c:v>
                </c:pt>
                <c:pt idx="372">
                  <c:v>2022-09-06</c:v>
                </c:pt>
                <c:pt idx="373">
                  <c:v>2022-09-07</c:v>
                </c:pt>
                <c:pt idx="374">
                  <c:v>2022-09-08</c:v>
                </c:pt>
                <c:pt idx="375">
                  <c:v>2022-09-13</c:v>
                </c:pt>
                <c:pt idx="376">
                  <c:v>2022-09-14</c:v>
                </c:pt>
                <c:pt idx="377">
                  <c:v>2022-09-15</c:v>
                </c:pt>
                <c:pt idx="378">
                  <c:v>2022-09-16</c:v>
                </c:pt>
                <c:pt idx="379">
                  <c:v>2022-09-19</c:v>
                </c:pt>
                <c:pt idx="380">
                  <c:v>2022-09-20</c:v>
                </c:pt>
                <c:pt idx="381">
                  <c:v>2022-09-21</c:v>
                </c:pt>
                <c:pt idx="382">
                  <c:v>2022-09-22</c:v>
                </c:pt>
                <c:pt idx="383">
                  <c:v>2022-09-23</c:v>
                </c:pt>
                <c:pt idx="384">
                  <c:v>2022-09-26</c:v>
                </c:pt>
                <c:pt idx="385">
                  <c:v>2022-09-27</c:v>
                </c:pt>
                <c:pt idx="386">
                  <c:v>2022-09-28</c:v>
                </c:pt>
                <c:pt idx="387">
                  <c:v>2022-09-29</c:v>
                </c:pt>
                <c:pt idx="388">
                  <c:v>2022-09-30</c:v>
                </c:pt>
                <c:pt idx="389">
                  <c:v>2022-10-04</c:v>
                </c:pt>
                <c:pt idx="390">
                  <c:v>2022-10-05</c:v>
                </c:pt>
                <c:pt idx="391">
                  <c:v>2022-10-06</c:v>
                </c:pt>
                <c:pt idx="392">
                  <c:v>2022-10-07</c:v>
                </c:pt>
                <c:pt idx="393">
                  <c:v>2022-10-11</c:v>
                </c:pt>
                <c:pt idx="394">
                  <c:v>2022-10-12</c:v>
                </c:pt>
                <c:pt idx="395">
                  <c:v>2022-10-13</c:v>
                </c:pt>
                <c:pt idx="396">
                  <c:v>2022-10-14</c:v>
                </c:pt>
                <c:pt idx="397">
                  <c:v>2022-10-17</c:v>
                </c:pt>
                <c:pt idx="398">
                  <c:v>2022-10-18</c:v>
                </c:pt>
                <c:pt idx="399">
                  <c:v>2022-10-19</c:v>
                </c:pt>
                <c:pt idx="400">
                  <c:v>2022-10-20</c:v>
                </c:pt>
                <c:pt idx="401">
                  <c:v>2022-10-21</c:v>
                </c:pt>
                <c:pt idx="402">
                  <c:v>2022-10-24</c:v>
                </c:pt>
                <c:pt idx="403">
                  <c:v>2022-10-25</c:v>
                </c:pt>
                <c:pt idx="404">
                  <c:v>2022-10-26</c:v>
                </c:pt>
                <c:pt idx="405">
                  <c:v>2022-10-27</c:v>
                </c:pt>
                <c:pt idx="406">
                  <c:v>2022-10-28</c:v>
                </c:pt>
                <c:pt idx="407">
                  <c:v>2022-10-31</c:v>
                </c:pt>
                <c:pt idx="408">
                  <c:v>2022-11-01</c:v>
                </c:pt>
                <c:pt idx="409">
                  <c:v>2022-11-02</c:v>
                </c:pt>
                <c:pt idx="410">
                  <c:v>2022-11-03</c:v>
                </c:pt>
                <c:pt idx="411">
                  <c:v>2022-11-04</c:v>
                </c:pt>
                <c:pt idx="412">
                  <c:v>2022-11-07</c:v>
                </c:pt>
                <c:pt idx="413">
                  <c:v>2022-11-08</c:v>
                </c:pt>
                <c:pt idx="414">
                  <c:v>2022-11-09</c:v>
                </c:pt>
                <c:pt idx="415">
                  <c:v>2022-11-10</c:v>
                </c:pt>
                <c:pt idx="416">
                  <c:v>2022-11-11</c:v>
                </c:pt>
                <c:pt idx="417">
                  <c:v>2022-11-14</c:v>
                </c:pt>
                <c:pt idx="418">
                  <c:v>2022-11-15</c:v>
                </c:pt>
                <c:pt idx="419">
                  <c:v>2022-11-16</c:v>
                </c:pt>
                <c:pt idx="420">
                  <c:v>2022-11-17</c:v>
                </c:pt>
                <c:pt idx="421">
                  <c:v>2022-11-18</c:v>
                </c:pt>
                <c:pt idx="422">
                  <c:v>2022-11-21</c:v>
                </c:pt>
                <c:pt idx="423">
                  <c:v>2022-11-22</c:v>
                </c:pt>
                <c:pt idx="424">
                  <c:v>2022-11-23</c:v>
                </c:pt>
                <c:pt idx="425">
                  <c:v>2022-11-24</c:v>
                </c:pt>
                <c:pt idx="426">
                  <c:v>2022-11-25</c:v>
                </c:pt>
                <c:pt idx="427">
                  <c:v>2022-11-28</c:v>
                </c:pt>
                <c:pt idx="428">
                  <c:v>2022-11-29</c:v>
                </c:pt>
                <c:pt idx="429">
                  <c:v>2022-11-30</c:v>
                </c:pt>
                <c:pt idx="430">
                  <c:v>2022-12-01</c:v>
                </c:pt>
                <c:pt idx="431">
                  <c:v>2022-12-02</c:v>
                </c:pt>
                <c:pt idx="432">
                  <c:v>2022-12-05</c:v>
                </c:pt>
                <c:pt idx="433">
                  <c:v>2022-12-06</c:v>
                </c:pt>
                <c:pt idx="434">
                  <c:v>2022-12-07</c:v>
                </c:pt>
                <c:pt idx="435">
                  <c:v>2022-12-08</c:v>
                </c:pt>
                <c:pt idx="436">
                  <c:v>2022-12-09</c:v>
                </c:pt>
                <c:pt idx="437">
                  <c:v>2022-12-12</c:v>
                </c:pt>
                <c:pt idx="438">
                  <c:v>2022-12-13</c:v>
                </c:pt>
                <c:pt idx="439">
                  <c:v>2022-12-14</c:v>
                </c:pt>
                <c:pt idx="440">
                  <c:v>2022-12-15</c:v>
                </c:pt>
                <c:pt idx="441">
                  <c:v>2022-12-16</c:v>
                </c:pt>
                <c:pt idx="442">
                  <c:v>2022-12-19</c:v>
                </c:pt>
                <c:pt idx="443">
                  <c:v>2022-12-20</c:v>
                </c:pt>
                <c:pt idx="444">
                  <c:v>2022-12-21</c:v>
                </c:pt>
                <c:pt idx="445">
                  <c:v>2022-12-22</c:v>
                </c:pt>
                <c:pt idx="446">
                  <c:v>2022-12-23</c:v>
                </c:pt>
                <c:pt idx="447">
                  <c:v>2022-12-26</c:v>
                </c:pt>
                <c:pt idx="448">
                  <c:v>2022-12-27</c:v>
                </c:pt>
                <c:pt idx="449">
                  <c:v>2022-12-28</c:v>
                </c:pt>
                <c:pt idx="450">
                  <c:v>2022-12-29</c:v>
                </c:pt>
                <c:pt idx="451">
                  <c:v>2022-12-30</c:v>
                </c:pt>
                <c:pt idx="452">
                  <c:v>2023-01-02</c:v>
                </c:pt>
                <c:pt idx="453">
                  <c:v>2023-01-03</c:v>
                </c:pt>
                <c:pt idx="454">
                  <c:v>2023-01-04</c:v>
                </c:pt>
                <c:pt idx="455">
                  <c:v>2023-01-05</c:v>
                </c:pt>
                <c:pt idx="456">
                  <c:v>2023-01-06</c:v>
                </c:pt>
                <c:pt idx="457">
                  <c:v>2023-01-09</c:v>
                </c:pt>
                <c:pt idx="458">
                  <c:v>2023-01-10</c:v>
                </c:pt>
                <c:pt idx="459">
                  <c:v>2023-01-11</c:v>
                </c:pt>
                <c:pt idx="460">
                  <c:v>2023-01-12</c:v>
                </c:pt>
                <c:pt idx="461">
                  <c:v>2023-01-13</c:v>
                </c:pt>
                <c:pt idx="462">
                  <c:v>2023-01-16</c:v>
                </c:pt>
                <c:pt idx="463">
                  <c:v>2023-01-17</c:v>
                </c:pt>
                <c:pt idx="464">
                  <c:v>2023-01-18</c:v>
                </c:pt>
                <c:pt idx="465">
                  <c:v>2023-01-19</c:v>
                </c:pt>
                <c:pt idx="466">
                  <c:v>2023-01-20</c:v>
                </c:pt>
                <c:pt idx="467">
                  <c:v>2023-01-25</c:v>
                </c:pt>
                <c:pt idx="468">
                  <c:v>2023-01-26</c:v>
                </c:pt>
                <c:pt idx="469">
                  <c:v>2023-01-27</c:v>
                </c:pt>
                <c:pt idx="470">
                  <c:v>2023-01-30</c:v>
                </c:pt>
                <c:pt idx="471">
                  <c:v>2023-01-31</c:v>
                </c:pt>
                <c:pt idx="472">
                  <c:v>2023-02-01</c:v>
                </c:pt>
                <c:pt idx="473">
                  <c:v>2023-02-02</c:v>
                </c:pt>
                <c:pt idx="474">
                  <c:v>2023-02-03</c:v>
                </c:pt>
                <c:pt idx="475">
                  <c:v>2023-02-06</c:v>
                </c:pt>
                <c:pt idx="476">
                  <c:v>2023-02-07</c:v>
                </c:pt>
                <c:pt idx="477">
                  <c:v>2023-02-08</c:v>
                </c:pt>
                <c:pt idx="478">
                  <c:v>2023-02-09</c:v>
                </c:pt>
                <c:pt idx="479">
                  <c:v>2023-02-10</c:v>
                </c:pt>
                <c:pt idx="480">
                  <c:v>2023-02-13</c:v>
                </c:pt>
                <c:pt idx="481">
                  <c:v>2023-02-14</c:v>
                </c:pt>
                <c:pt idx="482">
                  <c:v>2023-02-15</c:v>
                </c:pt>
                <c:pt idx="483">
                  <c:v>2023-02-16</c:v>
                </c:pt>
                <c:pt idx="484">
                  <c:v>2023-02-17</c:v>
                </c:pt>
                <c:pt idx="485">
                  <c:v>2023-02-20</c:v>
                </c:pt>
                <c:pt idx="486">
                  <c:v>2023-02-21</c:v>
                </c:pt>
                <c:pt idx="487">
                  <c:v>2023-02-22</c:v>
                </c:pt>
                <c:pt idx="488">
                  <c:v>2023-02-23</c:v>
                </c:pt>
                <c:pt idx="489">
                  <c:v>2023-02-24</c:v>
                </c:pt>
                <c:pt idx="490">
                  <c:v>2023-02-27</c:v>
                </c:pt>
                <c:pt idx="491">
                  <c:v>2023-02-28</c:v>
                </c:pt>
                <c:pt idx="492">
                  <c:v>2023-03-02</c:v>
                </c:pt>
                <c:pt idx="493">
                  <c:v>2023-03-03</c:v>
                </c:pt>
                <c:pt idx="494">
                  <c:v>2023-03-06</c:v>
                </c:pt>
                <c:pt idx="495">
                  <c:v>2023-03-07</c:v>
                </c:pt>
                <c:pt idx="496">
                  <c:v>2023-03-08</c:v>
                </c:pt>
                <c:pt idx="497">
                  <c:v>2023-03-09</c:v>
                </c:pt>
                <c:pt idx="498">
                  <c:v>2023-03-10</c:v>
                </c:pt>
                <c:pt idx="499">
                  <c:v>2023-03-13</c:v>
                </c:pt>
                <c:pt idx="500">
                  <c:v>2023-03-14</c:v>
                </c:pt>
                <c:pt idx="501">
                  <c:v>2023-03-15</c:v>
                </c:pt>
                <c:pt idx="502">
                  <c:v>2023-03-16</c:v>
                </c:pt>
                <c:pt idx="503">
                  <c:v>2023-03-17</c:v>
                </c:pt>
                <c:pt idx="504">
                  <c:v>2023-03-20</c:v>
                </c:pt>
                <c:pt idx="505">
                  <c:v>2023-03-21</c:v>
                </c:pt>
                <c:pt idx="506">
                  <c:v>2023-03-22</c:v>
                </c:pt>
                <c:pt idx="507">
                  <c:v>2023-03-23</c:v>
                </c:pt>
                <c:pt idx="508">
                  <c:v>2023-03-24</c:v>
                </c:pt>
                <c:pt idx="509">
                  <c:v>2023-03-27</c:v>
                </c:pt>
                <c:pt idx="510">
                  <c:v>2023-03-28</c:v>
                </c:pt>
                <c:pt idx="511">
                  <c:v>2023-03-29</c:v>
                </c:pt>
                <c:pt idx="512">
                  <c:v>2023-03-30</c:v>
                </c:pt>
                <c:pt idx="513">
                  <c:v>2023-03-31</c:v>
                </c:pt>
                <c:pt idx="514">
                  <c:v>2023-04-03</c:v>
                </c:pt>
                <c:pt idx="515">
                  <c:v>2023-04-04</c:v>
                </c:pt>
                <c:pt idx="516">
                  <c:v>2023-04-05</c:v>
                </c:pt>
                <c:pt idx="517">
                  <c:v>2023-04-06</c:v>
                </c:pt>
                <c:pt idx="518">
                  <c:v>2023-04-07</c:v>
                </c:pt>
                <c:pt idx="519">
                  <c:v>2023-04-10</c:v>
                </c:pt>
                <c:pt idx="520">
                  <c:v>2023-04-11</c:v>
                </c:pt>
                <c:pt idx="521">
                  <c:v>2023-04-12</c:v>
                </c:pt>
                <c:pt idx="522">
                  <c:v>2023-04-13</c:v>
                </c:pt>
                <c:pt idx="523">
                  <c:v>2023-04-14</c:v>
                </c:pt>
                <c:pt idx="524">
                  <c:v>2023-04-17</c:v>
                </c:pt>
                <c:pt idx="525">
                  <c:v>2023-04-18</c:v>
                </c:pt>
                <c:pt idx="526">
                  <c:v>2023-04-19</c:v>
                </c:pt>
                <c:pt idx="527">
                  <c:v>2023-04-20</c:v>
                </c:pt>
                <c:pt idx="528">
                  <c:v>2023-04-21</c:v>
                </c:pt>
                <c:pt idx="529">
                  <c:v>2023-04-24</c:v>
                </c:pt>
                <c:pt idx="530">
                  <c:v>2023-04-25</c:v>
                </c:pt>
                <c:pt idx="531">
                  <c:v>2023-04-26</c:v>
                </c:pt>
                <c:pt idx="532">
                  <c:v>2023-04-27</c:v>
                </c:pt>
                <c:pt idx="533">
                  <c:v>2023-04-28</c:v>
                </c:pt>
                <c:pt idx="534">
                  <c:v>2023-05-02</c:v>
                </c:pt>
                <c:pt idx="535">
                  <c:v>2023-05-03</c:v>
                </c:pt>
                <c:pt idx="536">
                  <c:v>2023-05-04</c:v>
                </c:pt>
                <c:pt idx="537">
                  <c:v>2023-05-08</c:v>
                </c:pt>
                <c:pt idx="538">
                  <c:v>2023-05-09</c:v>
                </c:pt>
                <c:pt idx="539">
                  <c:v>2023-05-10</c:v>
                </c:pt>
                <c:pt idx="540">
                  <c:v>2023-05-11</c:v>
                </c:pt>
                <c:pt idx="541">
                  <c:v>2023-05-12</c:v>
                </c:pt>
                <c:pt idx="542">
                  <c:v>2023-05-15</c:v>
                </c:pt>
                <c:pt idx="543">
                  <c:v>2023-05-16</c:v>
                </c:pt>
                <c:pt idx="544">
                  <c:v>2023-05-17</c:v>
                </c:pt>
                <c:pt idx="545">
                  <c:v>2023-05-18</c:v>
                </c:pt>
                <c:pt idx="546">
                  <c:v>2023-05-19</c:v>
                </c:pt>
                <c:pt idx="547">
                  <c:v>2023-05-22</c:v>
                </c:pt>
                <c:pt idx="548">
                  <c:v>2023-05-23</c:v>
                </c:pt>
                <c:pt idx="549">
                  <c:v>2023-05-24</c:v>
                </c:pt>
                <c:pt idx="550">
                  <c:v>2023-05-25</c:v>
                </c:pt>
                <c:pt idx="551">
                  <c:v>2023-05-26</c:v>
                </c:pt>
                <c:pt idx="552">
                  <c:v>2023-05-30</c:v>
                </c:pt>
                <c:pt idx="553">
                  <c:v>2023-05-31</c:v>
                </c:pt>
                <c:pt idx="554">
                  <c:v>2023-06-01</c:v>
                </c:pt>
                <c:pt idx="555">
                  <c:v>2023-06-02</c:v>
                </c:pt>
                <c:pt idx="556">
                  <c:v>2023-06-05</c:v>
                </c:pt>
                <c:pt idx="557">
                  <c:v>2023-06-07</c:v>
                </c:pt>
                <c:pt idx="558">
                  <c:v>2023-06-08</c:v>
                </c:pt>
                <c:pt idx="559">
                  <c:v>2023-06-09</c:v>
                </c:pt>
                <c:pt idx="560">
                  <c:v>2023-06-12</c:v>
                </c:pt>
                <c:pt idx="561">
                  <c:v>2023-06-13</c:v>
                </c:pt>
                <c:pt idx="562">
                  <c:v>2023-06-14</c:v>
                </c:pt>
                <c:pt idx="563">
                  <c:v>2023-06-15</c:v>
                </c:pt>
                <c:pt idx="564">
                  <c:v>2023-06-16</c:v>
                </c:pt>
                <c:pt idx="565">
                  <c:v>2023-06-19</c:v>
                </c:pt>
                <c:pt idx="566">
                  <c:v>2023-06-20</c:v>
                </c:pt>
                <c:pt idx="567">
                  <c:v>2023-06-21</c:v>
                </c:pt>
                <c:pt idx="568">
                  <c:v>2023-06-22</c:v>
                </c:pt>
                <c:pt idx="569">
                  <c:v>2023-06-23</c:v>
                </c:pt>
                <c:pt idx="570">
                  <c:v>2023-06-26</c:v>
                </c:pt>
                <c:pt idx="571">
                  <c:v>2023-06-27</c:v>
                </c:pt>
                <c:pt idx="572">
                  <c:v>2023-06-28</c:v>
                </c:pt>
                <c:pt idx="573">
                  <c:v>2023-06-29</c:v>
                </c:pt>
                <c:pt idx="574">
                  <c:v>2023-06-30</c:v>
                </c:pt>
                <c:pt idx="575">
                  <c:v>2023-07-03</c:v>
                </c:pt>
                <c:pt idx="576">
                  <c:v>2023-07-04</c:v>
                </c:pt>
                <c:pt idx="577">
                  <c:v>2023-07-05</c:v>
                </c:pt>
                <c:pt idx="578">
                  <c:v>2023-07-06</c:v>
                </c:pt>
                <c:pt idx="579">
                  <c:v>2023-07-07</c:v>
                </c:pt>
                <c:pt idx="580">
                  <c:v>2023-07-10</c:v>
                </c:pt>
                <c:pt idx="581">
                  <c:v>2023-07-11</c:v>
                </c:pt>
                <c:pt idx="582">
                  <c:v>2023-07-12</c:v>
                </c:pt>
                <c:pt idx="583">
                  <c:v>2023-07-13</c:v>
                </c:pt>
                <c:pt idx="584">
                  <c:v>2023-07-14</c:v>
                </c:pt>
                <c:pt idx="585">
                  <c:v>2023-07-17</c:v>
                </c:pt>
                <c:pt idx="586">
                  <c:v>2023-07-18</c:v>
                </c:pt>
                <c:pt idx="587">
                  <c:v>2023-07-19</c:v>
                </c:pt>
                <c:pt idx="588">
                  <c:v>2023-07-20</c:v>
                </c:pt>
                <c:pt idx="589">
                  <c:v>2023-07-21</c:v>
                </c:pt>
                <c:pt idx="590">
                  <c:v>2023-07-24</c:v>
                </c:pt>
                <c:pt idx="591">
                  <c:v>2023-07-25</c:v>
                </c:pt>
                <c:pt idx="592">
                  <c:v>2023-07-26</c:v>
                </c:pt>
                <c:pt idx="593">
                  <c:v>2023-07-27</c:v>
                </c:pt>
                <c:pt idx="594">
                  <c:v>2023-07-28</c:v>
                </c:pt>
                <c:pt idx="595">
                  <c:v>2023-07-31</c:v>
                </c:pt>
                <c:pt idx="596">
                  <c:v>2023-08-01</c:v>
                </c:pt>
                <c:pt idx="597">
                  <c:v>2023-08-02</c:v>
                </c:pt>
                <c:pt idx="598">
                  <c:v>2023-08-03</c:v>
                </c:pt>
                <c:pt idx="599">
                  <c:v>2023-08-04</c:v>
                </c:pt>
                <c:pt idx="600">
                  <c:v>2023-08-07</c:v>
                </c:pt>
                <c:pt idx="601">
                  <c:v>2023-08-08</c:v>
                </c:pt>
                <c:pt idx="602">
                  <c:v>2023-08-09</c:v>
                </c:pt>
                <c:pt idx="603">
                  <c:v>2023-08-10</c:v>
                </c:pt>
                <c:pt idx="604">
                  <c:v>2023-08-11</c:v>
                </c:pt>
                <c:pt idx="605">
                  <c:v>2023-08-14</c:v>
                </c:pt>
                <c:pt idx="606">
                  <c:v>2023-08-16</c:v>
                </c:pt>
                <c:pt idx="607">
                  <c:v>2023-08-17</c:v>
                </c:pt>
                <c:pt idx="608">
                  <c:v>2023-08-18</c:v>
                </c:pt>
                <c:pt idx="609">
                  <c:v>2023-08-21</c:v>
                </c:pt>
                <c:pt idx="610">
                  <c:v>2023-08-22</c:v>
                </c:pt>
                <c:pt idx="611">
                  <c:v>2023-08-23</c:v>
                </c:pt>
                <c:pt idx="612">
                  <c:v>2023-08-24</c:v>
                </c:pt>
                <c:pt idx="613">
                  <c:v>2023-08-25</c:v>
                </c:pt>
                <c:pt idx="614">
                  <c:v>2023-08-28</c:v>
                </c:pt>
                <c:pt idx="615">
                  <c:v>2023-08-29</c:v>
                </c:pt>
                <c:pt idx="616">
                  <c:v>2023-08-30</c:v>
                </c:pt>
                <c:pt idx="617">
                  <c:v>2023-08-31</c:v>
                </c:pt>
                <c:pt idx="618">
                  <c:v>2023-09-01</c:v>
                </c:pt>
                <c:pt idx="619">
                  <c:v>2023-09-04</c:v>
                </c:pt>
                <c:pt idx="620">
                  <c:v>2023-09-05</c:v>
                </c:pt>
                <c:pt idx="621">
                  <c:v>2023-09-06</c:v>
                </c:pt>
                <c:pt idx="622">
                  <c:v>2023-09-07</c:v>
                </c:pt>
                <c:pt idx="623">
                  <c:v>2023-09-08</c:v>
                </c:pt>
                <c:pt idx="624">
                  <c:v>2023-09-11</c:v>
                </c:pt>
                <c:pt idx="625">
                  <c:v>2023-09-12</c:v>
                </c:pt>
                <c:pt idx="626">
                  <c:v>2023-09-13</c:v>
                </c:pt>
                <c:pt idx="627">
                  <c:v>2023-09-14</c:v>
                </c:pt>
                <c:pt idx="628">
                  <c:v>2023-09-15</c:v>
                </c:pt>
                <c:pt idx="629">
                  <c:v>2023-09-18</c:v>
                </c:pt>
                <c:pt idx="630">
                  <c:v>2023-09-19</c:v>
                </c:pt>
                <c:pt idx="631">
                  <c:v>2023-09-20</c:v>
                </c:pt>
                <c:pt idx="632">
                  <c:v>2023-09-21</c:v>
                </c:pt>
                <c:pt idx="633">
                  <c:v>2023-09-22</c:v>
                </c:pt>
                <c:pt idx="634">
                  <c:v>2023-09-25</c:v>
                </c:pt>
                <c:pt idx="635">
                  <c:v>2023-09-26</c:v>
                </c:pt>
                <c:pt idx="636">
                  <c:v>2023-09-27</c:v>
                </c:pt>
                <c:pt idx="637">
                  <c:v>2023-10-04</c:v>
                </c:pt>
                <c:pt idx="638">
                  <c:v>2023-10-05</c:v>
                </c:pt>
                <c:pt idx="639">
                  <c:v>2023-10-06</c:v>
                </c:pt>
                <c:pt idx="640">
                  <c:v>2023-10-10</c:v>
                </c:pt>
                <c:pt idx="641">
                  <c:v>2023-10-11</c:v>
                </c:pt>
                <c:pt idx="642">
                  <c:v>2023-10-12</c:v>
                </c:pt>
                <c:pt idx="643">
                  <c:v>2023-10-13</c:v>
                </c:pt>
                <c:pt idx="644">
                  <c:v>2023-10-16</c:v>
                </c:pt>
                <c:pt idx="645">
                  <c:v>2023-10-17</c:v>
                </c:pt>
                <c:pt idx="646">
                  <c:v>2023-10-18</c:v>
                </c:pt>
                <c:pt idx="647">
                  <c:v>2023-10-19</c:v>
                </c:pt>
                <c:pt idx="648">
                  <c:v>2023-10-20</c:v>
                </c:pt>
                <c:pt idx="649">
                  <c:v>2023-10-23</c:v>
                </c:pt>
                <c:pt idx="650">
                  <c:v>2023-10-24</c:v>
                </c:pt>
                <c:pt idx="651">
                  <c:v>2023-10-25</c:v>
                </c:pt>
                <c:pt idx="652">
                  <c:v>2023-10-26</c:v>
                </c:pt>
                <c:pt idx="653">
                  <c:v>2023-10-27</c:v>
                </c:pt>
                <c:pt idx="654">
                  <c:v>2023-10-30</c:v>
                </c:pt>
                <c:pt idx="655">
                  <c:v>2023-10-31</c:v>
                </c:pt>
                <c:pt idx="656">
                  <c:v>2023-11-01</c:v>
                </c:pt>
                <c:pt idx="657">
                  <c:v>2023-11-02</c:v>
                </c:pt>
                <c:pt idx="658">
                  <c:v>2023-11-03</c:v>
                </c:pt>
                <c:pt idx="659">
                  <c:v>2023-11-06</c:v>
                </c:pt>
                <c:pt idx="660">
                  <c:v>2023-11-07</c:v>
                </c:pt>
                <c:pt idx="661">
                  <c:v>2023-11-08</c:v>
                </c:pt>
                <c:pt idx="662">
                  <c:v>2023-11-09</c:v>
                </c:pt>
                <c:pt idx="663">
                  <c:v>2023-11-10</c:v>
                </c:pt>
                <c:pt idx="664">
                  <c:v>2023-11-13</c:v>
                </c:pt>
                <c:pt idx="665">
                  <c:v>2023-11-14</c:v>
                </c:pt>
                <c:pt idx="666">
                  <c:v>2023-11-15</c:v>
                </c:pt>
                <c:pt idx="667">
                  <c:v>2023-11-16</c:v>
                </c:pt>
                <c:pt idx="668">
                  <c:v>2023-11-17</c:v>
                </c:pt>
                <c:pt idx="669">
                  <c:v>2023-11-20</c:v>
                </c:pt>
                <c:pt idx="670">
                  <c:v>2023-11-21</c:v>
                </c:pt>
                <c:pt idx="671">
                  <c:v>2023-11-22</c:v>
                </c:pt>
                <c:pt idx="672">
                  <c:v>2023-11-23</c:v>
                </c:pt>
                <c:pt idx="673">
                  <c:v>2023-11-24</c:v>
                </c:pt>
                <c:pt idx="674">
                  <c:v>2023-11-27</c:v>
                </c:pt>
                <c:pt idx="675">
                  <c:v>2023-11-28</c:v>
                </c:pt>
                <c:pt idx="676">
                  <c:v>2023-11-29</c:v>
                </c:pt>
                <c:pt idx="677">
                  <c:v>2023-11-30</c:v>
                </c:pt>
                <c:pt idx="678">
                  <c:v>2023-12-01</c:v>
                </c:pt>
                <c:pt idx="679">
                  <c:v>2023-12-04</c:v>
                </c:pt>
                <c:pt idx="680">
                  <c:v>2023-12-05</c:v>
                </c:pt>
                <c:pt idx="681">
                  <c:v>2023-12-06</c:v>
                </c:pt>
                <c:pt idx="682">
                  <c:v>2023-12-07</c:v>
                </c:pt>
                <c:pt idx="683">
                  <c:v>2023-12-08</c:v>
                </c:pt>
                <c:pt idx="684">
                  <c:v>2023-12-11</c:v>
                </c:pt>
                <c:pt idx="685">
                  <c:v>2023-12-12</c:v>
                </c:pt>
                <c:pt idx="686">
                  <c:v>2023-12-13</c:v>
                </c:pt>
                <c:pt idx="687">
                  <c:v>2023-12-14</c:v>
                </c:pt>
                <c:pt idx="688">
                  <c:v>2023-12-15</c:v>
                </c:pt>
                <c:pt idx="689">
                  <c:v>2023-12-18</c:v>
                </c:pt>
                <c:pt idx="690">
                  <c:v>2023-12-19</c:v>
                </c:pt>
                <c:pt idx="691">
                  <c:v>2023-12-20</c:v>
                </c:pt>
                <c:pt idx="692">
                  <c:v>2023-12-21</c:v>
                </c:pt>
                <c:pt idx="693">
                  <c:v>2023-12-22</c:v>
                </c:pt>
                <c:pt idx="694">
                  <c:v>2023-12-26</c:v>
                </c:pt>
                <c:pt idx="695">
                  <c:v>2023-12-27</c:v>
                </c:pt>
                <c:pt idx="696">
                  <c:v>2023-12-28</c:v>
                </c:pt>
                <c:pt idx="697">
                  <c:v>2023-12-29</c:v>
                </c:pt>
                <c:pt idx="698">
                  <c:v>2024-01-02</c:v>
                </c:pt>
                <c:pt idx="699">
                  <c:v>2024-01-03</c:v>
                </c:pt>
                <c:pt idx="700">
                  <c:v>2024-01-04</c:v>
                </c:pt>
                <c:pt idx="701">
                  <c:v>2024-01-05</c:v>
                </c:pt>
                <c:pt idx="702">
                  <c:v>2024-01-08</c:v>
                </c:pt>
                <c:pt idx="703">
                  <c:v>2024-01-09</c:v>
                </c:pt>
                <c:pt idx="704">
                  <c:v>2024-01-10</c:v>
                </c:pt>
                <c:pt idx="705">
                  <c:v>2024-01-11</c:v>
                </c:pt>
                <c:pt idx="706">
                  <c:v>2024-01-12</c:v>
                </c:pt>
                <c:pt idx="707">
                  <c:v>2024-01-15</c:v>
                </c:pt>
                <c:pt idx="708">
                  <c:v>2024-01-16</c:v>
                </c:pt>
                <c:pt idx="709">
                  <c:v>2024-01-17</c:v>
                </c:pt>
                <c:pt idx="710">
                  <c:v>2024-01-18</c:v>
                </c:pt>
                <c:pt idx="711">
                  <c:v>2024-01-19</c:v>
                </c:pt>
                <c:pt idx="712">
                  <c:v>2024-01-22</c:v>
                </c:pt>
                <c:pt idx="713">
                  <c:v>2024-01-23</c:v>
                </c:pt>
                <c:pt idx="714">
                  <c:v>2024-01-24</c:v>
                </c:pt>
                <c:pt idx="715">
                  <c:v>2024-01-25</c:v>
                </c:pt>
                <c:pt idx="716">
                  <c:v>2024-01-26</c:v>
                </c:pt>
                <c:pt idx="717">
                  <c:v>2024-01-29</c:v>
                </c:pt>
                <c:pt idx="718">
                  <c:v>2024-01-30</c:v>
                </c:pt>
                <c:pt idx="719">
                  <c:v>2024-01-31</c:v>
                </c:pt>
                <c:pt idx="720">
                  <c:v>2024-02-01</c:v>
                </c:pt>
                <c:pt idx="721">
                  <c:v>2024-02-02</c:v>
                </c:pt>
                <c:pt idx="722">
                  <c:v>2024-02-05</c:v>
                </c:pt>
                <c:pt idx="723">
                  <c:v>2024-02-06</c:v>
                </c:pt>
                <c:pt idx="724">
                  <c:v>2024-02-07</c:v>
                </c:pt>
                <c:pt idx="725">
                  <c:v>2024-02-08</c:v>
                </c:pt>
                <c:pt idx="726">
                  <c:v>2024-02-13</c:v>
                </c:pt>
                <c:pt idx="727">
                  <c:v>2024-02-14</c:v>
                </c:pt>
                <c:pt idx="728">
                  <c:v>2024-02-15</c:v>
                </c:pt>
                <c:pt idx="729">
                  <c:v>2024-02-16</c:v>
                </c:pt>
                <c:pt idx="730">
                  <c:v>2024-02-19</c:v>
                </c:pt>
                <c:pt idx="731">
                  <c:v>2024-02-20</c:v>
                </c:pt>
                <c:pt idx="732">
                  <c:v>2024-02-21</c:v>
                </c:pt>
                <c:pt idx="733">
                  <c:v>2024-02-22</c:v>
                </c:pt>
                <c:pt idx="734">
                  <c:v>2024-02-23</c:v>
                </c:pt>
                <c:pt idx="735">
                  <c:v>2024-02-26</c:v>
                </c:pt>
                <c:pt idx="736">
                  <c:v>2024-02-27</c:v>
                </c:pt>
                <c:pt idx="737">
                  <c:v>2024-02-28</c:v>
                </c:pt>
                <c:pt idx="738">
                  <c:v>2024-02-29</c:v>
                </c:pt>
                <c:pt idx="739">
                  <c:v>2024-03-04</c:v>
                </c:pt>
                <c:pt idx="740">
                  <c:v>2024-03-05</c:v>
                </c:pt>
                <c:pt idx="741">
                  <c:v>2024-03-06</c:v>
                </c:pt>
                <c:pt idx="742">
                  <c:v>2024-03-07</c:v>
                </c:pt>
                <c:pt idx="743">
                  <c:v>2024-03-08</c:v>
                </c:pt>
                <c:pt idx="744">
                  <c:v>2024-03-11</c:v>
                </c:pt>
                <c:pt idx="745">
                  <c:v>2024-03-12</c:v>
                </c:pt>
                <c:pt idx="746">
                  <c:v>2024-03-13</c:v>
                </c:pt>
                <c:pt idx="747">
                  <c:v>2024-03-14</c:v>
                </c:pt>
                <c:pt idx="748">
                  <c:v>2024-03-15</c:v>
                </c:pt>
                <c:pt idx="749">
                  <c:v>2024-03-18</c:v>
                </c:pt>
                <c:pt idx="750">
                  <c:v>2024-03-19</c:v>
                </c:pt>
                <c:pt idx="751">
                  <c:v>2024-03-20</c:v>
                </c:pt>
                <c:pt idx="752">
                  <c:v>2024-03-21</c:v>
                </c:pt>
                <c:pt idx="753">
                  <c:v>2024-03-22</c:v>
                </c:pt>
                <c:pt idx="754">
                  <c:v>2024-03-25</c:v>
                </c:pt>
                <c:pt idx="755">
                  <c:v>2024-03-26</c:v>
                </c:pt>
                <c:pt idx="756">
                  <c:v>2024-03-27</c:v>
                </c:pt>
                <c:pt idx="757">
                  <c:v>2024-03-28</c:v>
                </c:pt>
                <c:pt idx="758">
                  <c:v>2024-03-29</c:v>
                </c:pt>
                <c:pt idx="759">
                  <c:v>2024-04-01</c:v>
                </c:pt>
                <c:pt idx="760">
                  <c:v>2024-04-02</c:v>
                </c:pt>
                <c:pt idx="761">
                  <c:v>2024-04-03</c:v>
                </c:pt>
                <c:pt idx="762">
                  <c:v>2024-04-04</c:v>
                </c:pt>
                <c:pt idx="763">
                  <c:v>2024-04-05</c:v>
                </c:pt>
                <c:pt idx="764">
                  <c:v>2024-04-08</c:v>
                </c:pt>
                <c:pt idx="765">
                  <c:v>2024-04-09</c:v>
                </c:pt>
                <c:pt idx="766">
                  <c:v>2024-04-11</c:v>
                </c:pt>
                <c:pt idx="767">
                  <c:v>2024-04-12</c:v>
                </c:pt>
                <c:pt idx="768">
                  <c:v>2024-04-15</c:v>
                </c:pt>
                <c:pt idx="769">
                  <c:v>2024-04-16</c:v>
                </c:pt>
                <c:pt idx="770">
                  <c:v>2024-04-17</c:v>
                </c:pt>
                <c:pt idx="771">
                  <c:v>2024-04-18</c:v>
                </c:pt>
                <c:pt idx="772">
                  <c:v>2024-04-19</c:v>
                </c:pt>
                <c:pt idx="773">
                  <c:v>2024-04-22</c:v>
                </c:pt>
                <c:pt idx="774">
                  <c:v>2024-04-23</c:v>
                </c:pt>
                <c:pt idx="775">
                  <c:v>2024-04-24</c:v>
                </c:pt>
                <c:pt idx="776">
                  <c:v>2024-04-25</c:v>
                </c:pt>
                <c:pt idx="777">
                  <c:v>2024-04-26</c:v>
                </c:pt>
                <c:pt idx="778">
                  <c:v>2024-04-29</c:v>
                </c:pt>
                <c:pt idx="779">
                  <c:v>2024-04-30</c:v>
                </c:pt>
                <c:pt idx="780">
                  <c:v>2024-05-02</c:v>
                </c:pt>
                <c:pt idx="781">
                  <c:v>2024-05-03</c:v>
                </c:pt>
                <c:pt idx="782">
                  <c:v>2024-05-07</c:v>
                </c:pt>
                <c:pt idx="783">
                  <c:v>2024-05-08</c:v>
                </c:pt>
                <c:pt idx="784">
                  <c:v>2024-05-09</c:v>
                </c:pt>
                <c:pt idx="785">
                  <c:v>2024-05-10</c:v>
                </c:pt>
                <c:pt idx="786">
                  <c:v>2024-05-13</c:v>
                </c:pt>
                <c:pt idx="787">
                  <c:v>2024-05-14</c:v>
                </c:pt>
                <c:pt idx="788">
                  <c:v>2024-05-16</c:v>
                </c:pt>
                <c:pt idx="789">
                  <c:v>2024-05-17</c:v>
                </c:pt>
                <c:pt idx="790">
                  <c:v>2024-05-20</c:v>
                </c:pt>
                <c:pt idx="791">
                  <c:v>2024-05-21</c:v>
                </c:pt>
                <c:pt idx="792">
                  <c:v>2024-05-22</c:v>
                </c:pt>
                <c:pt idx="793">
                  <c:v>2024-05-23</c:v>
                </c:pt>
                <c:pt idx="794">
                  <c:v>2024-05-24</c:v>
                </c:pt>
                <c:pt idx="795">
                  <c:v>2024-05-27</c:v>
                </c:pt>
                <c:pt idx="796">
                  <c:v>2024-05-28</c:v>
                </c:pt>
                <c:pt idx="797">
                  <c:v>2024-05-29</c:v>
                </c:pt>
                <c:pt idx="798">
                  <c:v>2024-05-30</c:v>
                </c:pt>
                <c:pt idx="799">
                  <c:v>2024-05-31</c:v>
                </c:pt>
                <c:pt idx="800">
                  <c:v>2024-06-03</c:v>
                </c:pt>
                <c:pt idx="801">
                  <c:v>2024-06-04</c:v>
                </c:pt>
                <c:pt idx="802">
                  <c:v>2024-06-05</c:v>
                </c:pt>
                <c:pt idx="803">
                  <c:v>2024-06-07</c:v>
                </c:pt>
                <c:pt idx="804">
                  <c:v>2024-06-10</c:v>
                </c:pt>
                <c:pt idx="805">
                  <c:v>2024-06-11</c:v>
                </c:pt>
                <c:pt idx="806">
                  <c:v>2024-06-12</c:v>
                </c:pt>
                <c:pt idx="807">
                  <c:v>2024-06-13</c:v>
                </c:pt>
                <c:pt idx="808">
                  <c:v>2024-06-14</c:v>
                </c:pt>
                <c:pt idx="809">
                  <c:v>2024-06-17</c:v>
                </c:pt>
                <c:pt idx="810">
                  <c:v>2024-06-18</c:v>
                </c:pt>
                <c:pt idx="811">
                  <c:v>2024-06-19</c:v>
                </c:pt>
                <c:pt idx="812">
                  <c:v>2024-06-20</c:v>
                </c:pt>
                <c:pt idx="813">
                  <c:v>2024-06-21</c:v>
                </c:pt>
                <c:pt idx="814">
                  <c:v>2024-06-24</c:v>
                </c:pt>
                <c:pt idx="815">
                  <c:v>2024-06-25</c:v>
                </c:pt>
                <c:pt idx="816">
                  <c:v>2024-06-26</c:v>
                </c:pt>
                <c:pt idx="817">
                  <c:v>2024-06-27</c:v>
                </c:pt>
                <c:pt idx="818">
                  <c:v>2024-06-28</c:v>
                </c:pt>
                <c:pt idx="819">
                  <c:v>2024-07-01</c:v>
                </c:pt>
                <c:pt idx="820">
                  <c:v>2024-07-02</c:v>
                </c:pt>
                <c:pt idx="821">
                  <c:v>2024-07-03</c:v>
                </c:pt>
                <c:pt idx="822">
                  <c:v>2024-07-04</c:v>
                </c:pt>
                <c:pt idx="823">
                  <c:v>2024-07-05</c:v>
                </c:pt>
                <c:pt idx="824">
                  <c:v>2024-07-08</c:v>
                </c:pt>
                <c:pt idx="825">
                  <c:v>2024-07-09</c:v>
                </c:pt>
                <c:pt idx="826">
                  <c:v>2024-07-10</c:v>
                </c:pt>
                <c:pt idx="827">
                  <c:v>2024-07-11</c:v>
                </c:pt>
                <c:pt idx="828">
                  <c:v>2024-07-12</c:v>
                </c:pt>
                <c:pt idx="829">
                  <c:v>2024-07-15</c:v>
                </c:pt>
                <c:pt idx="830">
                  <c:v>2024-07-16</c:v>
                </c:pt>
                <c:pt idx="831">
                  <c:v>2024-07-17</c:v>
                </c:pt>
                <c:pt idx="832">
                  <c:v>2024-07-18</c:v>
                </c:pt>
                <c:pt idx="833">
                  <c:v>2024-07-19</c:v>
                </c:pt>
                <c:pt idx="834">
                  <c:v>2024-07-22</c:v>
                </c:pt>
                <c:pt idx="835">
                  <c:v>2024-07-23</c:v>
                </c:pt>
                <c:pt idx="836">
                  <c:v>2024-07-24</c:v>
                </c:pt>
                <c:pt idx="837">
                  <c:v>2024-07-25</c:v>
                </c:pt>
                <c:pt idx="838">
                  <c:v>2024-07-26</c:v>
                </c:pt>
                <c:pt idx="839">
                  <c:v>2024-07-29</c:v>
                </c:pt>
                <c:pt idx="840">
                  <c:v>2024-07-30</c:v>
                </c:pt>
                <c:pt idx="841">
                  <c:v>2024-07-31</c:v>
                </c:pt>
                <c:pt idx="842">
                  <c:v>2024-08-01</c:v>
                </c:pt>
                <c:pt idx="843">
                  <c:v>2024-08-02</c:v>
                </c:pt>
                <c:pt idx="844">
                  <c:v>2024-08-05</c:v>
                </c:pt>
                <c:pt idx="845">
                  <c:v>2024-08-06</c:v>
                </c:pt>
                <c:pt idx="846">
                  <c:v>2024-08-07</c:v>
                </c:pt>
                <c:pt idx="847">
                  <c:v>2024-08-08</c:v>
                </c:pt>
                <c:pt idx="848">
                  <c:v>2024-08-09</c:v>
                </c:pt>
                <c:pt idx="849">
                  <c:v>2024-08-12</c:v>
                </c:pt>
                <c:pt idx="850">
                  <c:v>2024-08-13</c:v>
                </c:pt>
                <c:pt idx="851">
                  <c:v>2024-08-14</c:v>
                </c:pt>
                <c:pt idx="852">
                  <c:v>2024-08-16</c:v>
                </c:pt>
                <c:pt idx="853">
                  <c:v>2024-08-19</c:v>
                </c:pt>
                <c:pt idx="854">
                  <c:v>2024-08-20</c:v>
                </c:pt>
                <c:pt idx="855">
                  <c:v>2024-08-21</c:v>
                </c:pt>
                <c:pt idx="856">
                  <c:v>2024-08-22</c:v>
                </c:pt>
                <c:pt idx="857">
                  <c:v>2024-08-23</c:v>
                </c:pt>
                <c:pt idx="858">
                  <c:v>2024-08-26</c:v>
                </c:pt>
                <c:pt idx="859">
                  <c:v>2024-08-27</c:v>
                </c:pt>
                <c:pt idx="860">
                  <c:v>2024-08-28</c:v>
                </c:pt>
                <c:pt idx="861">
                  <c:v>2024-08-29</c:v>
                </c:pt>
                <c:pt idx="862">
                  <c:v>2024-08-30</c:v>
                </c:pt>
                <c:pt idx="863">
                  <c:v>2024-09-02</c:v>
                </c:pt>
                <c:pt idx="864">
                  <c:v>2024-09-03</c:v>
                </c:pt>
                <c:pt idx="865">
                  <c:v>2024-09-04</c:v>
                </c:pt>
                <c:pt idx="866">
                  <c:v>2024-09-05</c:v>
                </c:pt>
                <c:pt idx="867">
                  <c:v>2024-09-06</c:v>
                </c:pt>
                <c:pt idx="868">
                  <c:v>2024-09-09</c:v>
                </c:pt>
                <c:pt idx="869">
                  <c:v>2024-09-10</c:v>
                </c:pt>
                <c:pt idx="870">
                  <c:v>2024-09-11</c:v>
                </c:pt>
                <c:pt idx="871">
                  <c:v>2024-09-12</c:v>
                </c:pt>
                <c:pt idx="872">
                  <c:v>2024-09-13</c:v>
                </c:pt>
                <c:pt idx="873">
                  <c:v>2024-09-19</c:v>
                </c:pt>
                <c:pt idx="874">
                  <c:v>2024-09-20</c:v>
                </c:pt>
                <c:pt idx="875">
                  <c:v>2024-09-23</c:v>
                </c:pt>
                <c:pt idx="876">
                  <c:v>2024-09-24</c:v>
                </c:pt>
                <c:pt idx="877">
                  <c:v>2024-09-25</c:v>
                </c:pt>
                <c:pt idx="878">
                  <c:v>2024-09-26</c:v>
                </c:pt>
                <c:pt idx="879">
                  <c:v>2024-09-27</c:v>
                </c:pt>
                <c:pt idx="880">
                  <c:v>2024-09-30</c:v>
                </c:pt>
                <c:pt idx="881">
                  <c:v>2024-10-02</c:v>
                </c:pt>
                <c:pt idx="882">
                  <c:v>2024-10-04</c:v>
                </c:pt>
                <c:pt idx="883">
                  <c:v>2024-10-07</c:v>
                </c:pt>
                <c:pt idx="884">
                  <c:v>2024-10-08</c:v>
                </c:pt>
                <c:pt idx="885">
                  <c:v>2024-10-10</c:v>
                </c:pt>
                <c:pt idx="886">
                  <c:v>2024-10-11</c:v>
                </c:pt>
                <c:pt idx="887">
                  <c:v>2024-10-14</c:v>
                </c:pt>
                <c:pt idx="888">
                  <c:v>2024-10-15</c:v>
                </c:pt>
                <c:pt idx="889">
                  <c:v>2024-10-16</c:v>
                </c:pt>
                <c:pt idx="890">
                  <c:v>2024-10-17</c:v>
                </c:pt>
                <c:pt idx="891">
                  <c:v>2024-10-18</c:v>
                </c:pt>
                <c:pt idx="892">
                  <c:v>2024-10-21</c:v>
                </c:pt>
                <c:pt idx="893">
                  <c:v>2024-10-22</c:v>
                </c:pt>
                <c:pt idx="894">
                  <c:v>2024-10-23</c:v>
                </c:pt>
                <c:pt idx="895">
                  <c:v>2024-10-24</c:v>
                </c:pt>
                <c:pt idx="896">
                  <c:v>2024-10-25</c:v>
                </c:pt>
                <c:pt idx="897">
                  <c:v>2024-10-28</c:v>
                </c:pt>
                <c:pt idx="898">
                  <c:v>2024-10-29</c:v>
                </c:pt>
                <c:pt idx="899">
                  <c:v>2024-10-30</c:v>
                </c:pt>
                <c:pt idx="900">
                  <c:v>2024-10-31</c:v>
                </c:pt>
                <c:pt idx="901">
                  <c:v>2024-11-01</c:v>
                </c:pt>
                <c:pt idx="902">
                  <c:v>2024-11-04</c:v>
                </c:pt>
                <c:pt idx="903">
                  <c:v>2024-11-05</c:v>
                </c:pt>
                <c:pt idx="904">
                  <c:v>2024-11-06</c:v>
                </c:pt>
                <c:pt idx="905">
                  <c:v>2024-11-07</c:v>
                </c:pt>
                <c:pt idx="906">
                  <c:v>2024-11-08</c:v>
                </c:pt>
                <c:pt idx="907">
                  <c:v>2024-11-11</c:v>
                </c:pt>
                <c:pt idx="908">
                  <c:v>2024-11-12</c:v>
                </c:pt>
                <c:pt idx="909">
                  <c:v>2024-11-13</c:v>
                </c:pt>
                <c:pt idx="910">
                  <c:v>2024-11-14</c:v>
                </c:pt>
                <c:pt idx="911">
                  <c:v>2024-11-15</c:v>
                </c:pt>
                <c:pt idx="912">
                  <c:v>2024-11-18</c:v>
                </c:pt>
                <c:pt idx="913">
                  <c:v>2024-11-19</c:v>
                </c:pt>
                <c:pt idx="914">
                  <c:v>2024-11-20</c:v>
                </c:pt>
                <c:pt idx="915">
                  <c:v>2024-11-21</c:v>
                </c:pt>
                <c:pt idx="916">
                  <c:v>2024-11-22</c:v>
                </c:pt>
                <c:pt idx="917">
                  <c:v>2024-11-25</c:v>
                </c:pt>
                <c:pt idx="918">
                  <c:v>2024-11-26</c:v>
                </c:pt>
                <c:pt idx="919">
                  <c:v>2024-11-27</c:v>
                </c:pt>
                <c:pt idx="920">
                  <c:v>2024-11-28</c:v>
                </c:pt>
                <c:pt idx="921">
                  <c:v>2024-11-29</c:v>
                </c:pt>
                <c:pt idx="922">
                  <c:v>2024-12-02</c:v>
                </c:pt>
                <c:pt idx="923">
                  <c:v>2024-12-03</c:v>
                </c:pt>
                <c:pt idx="924">
                  <c:v>2024-12-04</c:v>
                </c:pt>
                <c:pt idx="925">
                  <c:v>2024-12-05</c:v>
                </c:pt>
                <c:pt idx="926">
                  <c:v>2024-12-06</c:v>
                </c:pt>
                <c:pt idx="927">
                  <c:v>2024-12-09</c:v>
                </c:pt>
                <c:pt idx="928">
                  <c:v>2024-12-10</c:v>
                </c:pt>
                <c:pt idx="929">
                  <c:v>2024-12-11</c:v>
                </c:pt>
                <c:pt idx="930">
                  <c:v>2024-12-12</c:v>
                </c:pt>
                <c:pt idx="931">
                  <c:v>2024-12-13</c:v>
                </c:pt>
                <c:pt idx="932">
                  <c:v>2024-12-16</c:v>
                </c:pt>
                <c:pt idx="933">
                  <c:v>2024-12-17</c:v>
                </c:pt>
                <c:pt idx="934">
                  <c:v>2024-12-18</c:v>
                </c:pt>
                <c:pt idx="935">
                  <c:v>2024-12-19</c:v>
                </c:pt>
                <c:pt idx="936">
                  <c:v>2024-12-20</c:v>
                </c:pt>
                <c:pt idx="937">
                  <c:v>2024-12-23</c:v>
                </c:pt>
                <c:pt idx="938">
                  <c:v>2024-12-24</c:v>
                </c:pt>
                <c:pt idx="939">
                  <c:v>2024-12-26</c:v>
                </c:pt>
                <c:pt idx="940">
                  <c:v>2024-12-27</c:v>
                </c:pt>
                <c:pt idx="941">
                  <c:v>2024-12-30</c:v>
                </c:pt>
                <c:pt idx="942">
                  <c:v>2024-12-31</c:v>
                </c:pt>
                <c:pt idx="943">
                  <c:v>2025-01-02</c:v>
                </c:pt>
                <c:pt idx="944">
                  <c:v>2025-01-03</c:v>
                </c:pt>
                <c:pt idx="945">
                  <c:v>2025-01-06</c:v>
                </c:pt>
                <c:pt idx="946">
                  <c:v>2025-01-07</c:v>
                </c:pt>
                <c:pt idx="947">
                  <c:v>2025-01-08</c:v>
                </c:pt>
                <c:pt idx="948">
                  <c:v>2025-01-09</c:v>
                </c:pt>
                <c:pt idx="949">
                  <c:v>2025-01-10</c:v>
                </c:pt>
                <c:pt idx="950">
                  <c:v>2025-01-13</c:v>
                </c:pt>
                <c:pt idx="951">
                  <c:v>2025-01-14</c:v>
                </c:pt>
                <c:pt idx="952">
                  <c:v>2025-01-15</c:v>
                </c:pt>
                <c:pt idx="953">
                  <c:v>2025-01-16</c:v>
                </c:pt>
                <c:pt idx="954">
                  <c:v>2025-01-17</c:v>
                </c:pt>
                <c:pt idx="955">
                  <c:v>2025-01-20</c:v>
                </c:pt>
                <c:pt idx="956">
                  <c:v>2025-01-21</c:v>
                </c:pt>
                <c:pt idx="957">
                  <c:v>2025-01-22</c:v>
                </c:pt>
                <c:pt idx="958">
                  <c:v>2025-01-23</c:v>
                </c:pt>
                <c:pt idx="959">
                  <c:v>2025-01-24</c:v>
                </c:pt>
                <c:pt idx="960">
                  <c:v>2025-01-31</c:v>
                </c:pt>
                <c:pt idx="961">
                  <c:v>2025-02-03</c:v>
                </c:pt>
                <c:pt idx="962">
                  <c:v>2025-02-04</c:v>
                </c:pt>
                <c:pt idx="963">
                  <c:v>2025-02-05</c:v>
                </c:pt>
                <c:pt idx="964">
                  <c:v>2025-02-06</c:v>
                </c:pt>
                <c:pt idx="965">
                  <c:v>2025-02-07</c:v>
                </c:pt>
                <c:pt idx="966">
                  <c:v>2025-02-10</c:v>
                </c:pt>
                <c:pt idx="967">
                  <c:v>2025-02-11</c:v>
                </c:pt>
                <c:pt idx="968">
                  <c:v>2025-02-12</c:v>
                </c:pt>
                <c:pt idx="969">
                  <c:v>2025-02-13</c:v>
                </c:pt>
                <c:pt idx="970">
                  <c:v>2025-02-14</c:v>
                </c:pt>
                <c:pt idx="971">
                  <c:v>2025-02-17</c:v>
                </c:pt>
                <c:pt idx="972">
                  <c:v>2025-02-18</c:v>
                </c:pt>
                <c:pt idx="973">
                  <c:v>2025-02-19</c:v>
                </c:pt>
                <c:pt idx="974">
                  <c:v>2025-02-20</c:v>
                </c:pt>
                <c:pt idx="975">
                  <c:v>2025-02-21</c:v>
                </c:pt>
                <c:pt idx="976">
                  <c:v>2025-02-24</c:v>
                </c:pt>
                <c:pt idx="977">
                  <c:v>2025-02-25</c:v>
                </c:pt>
                <c:pt idx="978">
                  <c:v>2025-02-26</c:v>
                </c:pt>
                <c:pt idx="979">
                  <c:v>2025-02-27</c:v>
                </c:pt>
                <c:pt idx="980">
                  <c:v>2025-02-28</c:v>
                </c:pt>
                <c:pt idx="981">
                  <c:v>2025-03-04</c:v>
                </c:pt>
                <c:pt idx="982">
                  <c:v>2025-03-05</c:v>
                </c:pt>
                <c:pt idx="983">
                  <c:v>2025-03-06</c:v>
                </c:pt>
                <c:pt idx="984">
                  <c:v>2025-03-07</c:v>
                </c:pt>
                <c:pt idx="985">
                  <c:v>2025-03-10</c:v>
                </c:pt>
                <c:pt idx="986">
                  <c:v>2025-03-11</c:v>
                </c:pt>
                <c:pt idx="987">
                  <c:v>2025-03-12</c:v>
                </c:pt>
                <c:pt idx="988">
                  <c:v>2025-03-13</c:v>
                </c:pt>
                <c:pt idx="989">
                  <c:v>2025-03-14</c:v>
                </c:pt>
                <c:pt idx="990">
                  <c:v>2025-03-17</c:v>
                </c:pt>
                <c:pt idx="991">
                  <c:v>2025-03-18</c:v>
                </c:pt>
                <c:pt idx="992">
                  <c:v>2025-03-19</c:v>
                </c:pt>
                <c:pt idx="993">
                  <c:v>2025-03-20</c:v>
                </c:pt>
                <c:pt idx="994">
                  <c:v>2025-03-21</c:v>
                </c:pt>
                <c:pt idx="995">
                  <c:v>2025-03-24</c:v>
                </c:pt>
                <c:pt idx="996">
                  <c:v>2025-03-25</c:v>
                </c:pt>
                <c:pt idx="997">
                  <c:v>2025-03-26</c:v>
                </c:pt>
                <c:pt idx="998">
                  <c:v>2025-03-27</c:v>
                </c:pt>
                <c:pt idx="999">
                  <c:v>2025-03-28</c:v>
                </c:pt>
                <c:pt idx="1000">
                  <c:v>2025-03-31</c:v>
                </c:pt>
                <c:pt idx="1001">
                  <c:v>2025-04-01</c:v>
                </c:pt>
                <c:pt idx="1002">
                  <c:v>2025-04-02</c:v>
                </c:pt>
                <c:pt idx="1003">
                  <c:v>2025-04-03</c:v>
                </c:pt>
                <c:pt idx="1004">
                  <c:v>2025-04-04</c:v>
                </c:pt>
                <c:pt idx="1005">
                  <c:v>2025-04-07</c:v>
                </c:pt>
                <c:pt idx="1006">
                  <c:v>2025-04-08</c:v>
                </c:pt>
                <c:pt idx="1007">
                  <c:v>2025-04-09</c:v>
                </c:pt>
                <c:pt idx="1008">
                  <c:v>2025-04-10</c:v>
                </c:pt>
                <c:pt idx="1009">
                  <c:v>2025-04-11</c:v>
                </c:pt>
                <c:pt idx="1010">
                  <c:v>2025-04-14</c:v>
                </c:pt>
                <c:pt idx="1011">
                  <c:v>2025-04-15</c:v>
                </c:pt>
                <c:pt idx="1012">
                  <c:v>2025-04-16</c:v>
                </c:pt>
                <c:pt idx="1013">
                  <c:v>2025-04-17</c:v>
                </c:pt>
                <c:pt idx="1014">
                  <c:v>2025-04-18</c:v>
                </c:pt>
                <c:pt idx="1015">
                  <c:v>2025-04-21</c:v>
                </c:pt>
                <c:pt idx="1016">
                  <c:v>2025-04-22</c:v>
                </c:pt>
                <c:pt idx="1017">
                  <c:v>2025-04-23</c:v>
                </c:pt>
                <c:pt idx="1018">
                  <c:v>2025-04-24</c:v>
                </c:pt>
                <c:pt idx="1019">
                  <c:v>2025-04-25</c:v>
                </c:pt>
                <c:pt idx="1020">
                  <c:v>2025-04-28</c:v>
                </c:pt>
                <c:pt idx="1021">
                  <c:v>2025-04-29</c:v>
                </c:pt>
                <c:pt idx="1022">
                  <c:v>2025-04-30</c:v>
                </c:pt>
                <c:pt idx="1023">
                  <c:v>2025-05-02</c:v>
                </c:pt>
                <c:pt idx="1024">
                  <c:v>2025-05-07</c:v>
                </c:pt>
                <c:pt idx="1025">
                  <c:v>2025-05-08</c:v>
                </c:pt>
                <c:pt idx="1026">
                  <c:v>2025-05-09</c:v>
                </c:pt>
                <c:pt idx="1027">
                  <c:v>2025-05-12</c:v>
                </c:pt>
                <c:pt idx="1028">
                  <c:v>2025-05-13</c:v>
                </c:pt>
                <c:pt idx="1029">
                  <c:v>2025-05-14</c:v>
                </c:pt>
                <c:pt idx="1030">
                  <c:v>2025-05-15</c:v>
                </c:pt>
                <c:pt idx="1031">
                  <c:v>2025-05-16</c:v>
                </c:pt>
                <c:pt idx="1032">
                  <c:v>2025-05-19</c:v>
                </c:pt>
                <c:pt idx="1033">
                  <c:v>2025-05-20</c:v>
                </c:pt>
                <c:pt idx="1034">
                  <c:v>2025-05-21</c:v>
                </c:pt>
                <c:pt idx="1035">
                  <c:v>2025-05-22</c:v>
                </c:pt>
                <c:pt idx="1036">
                  <c:v>2025-05-23</c:v>
                </c:pt>
                <c:pt idx="1037">
                  <c:v>2025-05-26</c:v>
                </c:pt>
                <c:pt idx="1038">
                  <c:v>2025-05-27</c:v>
                </c:pt>
                <c:pt idx="1039">
                  <c:v>2025-05-28</c:v>
                </c:pt>
                <c:pt idx="1040">
                  <c:v>2025-05-29</c:v>
                </c:pt>
                <c:pt idx="1041">
                  <c:v>2025-05-30</c:v>
                </c:pt>
                <c:pt idx="1042">
                  <c:v>2025-06-02</c:v>
                </c:pt>
                <c:pt idx="1043">
                  <c:v>2025-06-04</c:v>
                </c:pt>
                <c:pt idx="1044">
                  <c:v>2025-06-05</c:v>
                </c:pt>
                <c:pt idx="1045">
                  <c:v>2025-06-09</c:v>
                </c:pt>
                <c:pt idx="1046">
                  <c:v>2025-06-10</c:v>
                </c:pt>
                <c:pt idx="1047">
                  <c:v>2025-06-11</c:v>
                </c:pt>
                <c:pt idx="1048">
                  <c:v>2025-06-12</c:v>
                </c:pt>
                <c:pt idx="1049">
                  <c:v>2025-06-13</c:v>
                </c:pt>
                <c:pt idx="1050">
                  <c:v>2025-06-16</c:v>
                </c:pt>
                <c:pt idx="1051">
                  <c:v>2025-06-17</c:v>
                </c:pt>
                <c:pt idx="1052">
                  <c:v>2025-06-18</c:v>
                </c:pt>
                <c:pt idx="1053">
                  <c:v>2025-06-19</c:v>
                </c:pt>
                <c:pt idx="1054">
                  <c:v>2025-06-20</c:v>
                </c:pt>
                <c:pt idx="1055">
                  <c:v>2025-06-23</c:v>
                </c:pt>
                <c:pt idx="1056">
                  <c:v>2025-06-24</c:v>
                </c:pt>
                <c:pt idx="1057">
                  <c:v>2025-06-25</c:v>
                </c:pt>
                <c:pt idx="1058">
                  <c:v>2025-06-26</c:v>
                </c:pt>
                <c:pt idx="1059">
                  <c:v>2025-06-27</c:v>
                </c:pt>
                <c:pt idx="1060">
                  <c:v>2025-06-30</c:v>
                </c:pt>
                <c:pt idx="1061">
                  <c:v>2025-07-01</c:v>
                </c:pt>
                <c:pt idx="1062">
                  <c:v>2025-07-02</c:v>
                </c:pt>
                <c:pt idx="1063">
                  <c:v>2025-07-03</c:v>
                </c:pt>
                <c:pt idx="1064">
                  <c:v>2025-07-04</c:v>
                </c:pt>
                <c:pt idx="1065">
                  <c:v>2025-07-07</c:v>
                </c:pt>
                <c:pt idx="1066">
                  <c:v>2025-07-08</c:v>
                </c:pt>
                <c:pt idx="1067">
                  <c:v>2025-07-09</c:v>
                </c:pt>
                <c:pt idx="1068">
                  <c:v>2025-07-10</c:v>
                </c:pt>
                <c:pt idx="1069">
                  <c:v>2025-07-11</c:v>
                </c:pt>
                <c:pt idx="1070">
                  <c:v>2025-07-14</c:v>
                </c:pt>
                <c:pt idx="1071">
                  <c:v>2025-07-15</c:v>
                </c:pt>
                <c:pt idx="1072">
                  <c:v>2025-07-16</c:v>
                </c:pt>
                <c:pt idx="1073">
                  <c:v>2025-07-17</c:v>
                </c:pt>
                <c:pt idx="1074">
                  <c:v>2025-07-18</c:v>
                </c:pt>
                <c:pt idx="1075">
                  <c:v>2025-07-21</c:v>
                </c:pt>
                <c:pt idx="1076">
                  <c:v>2025-07-22</c:v>
                </c:pt>
                <c:pt idx="1077">
                  <c:v>2025-07-23</c:v>
                </c:pt>
                <c:pt idx="1078">
                  <c:v>2025-07-24</c:v>
                </c:pt>
                <c:pt idx="1079">
                  <c:v>2025-07-25</c:v>
                </c:pt>
                <c:pt idx="1080">
                  <c:v>2025-07-28</c:v>
                </c:pt>
                <c:pt idx="1081">
                  <c:v>2025-07-29</c:v>
                </c:pt>
                <c:pt idx="1082">
                  <c:v>2025-07-30</c:v>
                </c:pt>
                <c:pt idx="1083">
                  <c:v>2025-07-31</c:v>
                </c:pt>
                <c:pt idx="1084">
                  <c:v>2025-08-01</c:v>
                </c:pt>
                <c:pt idx="1085">
                  <c:v>2025-08-04</c:v>
                </c:pt>
                <c:pt idx="1086">
                  <c:v>2025-08-05</c:v>
                </c:pt>
                <c:pt idx="1087">
                  <c:v>2025-08-06</c:v>
                </c:pt>
                <c:pt idx="1088">
                  <c:v>2025-08-07</c:v>
                </c:pt>
                <c:pt idx="1089">
                  <c:v>2025-08-08</c:v>
                </c:pt>
                <c:pt idx="1090">
                  <c:v>2025-08-11</c:v>
                </c:pt>
                <c:pt idx="1091">
                  <c:v>2025-08-12</c:v>
                </c:pt>
                <c:pt idx="1092">
                  <c:v>2025-08-13</c:v>
                </c:pt>
                <c:pt idx="1093">
                  <c:v>2025-08-14</c:v>
                </c:pt>
                <c:pt idx="1094">
                  <c:v>2025-08-18</c:v>
                </c:pt>
                <c:pt idx="1095">
                  <c:v>2025-08-19</c:v>
                </c:pt>
                <c:pt idx="1096">
                  <c:v>2025-08-20</c:v>
                </c:pt>
                <c:pt idx="1097">
                  <c:v>2025-08-21</c:v>
                </c:pt>
                <c:pt idx="1098">
                  <c:v>2025-08-22</c:v>
                </c:pt>
                <c:pt idx="1099">
                  <c:v>2025-08-25</c:v>
                </c:pt>
                <c:pt idx="1100">
                  <c:v>2025-08-26</c:v>
                </c:pt>
                <c:pt idx="1101">
                  <c:v>2025-08-27</c:v>
                </c:pt>
                <c:pt idx="1102">
                  <c:v>2025-08-28</c:v>
                </c:pt>
                <c:pt idx="1103">
                  <c:v>2025-08-29</c:v>
                </c:pt>
                <c:pt idx="1104">
                  <c:v>2025-09-01</c:v>
                </c:pt>
                <c:pt idx="1105">
                  <c:v>2025-09-02</c:v>
                </c:pt>
                <c:pt idx="1106">
                  <c:v>2025-09-03</c:v>
                </c:pt>
                <c:pt idx="1107">
                  <c:v>2025-09-04</c:v>
                </c:pt>
                <c:pt idx="1108">
                  <c:v>2025-09-05</c:v>
                </c:pt>
                <c:pt idx="1109">
                  <c:v>2025-09-08</c:v>
                </c:pt>
                <c:pt idx="1110">
                  <c:v>2025-09-09</c:v>
                </c:pt>
                <c:pt idx="1111">
                  <c:v>2025-09-10</c:v>
                </c:pt>
                <c:pt idx="1112">
                  <c:v>2025-09-11</c:v>
                </c:pt>
                <c:pt idx="1113">
                  <c:v>2025-09-12</c:v>
                </c:pt>
                <c:pt idx="1114">
                  <c:v>2025-09-15</c:v>
                </c:pt>
                <c:pt idx="1115">
                  <c:v>2025-09-16</c:v>
                </c:pt>
                <c:pt idx="1116">
                  <c:v>2025-09-17</c:v>
                </c:pt>
                <c:pt idx="1117">
                  <c:v>2025-09-18</c:v>
                </c:pt>
                <c:pt idx="1118">
                  <c:v>2025-09-19</c:v>
                </c:pt>
                <c:pt idx="1119">
                  <c:v>2025-09-22</c:v>
                </c:pt>
                <c:pt idx="1120">
                  <c:v>2025-09-23</c:v>
                </c:pt>
                <c:pt idx="1121">
                  <c:v>2025-09-24</c:v>
                </c:pt>
                <c:pt idx="1122">
                  <c:v>2025-09-25</c:v>
                </c:pt>
                <c:pt idx="1123">
                  <c:v>2025-09-26</c:v>
                </c:pt>
                <c:pt idx="1124">
                  <c:v>2025-09-29</c:v>
                </c:pt>
                <c:pt idx="1125">
                  <c:v>2025-09-30</c:v>
                </c:pt>
                <c:pt idx="1126">
                  <c:v>2025-10-01</c:v>
                </c:pt>
                <c:pt idx="1127">
                  <c:v>2025-10-02</c:v>
                </c:pt>
                <c:pt idx="1128">
                  <c:v>2025-10-10</c:v>
                </c:pt>
                <c:pt idx="1129">
                  <c:v>2025-10-13</c:v>
                </c:pt>
                <c:pt idx="1130">
                  <c:v>2025-10-14</c:v>
                </c:pt>
                <c:pt idx="1131">
                  <c:v>2025-10-15</c:v>
                </c:pt>
                <c:pt idx="1132">
                  <c:v>2025-10-16</c:v>
                </c:pt>
                <c:pt idx="1133">
                  <c:v>2025-10-17</c:v>
                </c:pt>
                <c:pt idx="1134">
                  <c:v>2025-10-20</c:v>
                </c:pt>
                <c:pt idx="1135">
                  <c:v>2025-10-21</c:v>
                </c:pt>
                <c:pt idx="1136">
                  <c:v>2025-10-22</c:v>
                </c:pt>
                <c:pt idx="1137">
                  <c:v>2025-10-23</c:v>
                </c:pt>
                <c:pt idx="1138">
                  <c:v>2025-10-24</c:v>
                </c:pt>
                <c:pt idx="1139">
                  <c:v>2025-10-27</c:v>
                </c:pt>
                <c:pt idx="1140">
                  <c:v>2025-10-28</c:v>
                </c:pt>
                <c:pt idx="1141">
                  <c:v>2025-10-29</c:v>
                </c:pt>
                <c:pt idx="1142">
                  <c:v>2025-10-30</c:v>
                </c:pt>
                <c:pt idx="1143">
                  <c:v>2025-10-31</c:v>
                </c:pt>
                <c:pt idx="1144">
                  <c:v>2025-11-03</c:v>
                </c:pt>
                <c:pt idx="1145">
                  <c:v>2025-11-04</c:v>
                </c:pt>
                <c:pt idx="1146">
                  <c:v>2025-11-05</c:v>
                </c:pt>
                <c:pt idx="1147">
                  <c:v>2025-11-06</c:v>
                </c:pt>
                <c:pt idx="1148">
                  <c:v>2025-11-07</c:v>
                </c:pt>
                <c:pt idx="1149">
                  <c:v>2025-11-10</c:v>
                </c:pt>
                <c:pt idx="1150">
                  <c:v>2025-11-11</c:v>
                </c:pt>
                <c:pt idx="1151">
                  <c:v>2025-11-12</c:v>
                </c:pt>
                <c:pt idx="1152">
                  <c:v>2025-11-13</c:v>
                </c:pt>
                <c:pt idx="1153">
                  <c:v>2025-11-14</c:v>
                </c:pt>
                <c:pt idx="1154">
                  <c:v>2025-11-17</c:v>
                </c:pt>
                <c:pt idx="1155">
                  <c:v>2025-11-18</c:v>
                </c:pt>
                <c:pt idx="1156">
                  <c:v>2025-11-19</c:v>
                </c:pt>
                <c:pt idx="1157">
                  <c:v>2025-11-20</c:v>
                </c:pt>
                <c:pt idx="1158">
                  <c:v>2025-11-21</c:v>
                </c:pt>
                <c:pt idx="1159">
                  <c:v>2025-11-24</c:v>
                </c:pt>
                <c:pt idx="1160">
                  <c:v>2025-11-25</c:v>
                </c:pt>
                <c:pt idx="1161">
                  <c:v>2025-11-26</c:v>
                </c:pt>
                <c:pt idx="1162">
                  <c:v>2025-11-27</c:v>
                </c:pt>
                <c:pt idx="1163">
                  <c:v>2025-11-28</c:v>
                </c:pt>
                <c:pt idx="1164">
                  <c:v>2025-12-01</c:v>
                </c:pt>
                <c:pt idx="1165">
                  <c:v>2025-12-02</c:v>
                </c:pt>
                <c:pt idx="1166">
                  <c:v>2025-12-03</c:v>
                </c:pt>
                <c:pt idx="1167">
                  <c:v>2025-12-04</c:v>
                </c:pt>
                <c:pt idx="1168">
                  <c:v>2025-12-05</c:v>
                </c:pt>
                <c:pt idx="1169">
                  <c:v>2025-12-08</c:v>
                </c:pt>
                <c:pt idx="1170">
                  <c:v>2025-12-09</c:v>
                </c:pt>
                <c:pt idx="1171">
                  <c:v>2025-12-10</c:v>
                </c:pt>
                <c:pt idx="1172">
                  <c:v>2025-12-11</c:v>
                </c:pt>
                <c:pt idx="1173">
                  <c:v>2025-12-12</c:v>
                </c:pt>
                <c:pt idx="1174">
                  <c:v>2025-12-15</c:v>
                </c:pt>
                <c:pt idx="1175">
                  <c:v>2025-12-16</c:v>
                </c:pt>
                <c:pt idx="1176">
                  <c:v>2025-12-17</c:v>
                </c:pt>
                <c:pt idx="1177">
                  <c:v>2025-12-18</c:v>
                </c:pt>
                <c:pt idx="1178">
                  <c:v>2025-12-19</c:v>
                </c:pt>
                <c:pt idx="1179">
                  <c:v>2025-12-22</c:v>
                </c:pt>
                <c:pt idx="1180">
                  <c:v>2025-12-23</c:v>
                </c:pt>
                <c:pt idx="1181">
                  <c:v>2025-12-24</c:v>
                </c:pt>
                <c:pt idx="1182">
                  <c:v>2025-12-26</c:v>
                </c:pt>
                <c:pt idx="1183">
                  <c:v>2025-12-29</c:v>
                </c:pt>
                <c:pt idx="1184">
                  <c:v>2025-12-30</c:v>
                </c:pt>
                <c:pt idx="1185">
                  <c:v>2025-12-31</c:v>
                </c:pt>
                <c:pt idx="1186">
                  <c:v>2026-01-02</c:v>
                </c:pt>
                <c:pt idx="1187">
                  <c:v>2026-01-05</c:v>
                </c:pt>
                <c:pt idx="1188">
                  <c:v>2026-01-06</c:v>
                </c:pt>
                <c:pt idx="1189">
                  <c:v>2026-01-07</c:v>
                </c:pt>
                <c:pt idx="1190">
                  <c:v>2026-01-08</c:v>
                </c:pt>
                <c:pt idx="1191">
                  <c:v>2026-01-09</c:v>
                </c:pt>
                <c:pt idx="1192">
                  <c:v>2026-01-12</c:v>
                </c:pt>
                <c:pt idx="1193">
                  <c:v>2026-01-13</c:v>
                </c:pt>
                <c:pt idx="1194">
                  <c:v>2026-01-14</c:v>
                </c:pt>
                <c:pt idx="1195">
                  <c:v>2026-01-15</c:v>
                </c:pt>
                <c:pt idx="1196">
                  <c:v>2026-01-16</c:v>
                </c:pt>
                <c:pt idx="1197">
                  <c:v>2026-01-19</c:v>
                </c:pt>
                <c:pt idx="1198">
                  <c:v>2026-01-20</c:v>
                </c:pt>
                <c:pt idx="1199">
                  <c:v>2026-01-21</c:v>
                </c:pt>
                <c:pt idx="1200">
                  <c:v>2026-01-22</c:v>
                </c:pt>
                <c:pt idx="1201">
                  <c:v>2026-01-23</c:v>
                </c:pt>
                <c:pt idx="1202">
                  <c:v>2026-01-26</c:v>
                </c:pt>
                <c:pt idx="1203">
                  <c:v>2026-01-27</c:v>
                </c:pt>
                <c:pt idx="1204">
                  <c:v>2026-01-28</c:v>
                </c:pt>
                <c:pt idx="1205">
                  <c:v>2026-01-29</c:v>
                </c:pt>
                <c:pt idx="1206">
                  <c:v>2026-01-30</c:v>
                </c:pt>
              </c:strCache>
            </c:strRef>
          </c:cat>
          <c:val>
            <c:numRef>
              <c:f>Sheet1!$E$2:$E$1208</c:f>
              <c:numCache>
                <c:formatCode>General</c:formatCode>
                <c:ptCount val="1207"/>
                <c:pt idx="0">
                  <c:v>1.5660000000000001</c:v>
                </c:pt>
                <c:pt idx="1">
                  <c:v>1.5249999999999999</c:v>
                </c:pt>
                <c:pt idx="2">
                  <c:v>1.5960000000000001</c:v>
                </c:pt>
                <c:pt idx="3">
                  <c:v>1.621</c:v>
                </c:pt>
                <c:pt idx="4">
                  <c:v>1.6020000000000001</c:v>
                </c:pt>
                <c:pt idx="5">
                  <c:v>1.639</c:v>
                </c:pt>
                <c:pt idx="6">
                  <c:v>1.63</c:v>
                </c:pt>
                <c:pt idx="7">
                  <c:v>1.5780000000000001</c:v>
                </c:pt>
                <c:pt idx="8">
                  <c:v>1.615</c:v>
                </c:pt>
                <c:pt idx="9">
                  <c:v>1.5860000000000001</c:v>
                </c:pt>
                <c:pt idx="10">
                  <c:v>1.5369999999999999</c:v>
                </c:pt>
                <c:pt idx="11">
                  <c:v>1.5089999999999999</c:v>
                </c:pt>
                <c:pt idx="12">
                  <c:v>1.532</c:v>
                </c:pt>
                <c:pt idx="13">
                  <c:v>1.53</c:v>
                </c:pt>
                <c:pt idx="14">
                  <c:v>1.607</c:v>
                </c:pt>
                <c:pt idx="15">
                  <c:v>1.601</c:v>
                </c:pt>
                <c:pt idx="16">
                  <c:v>1.58</c:v>
                </c:pt>
                <c:pt idx="17">
                  <c:v>1.575</c:v>
                </c:pt>
                <c:pt idx="18">
                  <c:v>1.6359999999999999</c:v>
                </c:pt>
                <c:pt idx="19">
                  <c:v>1.6060000000000001</c:v>
                </c:pt>
                <c:pt idx="20">
                  <c:v>1.5840000000000001</c:v>
                </c:pt>
                <c:pt idx="21">
                  <c:v>1.5429999999999999</c:v>
                </c:pt>
                <c:pt idx="22">
                  <c:v>1.5780000000000001</c:v>
                </c:pt>
                <c:pt idx="23">
                  <c:v>1.55</c:v>
                </c:pt>
                <c:pt idx="24">
                  <c:v>1.5620000000000001</c:v>
                </c:pt>
                <c:pt idx="25">
                  <c:v>1.524</c:v>
                </c:pt>
                <c:pt idx="26">
                  <c:v>1.57</c:v>
                </c:pt>
                <c:pt idx="27">
                  <c:v>1.5820000000000001</c:v>
                </c:pt>
                <c:pt idx="28">
                  <c:v>1.548</c:v>
                </c:pt>
                <c:pt idx="29">
                  <c:v>1.5680000000000001</c:v>
                </c:pt>
                <c:pt idx="30">
                  <c:v>1.554</c:v>
                </c:pt>
                <c:pt idx="31">
                  <c:v>1.544</c:v>
                </c:pt>
                <c:pt idx="32">
                  <c:v>1.573</c:v>
                </c:pt>
                <c:pt idx="33">
                  <c:v>1.6020000000000001</c:v>
                </c:pt>
                <c:pt idx="34">
                  <c:v>1.5840000000000001</c:v>
                </c:pt>
                <c:pt idx="35">
                  <c:v>1.6040000000000001</c:v>
                </c:pt>
                <c:pt idx="36">
                  <c:v>1.601</c:v>
                </c:pt>
                <c:pt idx="37">
                  <c:v>1.63</c:v>
                </c:pt>
                <c:pt idx="38">
                  <c:v>1.6359999999999999</c:v>
                </c:pt>
                <c:pt idx="39">
                  <c:v>1.643</c:v>
                </c:pt>
                <c:pt idx="40">
                  <c:v>1.629</c:v>
                </c:pt>
                <c:pt idx="41">
                  <c:v>1.643</c:v>
                </c:pt>
                <c:pt idx="42">
                  <c:v>1.635</c:v>
                </c:pt>
                <c:pt idx="43">
                  <c:v>1.627</c:v>
                </c:pt>
                <c:pt idx="44">
                  <c:v>1.625</c:v>
                </c:pt>
                <c:pt idx="45">
                  <c:v>1.651</c:v>
                </c:pt>
                <c:pt idx="46">
                  <c:v>1.651</c:v>
                </c:pt>
                <c:pt idx="47">
                  <c:v>1.6240000000000001</c:v>
                </c:pt>
                <c:pt idx="48">
                  <c:v>1.625</c:v>
                </c:pt>
                <c:pt idx="49">
                  <c:v>1.6419999999999999</c:v>
                </c:pt>
                <c:pt idx="50">
                  <c:v>1.629</c:v>
                </c:pt>
                <c:pt idx="51">
                  <c:v>1.651</c:v>
                </c:pt>
                <c:pt idx="52">
                  <c:v>1.6539999999999999</c:v>
                </c:pt>
                <c:pt idx="53">
                  <c:v>1.6719999999999999</c:v>
                </c:pt>
                <c:pt idx="54">
                  <c:v>1.6379999999999999</c:v>
                </c:pt>
                <c:pt idx="55">
                  <c:v>1.673</c:v>
                </c:pt>
                <c:pt idx="56">
                  <c:v>1.7390000000000001</c:v>
                </c:pt>
                <c:pt idx="57">
                  <c:v>1.726</c:v>
                </c:pt>
                <c:pt idx="58">
                  <c:v>1.7310000000000001</c:v>
                </c:pt>
                <c:pt idx="59">
                  <c:v>1.7150000000000001</c:v>
                </c:pt>
                <c:pt idx="60">
                  <c:v>1.724</c:v>
                </c:pt>
                <c:pt idx="61">
                  <c:v>1.6990000000000001</c:v>
                </c:pt>
                <c:pt idx="62">
                  <c:v>1.657</c:v>
                </c:pt>
                <c:pt idx="63">
                  <c:v>1.623</c:v>
                </c:pt>
                <c:pt idx="64">
                  <c:v>1.6379999999999999</c:v>
                </c:pt>
                <c:pt idx="65">
                  <c:v>1.6579999999999999</c:v>
                </c:pt>
                <c:pt idx="66">
                  <c:v>1.671</c:v>
                </c:pt>
                <c:pt idx="67">
                  <c:v>1.6930000000000001</c:v>
                </c:pt>
                <c:pt idx="68">
                  <c:v>1.6859999999999999</c:v>
                </c:pt>
                <c:pt idx="69">
                  <c:v>1.71</c:v>
                </c:pt>
                <c:pt idx="70">
                  <c:v>1.6779999999999999</c:v>
                </c:pt>
                <c:pt idx="71">
                  <c:v>1.6739999999999999</c:v>
                </c:pt>
                <c:pt idx="72">
                  <c:v>1.6839999999999999</c:v>
                </c:pt>
                <c:pt idx="73">
                  <c:v>1.677</c:v>
                </c:pt>
                <c:pt idx="74">
                  <c:v>1.706</c:v>
                </c:pt>
                <c:pt idx="75">
                  <c:v>1.764</c:v>
                </c:pt>
                <c:pt idx="76">
                  <c:v>1.7929999999999999</c:v>
                </c:pt>
                <c:pt idx="77">
                  <c:v>1.7649999999999999</c:v>
                </c:pt>
                <c:pt idx="78">
                  <c:v>1.7390000000000001</c:v>
                </c:pt>
                <c:pt idx="79">
                  <c:v>1.756</c:v>
                </c:pt>
                <c:pt idx="80">
                  <c:v>1.7809999999999999</c:v>
                </c:pt>
                <c:pt idx="81">
                  <c:v>1.7509999999999999</c:v>
                </c:pt>
                <c:pt idx="82">
                  <c:v>1.768</c:v>
                </c:pt>
                <c:pt idx="83">
                  <c:v>1.6990000000000001</c:v>
                </c:pt>
                <c:pt idx="84">
                  <c:v>1.6559999999999999</c:v>
                </c:pt>
                <c:pt idx="85">
                  <c:v>1.6839999999999999</c:v>
                </c:pt>
                <c:pt idx="86">
                  <c:v>1.6879999999999999</c:v>
                </c:pt>
                <c:pt idx="87">
                  <c:v>1.7190000000000001</c:v>
                </c:pt>
                <c:pt idx="88">
                  <c:v>1.6890000000000001</c:v>
                </c:pt>
                <c:pt idx="89">
                  <c:v>1.7529999999999999</c:v>
                </c:pt>
                <c:pt idx="90">
                  <c:v>1.718</c:v>
                </c:pt>
                <c:pt idx="91">
                  <c:v>1.7030000000000001</c:v>
                </c:pt>
                <c:pt idx="92">
                  <c:v>1.647</c:v>
                </c:pt>
                <c:pt idx="93">
                  <c:v>1.6279999999999999</c:v>
                </c:pt>
                <c:pt idx="94">
                  <c:v>1.6619999999999999</c:v>
                </c:pt>
                <c:pt idx="95">
                  <c:v>1.639</c:v>
                </c:pt>
                <c:pt idx="96">
                  <c:v>1.609</c:v>
                </c:pt>
                <c:pt idx="97">
                  <c:v>1.617</c:v>
                </c:pt>
                <c:pt idx="98">
                  <c:v>1.64</c:v>
                </c:pt>
                <c:pt idx="99">
                  <c:v>1.657</c:v>
                </c:pt>
                <c:pt idx="100">
                  <c:v>1.6379999999999999</c:v>
                </c:pt>
                <c:pt idx="101">
                  <c:v>1.653</c:v>
                </c:pt>
                <c:pt idx="102">
                  <c:v>1.663</c:v>
                </c:pt>
                <c:pt idx="103">
                  <c:v>1.6359999999999999</c:v>
                </c:pt>
                <c:pt idx="104">
                  <c:v>1.6459999999999999</c:v>
                </c:pt>
                <c:pt idx="105">
                  <c:v>1.6739999999999999</c:v>
                </c:pt>
                <c:pt idx="106">
                  <c:v>1.671</c:v>
                </c:pt>
                <c:pt idx="107">
                  <c:v>1.6619999999999999</c:v>
                </c:pt>
                <c:pt idx="108">
                  <c:v>1.665</c:v>
                </c:pt>
                <c:pt idx="109">
                  <c:v>1.6639999999999999</c:v>
                </c:pt>
                <c:pt idx="110">
                  <c:v>1.6659999999999999</c:v>
                </c:pt>
                <c:pt idx="111">
                  <c:v>1.6459999999999999</c:v>
                </c:pt>
                <c:pt idx="112">
                  <c:v>1.6319999999999999</c:v>
                </c:pt>
                <c:pt idx="113">
                  <c:v>1.6040000000000001</c:v>
                </c:pt>
                <c:pt idx="114">
                  <c:v>1.597</c:v>
                </c:pt>
                <c:pt idx="115">
                  <c:v>1.6359999999999999</c:v>
                </c:pt>
                <c:pt idx="116">
                  <c:v>1.6879999999999999</c:v>
                </c:pt>
                <c:pt idx="117">
                  <c:v>1.6859999999999999</c:v>
                </c:pt>
                <c:pt idx="118">
                  <c:v>1.6579999999999999</c:v>
                </c:pt>
                <c:pt idx="119">
                  <c:v>1.667</c:v>
                </c:pt>
                <c:pt idx="120">
                  <c:v>1.6519999999999999</c:v>
                </c:pt>
                <c:pt idx="121">
                  <c:v>1.651</c:v>
                </c:pt>
                <c:pt idx="122">
                  <c:v>1.675</c:v>
                </c:pt>
                <c:pt idx="123">
                  <c:v>1.6839999999999999</c:v>
                </c:pt>
                <c:pt idx="124">
                  <c:v>1.696</c:v>
                </c:pt>
                <c:pt idx="125">
                  <c:v>1.7190000000000001</c:v>
                </c:pt>
                <c:pt idx="126">
                  <c:v>1.716</c:v>
                </c:pt>
                <c:pt idx="127">
                  <c:v>1.7450000000000001</c:v>
                </c:pt>
                <c:pt idx="128">
                  <c:v>1.75</c:v>
                </c:pt>
                <c:pt idx="129">
                  <c:v>1.75</c:v>
                </c:pt>
                <c:pt idx="130">
                  <c:v>1.76</c:v>
                </c:pt>
                <c:pt idx="131">
                  <c:v>1.7749999999999999</c:v>
                </c:pt>
                <c:pt idx="132">
                  <c:v>1.738</c:v>
                </c:pt>
                <c:pt idx="133">
                  <c:v>1.762</c:v>
                </c:pt>
                <c:pt idx="134">
                  <c:v>1.79</c:v>
                </c:pt>
                <c:pt idx="135">
                  <c:v>1.8149999999999999</c:v>
                </c:pt>
                <c:pt idx="136">
                  <c:v>1.859</c:v>
                </c:pt>
                <c:pt idx="137">
                  <c:v>1.8879999999999999</c:v>
                </c:pt>
                <c:pt idx="138">
                  <c:v>1.95</c:v>
                </c:pt>
                <c:pt idx="139">
                  <c:v>1.9330000000000001</c:v>
                </c:pt>
                <c:pt idx="140">
                  <c:v>1.929</c:v>
                </c:pt>
                <c:pt idx="141">
                  <c:v>1.9610000000000001</c:v>
                </c:pt>
                <c:pt idx="142">
                  <c:v>1.9890000000000001</c:v>
                </c:pt>
                <c:pt idx="143">
                  <c:v>2.0819999999999999</c:v>
                </c:pt>
                <c:pt idx="144">
                  <c:v>2.0659999999999998</c:v>
                </c:pt>
                <c:pt idx="145">
                  <c:v>2.0489999999999999</c:v>
                </c:pt>
                <c:pt idx="146">
                  <c:v>2.1349999999999998</c:v>
                </c:pt>
                <c:pt idx="147">
                  <c:v>2.13</c:v>
                </c:pt>
                <c:pt idx="148">
                  <c:v>2.101</c:v>
                </c:pt>
                <c:pt idx="149">
                  <c:v>2.0979999999999999</c:v>
                </c:pt>
                <c:pt idx="150">
                  <c:v>2.17</c:v>
                </c:pt>
                <c:pt idx="151">
                  <c:v>2.1339999999999999</c:v>
                </c:pt>
                <c:pt idx="152">
                  <c:v>2.1459999999999999</c:v>
                </c:pt>
                <c:pt idx="153">
                  <c:v>2.1539999999999999</c:v>
                </c:pt>
                <c:pt idx="154">
                  <c:v>2.2029999999999998</c:v>
                </c:pt>
                <c:pt idx="155">
                  <c:v>2.2400000000000002</c:v>
                </c:pt>
                <c:pt idx="156">
                  <c:v>2.2559999999999998</c:v>
                </c:pt>
                <c:pt idx="157">
                  <c:v>2.3380000000000001</c:v>
                </c:pt>
                <c:pt idx="158">
                  <c:v>2.2770000000000001</c:v>
                </c:pt>
                <c:pt idx="159">
                  <c:v>2.4049999999999998</c:v>
                </c:pt>
                <c:pt idx="160">
                  <c:v>2.3759999999999999</c:v>
                </c:pt>
                <c:pt idx="161">
                  <c:v>2.3010000000000002</c:v>
                </c:pt>
                <c:pt idx="162">
                  <c:v>2.2890000000000001</c:v>
                </c:pt>
                <c:pt idx="163">
                  <c:v>2.2519999999999998</c:v>
                </c:pt>
                <c:pt idx="164">
                  <c:v>2.1659999999999999</c:v>
                </c:pt>
                <c:pt idx="165">
                  <c:v>2.1459999999999999</c:v>
                </c:pt>
                <c:pt idx="166">
                  <c:v>2.117</c:v>
                </c:pt>
                <c:pt idx="167">
                  <c:v>2.113</c:v>
                </c:pt>
                <c:pt idx="168">
                  <c:v>2.13</c:v>
                </c:pt>
                <c:pt idx="169">
                  <c:v>2.1659999999999999</c:v>
                </c:pt>
                <c:pt idx="170">
                  <c:v>2.1190000000000002</c:v>
                </c:pt>
                <c:pt idx="171">
                  <c:v>2.14</c:v>
                </c:pt>
                <c:pt idx="172">
                  <c:v>2.1589999999999998</c:v>
                </c:pt>
                <c:pt idx="173">
                  <c:v>2.1560000000000001</c:v>
                </c:pt>
                <c:pt idx="174">
                  <c:v>2.1880000000000002</c:v>
                </c:pt>
                <c:pt idx="175">
                  <c:v>2.238</c:v>
                </c:pt>
                <c:pt idx="176">
                  <c:v>2.2530000000000001</c:v>
                </c:pt>
                <c:pt idx="177">
                  <c:v>2.2370000000000001</c:v>
                </c:pt>
                <c:pt idx="178">
                  <c:v>2.1680000000000001</c:v>
                </c:pt>
                <c:pt idx="179">
                  <c:v>2.0499999999999998</c:v>
                </c:pt>
                <c:pt idx="180">
                  <c:v>2.0499999999999998</c:v>
                </c:pt>
                <c:pt idx="181">
                  <c:v>2.008</c:v>
                </c:pt>
                <c:pt idx="182">
                  <c:v>1.968</c:v>
                </c:pt>
                <c:pt idx="183">
                  <c:v>1.986</c:v>
                </c:pt>
                <c:pt idx="184">
                  <c:v>2.0270000000000001</c:v>
                </c:pt>
                <c:pt idx="185">
                  <c:v>2.0129999999999999</c:v>
                </c:pt>
                <c:pt idx="186">
                  <c:v>2.0430000000000001</c:v>
                </c:pt>
                <c:pt idx="187">
                  <c:v>2.0019999999999998</c:v>
                </c:pt>
                <c:pt idx="188">
                  <c:v>1.972</c:v>
                </c:pt>
                <c:pt idx="189">
                  <c:v>2</c:v>
                </c:pt>
                <c:pt idx="190">
                  <c:v>1.982</c:v>
                </c:pt>
                <c:pt idx="191">
                  <c:v>1.9770000000000001</c:v>
                </c:pt>
                <c:pt idx="192">
                  <c:v>1.9830000000000001</c:v>
                </c:pt>
                <c:pt idx="193">
                  <c:v>1.9379999999999999</c:v>
                </c:pt>
                <c:pt idx="194">
                  <c:v>1.94</c:v>
                </c:pt>
                <c:pt idx="195">
                  <c:v>1.91</c:v>
                </c:pt>
                <c:pt idx="196">
                  <c:v>1.8919999999999999</c:v>
                </c:pt>
                <c:pt idx="197">
                  <c:v>1.9379999999999999</c:v>
                </c:pt>
                <c:pt idx="198">
                  <c:v>2.0129999999999999</c:v>
                </c:pt>
                <c:pt idx="199">
                  <c:v>1.9970000000000001</c:v>
                </c:pt>
                <c:pt idx="200">
                  <c:v>1.9890000000000001</c:v>
                </c:pt>
                <c:pt idx="201">
                  <c:v>1.9910000000000001</c:v>
                </c:pt>
                <c:pt idx="202">
                  <c:v>1.974</c:v>
                </c:pt>
                <c:pt idx="203">
                  <c:v>2.0139999999999998</c:v>
                </c:pt>
                <c:pt idx="204">
                  <c:v>2.0110000000000001</c:v>
                </c:pt>
                <c:pt idx="205">
                  <c:v>2.08</c:v>
                </c:pt>
                <c:pt idx="206">
                  <c:v>2.0910000000000002</c:v>
                </c:pt>
                <c:pt idx="207">
                  <c:v>2.1520000000000001</c:v>
                </c:pt>
                <c:pt idx="208">
                  <c:v>2.2930000000000001</c:v>
                </c:pt>
                <c:pt idx="209">
                  <c:v>2.2549999999999999</c:v>
                </c:pt>
                <c:pt idx="210">
                  <c:v>2.2599999999999998</c:v>
                </c:pt>
                <c:pt idx="211">
                  <c:v>2.25</c:v>
                </c:pt>
                <c:pt idx="212">
                  <c:v>2.1869999999999998</c:v>
                </c:pt>
                <c:pt idx="213">
                  <c:v>2.1589999999999998</c:v>
                </c:pt>
                <c:pt idx="214">
                  <c:v>2.2389999999999999</c:v>
                </c:pt>
                <c:pt idx="215">
                  <c:v>2.351</c:v>
                </c:pt>
                <c:pt idx="216">
                  <c:v>2.3330000000000002</c:v>
                </c:pt>
                <c:pt idx="217">
                  <c:v>2.3010000000000002</c:v>
                </c:pt>
                <c:pt idx="218">
                  <c:v>2.3460000000000001</c:v>
                </c:pt>
                <c:pt idx="219">
                  <c:v>2.3519999999999999</c:v>
                </c:pt>
                <c:pt idx="220">
                  <c:v>2.3359999999999999</c:v>
                </c:pt>
                <c:pt idx="221">
                  <c:v>2.3929999999999998</c:v>
                </c:pt>
                <c:pt idx="222">
                  <c:v>2.367</c:v>
                </c:pt>
                <c:pt idx="223">
                  <c:v>2.4319999999999999</c:v>
                </c:pt>
                <c:pt idx="224">
                  <c:v>2.3959999999999999</c:v>
                </c:pt>
                <c:pt idx="225">
                  <c:v>2.3730000000000002</c:v>
                </c:pt>
                <c:pt idx="226">
                  <c:v>2.4180000000000001</c:v>
                </c:pt>
                <c:pt idx="227">
                  <c:v>2.4660000000000002</c:v>
                </c:pt>
                <c:pt idx="228">
                  <c:v>2.5630000000000002</c:v>
                </c:pt>
                <c:pt idx="229">
                  <c:v>2.5070000000000001</c:v>
                </c:pt>
                <c:pt idx="230">
                  <c:v>2.4849999999999999</c:v>
                </c:pt>
                <c:pt idx="231">
                  <c:v>2.5640000000000001</c:v>
                </c:pt>
                <c:pt idx="232">
                  <c:v>2.5409999999999999</c:v>
                </c:pt>
                <c:pt idx="233">
                  <c:v>2.524</c:v>
                </c:pt>
                <c:pt idx="234">
                  <c:v>2.5</c:v>
                </c:pt>
                <c:pt idx="235">
                  <c:v>2.4830000000000001</c:v>
                </c:pt>
                <c:pt idx="236">
                  <c:v>2.5099999999999998</c:v>
                </c:pt>
                <c:pt idx="237">
                  <c:v>2.5659999999999998</c:v>
                </c:pt>
                <c:pt idx="238">
                  <c:v>2.524</c:v>
                </c:pt>
                <c:pt idx="239">
                  <c:v>2.5219999999999998</c:v>
                </c:pt>
                <c:pt idx="240">
                  <c:v>2.423</c:v>
                </c:pt>
                <c:pt idx="241">
                  <c:v>2.468</c:v>
                </c:pt>
                <c:pt idx="242">
                  <c:v>2.468</c:v>
                </c:pt>
                <c:pt idx="243">
                  <c:v>2.4060000000000001</c:v>
                </c:pt>
                <c:pt idx="244">
                  <c:v>2.4409999999999998</c:v>
                </c:pt>
                <c:pt idx="245">
                  <c:v>2.4630000000000001</c:v>
                </c:pt>
                <c:pt idx="246">
                  <c:v>2.5249999999999999</c:v>
                </c:pt>
                <c:pt idx="247">
                  <c:v>2.5230000000000001</c:v>
                </c:pt>
                <c:pt idx="248">
                  <c:v>2.516</c:v>
                </c:pt>
                <c:pt idx="249">
                  <c:v>2.4849999999999999</c:v>
                </c:pt>
                <c:pt idx="250">
                  <c:v>2.5249999999999999</c:v>
                </c:pt>
                <c:pt idx="251">
                  <c:v>2.5339999999999998</c:v>
                </c:pt>
                <c:pt idx="252">
                  <c:v>2.5259999999999998</c:v>
                </c:pt>
                <c:pt idx="253">
                  <c:v>2.4689999999999999</c:v>
                </c:pt>
                <c:pt idx="254">
                  <c:v>2.4950000000000001</c:v>
                </c:pt>
                <c:pt idx="255">
                  <c:v>2.5299999999999998</c:v>
                </c:pt>
                <c:pt idx="256">
                  <c:v>2.6309999999999998</c:v>
                </c:pt>
                <c:pt idx="257">
                  <c:v>2.6459999999999999</c:v>
                </c:pt>
                <c:pt idx="258">
                  <c:v>2.661</c:v>
                </c:pt>
                <c:pt idx="259">
                  <c:v>2.7130000000000001</c:v>
                </c:pt>
                <c:pt idx="260">
                  <c:v>2.97</c:v>
                </c:pt>
                <c:pt idx="261">
                  <c:v>2.89</c:v>
                </c:pt>
                <c:pt idx="262">
                  <c:v>2.8010000000000002</c:v>
                </c:pt>
                <c:pt idx="263">
                  <c:v>2.8559999999999999</c:v>
                </c:pt>
                <c:pt idx="264">
                  <c:v>2.9420000000000002</c:v>
                </c:pt>
                <c:pt idx="265">
                  <c:v>3.0190000000000001</c:v>
                </c:pt>
                <c:pt idx="266">
                  <c:v>3.0289999999999999</c:v>
                </c:pt>
                <c:pt idx="267">
                  <c:v>3.097</c:v>
                </c:pt>
                <c:pt idx="268">
                  <c:v>3.0459999999999998</c:v>
                </c:pt>
                <c:pt idx="269">
                  <c:v>3.1160000000000001</c:v>
                </c:pt>
                <c:pt idx="270">
                  <c:v>3.3029999999999999</c:v>
                </c:pt>
                <c:pt idx="271">
                  <c:v>3.27</c:v>
                </c:pt>
                <c:pt idx="272">
                  <c:v>3.1960000000000002</c:v>
                </c:pt>
                <c:pt idx="273">
                  <c:v>3.1070000000000002</c:v>
                </c:pt>
                <c:pt idx="274">
                  <c:v>3.1659999999999999</c:v>
                </c:pt>
                <c:pt idx="275">
                  <c:v>3.2269999999999999</c:v>
                </c:pt>
                <c:pt idx="276">
                  <c:v>3.2120000000000002</c:v>
                </c:pt>
                <c:pt idx="277">
                  <c:v>3.2029999999999998</c:v>
                </c:pt>
                <c:pt idx="278">
                  <c:v>3.177</c:v>
                </c:pt>
                <c:pt idx="279">
                  <c:v>3.2189999999999999</c:v>
                </c:pt>
                <c:pt idx="280">
                  <c:v>3.097</c:v>
                </c:pt>
                <c:pt idx="281">
                  <c:v>3.085</c:v>
                </c:pt>
                <c:pt idx="282">
                  <c:v>3.1219999999999999</c:v>
                </c:pt>
                <c:pt idx="283">
                  <c:v>3.1349999999999998</c:v>
                </c:pt>
                <c:pt idx="284">
                  <c:v>3.1720000000000002</c:v>
                </c:pt>
                <c:pt idx="285">
                  <c:v>3.3109999999999999</c:v>
                </c:pt>
                <c:pt idx="286">
                  <c:v>3.3530000000000002</c:v>
                </c:pt>
                <c:pt idx="287">
                  <c:v>3.3929999999999998</c:v>
                </c:pt>
                <c:pt idx="288">
                  <c:v>3.3690000000000002</c:v>
                </c:pt>
                <c:pt idx="289">
                  <c:v>3.319</c:v>
                </c:pt>
                <c:pt idx="290">
                  <c:v>3.2970000000000002</c:v>
                </c:pt>
                <c:pt idx="291">
                  <c:v>3.16</c:v>
                </c:pt>
                <c:pt idx="292">
                  <c:v>3.0979999999999999</c:v>
                </c:pt>
                <c:pt idx="293">
                  <c:v>3.1219999999999999</c:v>
                </c:pt>
                <c:pt idx="294">
                  <c:v>3.2250000000000001</c:v>
                </c:pt>
                <c:pt idx="295">
                  <c:v>3.23</c:v>
                </c:pt>
                <c:pt idx="296">
                  <c:v>3.2690000000000001</c:v>
                </c:pt>
                <c:pt idx="297">
                  <c:v>3.2509999999999999</c:v>
                </c:pt>
                <c:pt idx="298">
                  <c:v>3.2029999999999998</c:v>
                </c:pt>
                <c:pt idx="299">
                  <c:v>3.2050000000000001</c:v>
                </c:pt>
                <c:pt idx="300">
                  <c:v>3.1520000000000001</c:v>
                </c:pt>
                <c:pt idx="301">
                  <c:v>3.1160000000000001</c:v>
                </c:pt>
                <c:pt idx="302">
                  <c:v>3.149</c:v>
                </c:pt>
                <c:pt idx="303">
                  <c:v>3.1349999999999998</c:v>
                </c:pt>
                <c:pt idx="304">
                  <c:v>3.1440000000000001</c:v>
                </c:pt>
                <c:pt idx="305">
                  <c:v>3.2559999999999998</c:v>
                </c:pt>
                <c:pt idx="306">
                  <c:v>3.3660000000000001</c:v>
                </c:pt>
                <c:pt idx="307">
                  <c:v>3.3650000000000002</c:v>
                </c:pt>
                <c:pt idx="308">
                  <c:v>3.5019999999999998</c:v>
                </c:pt>
                <c:pt idx="309">
                  <c:v>3.4470000000000001</c:v>
                </c:pt>
                <c:pt idx="310">
                  <c:v>3.4140000000000001</c:v>
                </c:pt>
                <c:pt idx="311">
                  <c:v>3.452</c:v>
                </c:pt>
                <c:pt idx="312">
                  <c:v>3.6789999999999998</c:v>
                </c:pt>
                <c:pt idx="313">
                  <c:v>3.7029999999999998</c:v>
                </c:pt>
                <c:pt idx="314">
                  <c:v>3.8220000000000001</c:v>
                </c:pt>
                <c:pt idx="315">
                  <c:v>3.8370000000000002</c:v>
                </c:pt>
                <c:pt idx="316">
                  <c:v>3.855</c:v>
                </c:pt>
                <c:pt idx="317">
                  <c:v>3.8340000000000001</c:v>
                </c:pt>
                <c:pt idx="318">
                  <c:v>3.8340000000000001</c:v>
                </c:pt>
                <c:pt idx="319">
                  <c:v>3.7069999999999999</c:v>
                </c:pt>
                <c:pt idx="320">
                  <c:v>3.7690000000000001</c:v>
                </c:pt>
                <c:pt idx="321">
                  <c:v>3.6659999999999999</c:v>
                </c:pt>
                <c:pt idx="322">
                  <c:v>3.726</c:v>
                </c:pt>
                <c:pt idx="323">
                  <c:v>3.7</c:v>
                </c:pt>
                <c:pt idx="324">
                  <c:v>3.6850000000000001</c:v>
                </c:pt>
                <c:pt idx="325">
                  <c:v>3.653</c:v>
                </c:pt>
                <c:pt idx="326">
                  <c:v>3.4950000000000001</c:v>
                </c:pt>
                <c:pt idx="327">
                  <c:v>3.4969999999999999</c:v>
                </c:pt>
                <c:pt idx="328">
                  <c:v>3.367</c:v>
                </c:pt>
                <c:pt idx="329">
                  <c:v>3.2829999999999999</c:v>
                </c:pt>
                <c:pt idx="330">
                  <c:v>3.2970000000000002</c:v>
                </c:pt>
                <c:pt idx="331">
                  <c:v>3.3450000000000002</c:v>
                </c:pt>
                <c:pt idx="332">
                  <c:v>3.3759999999999999</c:v>
                </c:pt>
                <c:pt idx="333">
                  <c:v>3.3450000000000002</c:v>
                </c:pt>
                <c:pt idx="334">
                  <c:v>3.278</c:v>
                </c:pt>
                <c:pt idx="335">
                  <c:v>3.3170000000000002</c:v>
                </c:pt>
                <c:pt idx="336">
                  <c:v>3.2709999999999999</c:v>
                </c:pt>
                <c:pt idx="337">
                  <c:v>3.282</c:v>
                </c:pt>
                <c:pt idx="338">
                  <c:v>3.258</c:v>
                </c:pt>
                <c:pt idx="339">
                  <c:v>3.3719999999999999</c:v>
                </c:pt>
                <c:pt idx="340">
                  <c:v>3.3730000000000002</c:v>
                </c:pt>
                <c:pt idx="341">
                  <c:v>3.2989999999999999</c:v>
                </c:pt>
                <c:pt idx="342">
                  <c:v>3.2250000000000001</c:v>
                </c:pt>
                <c:pt idx="343">
                  <c:v>3.2010000000000001</c:v>
                </c:pt>
                <c:pt idx="344">
                  <c:v>3.15</c:v>
                </c:pt>
                <c:pt idx="345">
                  <c:v>3.1819999999999999</c:v>
                </c:pt>
                <c:pt idx="346">
                  <c:v>3.0670000000000002</c:v>
                </c:pt>
                <c:pt idx="347">
                  <c:v>3.13</c:v>
                </c:pt>
                <c:pt idx="348">
                  <c:v>3.0489999999999999</c:v>
                </c:pt>
                <c:pt idx="349">
                  <c:v>3.1080000000000001</c:v>
                </c:pt>
                <c:pt idx="350">
                  <c:v>3.1339999999999999</c:v>
                </c:pt>
                <c:pt idx="351">
                  <c:v>3.0990000000000002</c:v>
                </c:pt>
                <c:pt idx="352">
                  <c:v>3.1509999999999998</c:v>
                </c:pt>
                <c:pt idx="353">
                  <c:v>3.1520000000000001</c:v>
                </c:pt>
                <c:pt idx="354">
                  <c:v>3.181</c:v>
                </c:pt>
                <c:pt idx="355">
                  <c:v>3.1720000000000002</c:v>
                </c:pt>
                <c:pt idx="356">
                  <c:v>3.2389999999999999</c:v>
                </c:pt>
                <c:pt idx="357">
                  <c:v>3.1230000000000002</c:v>
                </c:pt>
                <c:pt idx="358">
                  <c:v>3.1419999999999999</c:v>
                </c:pt>
                <c:pt idx="359">
                  <c:v>3.1880000000000002</c:v>
                </c:pt>
                <c:pt idx="360">
                  <c:v>3.2759999999999998</c:v>
                </c:pt>
                <c:pt idx="361">
                  <c:v>3.3159999999999998</c:v>
                </c:pt>
                <c:pt idx="362">
                  <c:v>3.343</c:v>
                </c:pt>
                <c:pt idx="363">
                  <c:v>3.39</c:v>
                </c:pt>
                <c:pt idx="364">
                  <c:v>3.5979999999999999</c:v>
                </c:pt>
                <c:pt idx="365">
                  <c:v>3.6150000000000002</c:v>
                </c:pt>
                <c:pt idx="366">
                  <c:v>3.7610000000000001</c:v>
                </c:pt>
                <c:pt idx="367">
                  <c:v>3.742</c:v>
                </c:pt>
                <c:pt idx="368">
                  <c:v>3.7810000000000001</c:v>
                </c:pt>
                <c:pt idx="369">
                  <c:v>3.8679999999999999</c:v>
                </c:pt>
                <c:pt idx="370">
                  <c:v>3.7690000000000001</c:v>
                </c:pt>
                <c:pt idx="371">
                  <c:v>3.6859999999999999</c:v>
                </c:pt>
                <c:pt idx="372">
                  <c:v>3.7360000000000002</c:v>
                </c:pt>
                <c:pt idx="373">
                  <c:v>3.7530000000000001</c:v>
                </c:pt>
                <c:pt idx="374">
                  <c:v>3.6070000000000002</c:v>
                </c:pt>
                <c:pt idx="375">
                  <c:v>3.5960000000000001</c:v>
                </c:pt>
                <c:pt idx="376">
                  <c:v>3.6190000000000002</c:v>
                </c:pt>
                <c:pt idx="377">
                  <c:v>3.778</c:v>
                </c:pt>
                <c:pt idx="378">
                  <c:v>3.7669999999999999</c:v>
                </c:pt>
                <c:pt idx="379">
                  <c:v>3.782</c:v>
                </c:pt>
                <c:pt idx="380">
                  <c:v>3.83</c:v>
                </c:pt>
                <c:pt idx="381">
                  <c:v>3.9049999999999998</c:v>
                </c:pt>
                <c:pt idx="382">
                  <c:v>4.1139999999999999</c:v>
                </c:pt>
                <c:pt idx="383">
                  <c:v>4.1929999999999996</c:v>
                </c:pt>
                <c:pt idx="384">
                  <c:v>4.5629999999999997</c:v>
                </c:pt>
                <c:pt idx="385">
                  <c:v>4.3479999999999999</c:v>
                </c:pt>
                <c:pt idx="386">
                  <c:v>4.3739999999999997</c:v>
                </c:pt>
                <c:pt idx="387">
                  <c:v>4.335</c:v>
                </c:pt>
                <c:pt idx="388">
                  <c:v>4.1749999999999998</c:v>
                </c:pt>
                <c:pt idx="389">
                  <c:v>4.0490000000000004</c:v>
                </c:pt>
                <c:pt idx="390">
                  <c:v>4.1319999999999997</c:v>
                </c:pt>
                <c:pt idx="391">
                  <c:v>4.13</c:v>
                </c:pt>
                <c:pt idx="392">
                  <c:v>4.22</c:v>
                </c:pt>
                <c:pt idx="393">
                  <c:v>4.306</c:v>
                </c:pt>
                <c:pt idx="394">
                  <c:v>4.1180000000000003</c:v>
                </c:pt>
                <c:pt idx="395">
                  <c:v>4.2210000000000001</c:v>
                </c:pt>
                <c:pt idx="396">
                  <c:v>4.2069999999999999</c:v>
                </c:pt>
                <c:pt idx="397">
                  <c:v>4.2450000000000001</c:v>
                </c:pt>
                <c:pt idx="398">
                  <c:v>4.2930000000000001</c:v>
                </c:pt>
                <c:pt idx="399">
                  <c:v>4.4059999999999997</c:v>
                </c:pt>
                <c:pt idx="400">
                  <c:v>4.4630000000000001</c:v>
                </c:pt>
                <c:pt idx="401">
                  <c:v>4.6379999999999999</c:v>
                </c:pt>
                <c:pt idx="402">
                  <c:v>4.4909999999999997</c:v>
                </c:pt>
                <c:pt idx="403">
                  <c:v>4.383</c:v>
                </c:pt>
                <c:pt idx="404">
                  <c:v>4.32</c:v>
                </c:pt>
                <c:pt idx="405">
                  <c:v>4.359</c:v>
                </c:pt>
                <c:pt idx="406">
                  <c:v>4.1920000000000002</c:v>
                </c:pt>
                <c:pt idx="407">
                  <c:v>4.2629999999999999</c:v>
                </c:pt>
                <c:pt idx="408">
                  <c:v>4.1210000000000004</c:v>
                </c:pt>
                <c:pt idx="409">
                  <c:v>4.1580000000000004</c:v>
                </c:pt>
                <c:pt idx="410">
                  <c:v>4.24</c:v>
                </c:pt>
                <c:pt idx="411">
                  <c:v>4.2</c:v>
                </c:pt>
                <c:pt idx="412">
                  <c:v>4.2839999999999998</c:v>
                </c:pt>
                <c:pt idx="413">
                  <c:v>4.2560000000000002</c:v>
                </c:pt>
                <c:pt idx="414">
                  <c:v>4.1790000000000003</c:v>
                </c:pt>
                <c:pt idx="415">
                  <c:v>4.0970000000000004</c:v>
                </c:pt>
                <c:pt idx="416">
                  <c:v>3.8940000000000001</c:v>
                </c:pt>
                <c:pt idx="417">
                  <c:v>3.9279999999999999</c:v>
                </c:pt>
                <c:pt idx="418">
                  <c:v>3.8159999999999998</c:v>
                </c:pt>
                <c:pt idx="419">
                  <c:v>3.8660000000000001</c:v>
                </c:pt>
                <c:pt idx="420">
                  <c:v>3.867</c:v>
                </c:pt>
                <c:pt idx="421">
                  <c:v>3.85</c:v>
                </c:pt>
                <c:pt idx="422">
                  <c:v>3.863</c:v>
                </c:pt>
                <c:pt idx="423">
                  <c:v>3.8540000000000001</c:v>
                </c:pt>
                <c:pt idx="424">
                  <c:v>3.8639999999999999</c:v>
                </c:pt>
                <c:pt idx="425">
                  <c:v>3.718</c:v>
                </c:pt>
                <c:pt idx="426">
                  <c:v>3.67</c:v>
                </c:pt>
                <c:pt idx="427">
                  <c:v>3.673</c:v>
                </c:pt>
                <c:pt idx="428">
                  <c:v>3.7229999999999999</c:v>
                </c:pt>
                <c:pt idx="429">
                  <c:v>3.6970000000000001</c:v>
                </c:pt>
                <c:pt idx="430">
                  <c:v>3.6819999999999999</c:v>
                </c:pt>
                <c:pt idx="431">
                  <c:v>3.6320000000000001</c:v>
                </c:pt>
                <c:pt idx="432">
                  <c:v>3.6070000000000002</c:v>
                </c:pt>
                <c:pt idx="433">
                  <c:v>3.597</c:v>
                </c:pt>
                <c:pt idx="434">
                  <c:v>3.62</c:v>
                </c:pt>
                <c:pt idx="435">
                  <c:v>3.6139999999999999</c:v>
                </c:pt>
                <c:pt idx="436">
                  <c:v>3.5659999999999998</c:v>
                </c:pt>
                <c:pt idx="437">
                  <c:v>3.5779999999999998</c:v>
                </c:pt>
                <c:pt idx="438">
                  <c:v>3.5830000000000002</c:v>
                </c:pt>
                <c:pt idx="439">
                  <c:v>3.4710000000000001</c:v>
                </c:pt>
                <c:pt idx="440">
                  <c:v>3.44</c:v>
                </c:pt>
                <c:pt idx="441">
                  <c:v>3.4420000000000002</c:v>
                </c:pt>
                <c:pt idx="442">
                  <c:v>3.4449999999999998</c:v>
                </c:pt>
                <c:pt idx="443">
                  <c:v>3.6179999999999999</c:v>
                </c:pt>
                <c:pt idx="444">
                  <c:v>3.5459999999999998</c:v>
                </c:pt>
                <c:pt idx="445">
                  <c:v>3.4910000000000001</c:v>
                </c:pt>
                <c:pt idx="446">
                  <c:v>3.5670000000000002</c:v>
                </c:pt>
                <c:pt idx="447">
                  <c:v>3.6360000000000001</c:v>
                </c:pt>
                <c:pt idx="448">
                  <c:v>3.6459999999999999</c:v>
                </c:pt>
                <c:pt idx="449">
                  <c:v>3.6760000000000002</c:v>
                </c:pt>
                <c:pt idx="450">
                  <c:v>3.7450000000000001</c:v>
                </c:pt>
                <c:pt idx="451">
                  <c:v>3.7429999999999999</c:v>
                </c:pt>
                <c:pt idx="452">
                  <c:v>3.8090000000000002</c:v>
                </c:pt>
                <c:pt idx="453">
                  <c:v>3.6739999999999999</c:v>
                </c:pt>
                <c:pt idx="454">
                  <c:v>3.6160000000000001</c:v>
                </c:pt>
                <c:pt idx="455">
                  <c:v>3.6070000000000002</c:v>
                </c:pt>
                <c:pt idx="456">
                  <c:v>3.6240000000000001</c:v>
                </c:pt>
                <c:pt idx="457">
                  <c:v>3.4940000000000002</c:v>
                </c:pt>
                <c:pt idx="458">
                  <c:v>3.4849999999999999</c:v>
                </c:pt>
                <c:pt idx="459">
                  <c:v>3.4009999999999998</c:v>
                </c:pt>
                <c:pt idx="460">
                  <c:v>3.403</c:v>
                </c:pt>
                <c:pt idx="461">
                  <c:v>3.2749999999999999</c:v>
                </c:pt>
                <c:pt idx="462">
                  <c:v>3.3650000000000002</c:v>
                </c:pt>
                <c:pt idx="463">
                  <c:v>3.4460000000000002</c:v>
                </c:pt>
                <c:pt idx="464">
                  <c:v>3.3530000000000002</c:v>
                </c:pt>
                <c:pt idx="465">
                  <c:v>3.2229999999999999</c:v>
                </c:pt>
                <c:pt idx="466">
                  <c:v>3.2949999999999999</c:v>
                </c:pt>
                <c:pt idx="467">
                  <c:v>3.2410000000000001</c:v>
                </c:pt>
                <c:pt idx="468">
                  <c:v>3.2330000000000001</c:v>
                </c:pt>
                <c:pt idx="469">
                  <c:v>3.2679999999999998</c:v>
                </c:pt>
                <c:pt idx="470">
                  <c:v>3.24</c:v>
                </c:pt>
                <c:pt idx="471">
                  <c:v>3.2989999999999999</c:v>
                </c:pt>
                <c:pt idx="472">
                  <c:v>3.2429999999999999</c:v>
                </c:pt>
                <c:pt idx="473">
                  <c:v>3.1739999999999999</c:v>
                </c:pt>
                <c:pt idx="474">
                  <c:v>3.0960000000000001</c:v>
                </c:pt>
                <c:pt idx="475">
                  <c:v>3.2679999999999998</c:v>
                </c:pt>
                <c:pt idx="476">
                  <c:v>3.29</c:v>
                </c:pt>
                <c:pt idx="477">
                  <c:v>3.323</c:v>
                </c:pt>
                <c:pt idx="478">
                  <c:v>3.3889999999999998</c:v>
                </c:pt>
                <c:pt idx="479">
                  <c:v>3.3860000000000001</c:v>
                </c:pt>
                <c:pt idx="480">
                  <c:v>3.4620000000000002</c:v>
                </c:pt>
                <c:pt idx="481">
                  <c:v>3.4209999999999998</c:v>
                </c:pt>
                <c:pt idx="482">
                  <c:v>3.5</c:v>
                </c:pt>
                <c:pt idx="483">
                  <c:v>3.504</c:v>
                </c:pt>
                <c:pt idx="484">
                  <c:v>3.6509999999999998</c:v>
                </c:pt>
                <c:pt idx="485">
                  <c:v>3.6850000000000001</c:v>
                </c:pt>
                <c:pt idx="486">
                  <c:v>3.6389999999999998</c:v>
                </c:pt>
                <c:pt idx="487">
                  <c:v>3.6819999999999999</c:v>
                </c:pt>
                <c:pt idx="488">
                  <c:v>3.6280000000000001</c:v>
                </c:pt>
                <c:pt idx="489">
                  <c:v>3.5649999999999999</c:v>
                </c:pt>
                <c:pt idx="490">
                  <c:v>3.6920000000000002</c:v>
                </c:pt>
                <c:pt idx="491">
                  <c:v>3.8290000000000002</c:v>
                </c:pt>
                <c:pt idx="492">
                  <c:v>3.907</c:v>
                </c:pt>
                <c:pt idx="493">
                  <c:v>3.8180000000000001</c:v>
                </c:pt>
                <c:pt idx="494">
                  <c:v>3.7829999999999999</c:v>
                </c:pt>
                <c:pt idx="495">
                  <c:v>3.7189999999999999</c:v>
                </c:pt>
                <c:pt idx="496">
                  <c:v>3.8220000000000001</c:v>
                </c:pt>
                <c:pt idx="497">
                  <c:v>3.8170000000000002</c:v>
                </c:pt>
                <c:pt idx="498">
                  <c:v>3.617</c:v>
                </c:pt>
                <c:pt idx="499">
                  <c:v>3.3980000000000001</c:v>
                </c:pt>
                <c:pt idx="500">
                  <c:v>3.3439999999999999</c:v>
                </c:pt>
                <c:pt idx="501">
                  <c:v>3.4239999999999999</c:v>
                </c:pt>
                <c:pt idx="502">
                  <c:v>3.3639999999999999</c:v>
                </c:pt>
                <c:pt idx="503">
                  <c:v>3.3730000000000002</c:v>
                </c:pt>
                <c:pt idx="504">
                  <c:v>3.2570000000000001</c:v>
                </c:pt>
                <c:pt idx="505">
                  <c:v>3.274</c:v>
                </c:pt>
                <c:pt idx="506">
                  <c:v>3.262</c:v>
                </c:pt>
                <c:pt idx="507">
                  <c:v>3.1859999999999999</c:v>
                </c:pt>
                <c:pt idx="508">
                  <c:v>3.1589999999999998</c:v>
                </c:pt>
                <c:pt idx="509">
                  <c:v>3.2240000000000002</c:v>
                </c:pt>
                <c:pt idx="510">
                  <c:v>3.26</c:v>
                </c:pt>
                <c:pt idx="511">
                  <c:v>3.25</c:v>
                </c:pt>
                <c:pt idx="512">
                  <c:v>3.2530000000000001</c:v>
                </c:pt>
                <c:pt idx="513">
                  <c:v>3.274</c:v>
                </c:pt>
                <c:pt idx="514">
                  <c:v>3.3380000000000001</c:v>
                </c:pt>
                <c:pt idx="515">
                  <c:v>3.2530000000000001</c:v>
                </c:pt>
                <c:pt idx="516">
                  <c:v>3.2320000000000002</c:v>
                </c:pt>
                <c:pt idx="517">
                  <c:v>3.194</c:v>
                </c:pt>
                <c:pt idx="518">
                  <c:v>3.2109999999999999</c:v>
                </c:pt>
                <c:pt idx="519">
                  <c:v>3.165</c:v>
                </c:pt>
                <c:pt idx="520">
                  <c:v>3.1909999999999998</c:v>
                </c:pt>
                <c:pt idx="521">
                  <c:v>3.214</c:v>
                </c:pt>
                <c:pt idx="522">
                  <c:v>3.194</c:v>
                </c:pt>
                <c:pt idx="523">
                  <c:v>3.2029999999999998</c:v>
                </c:pt>
                <c:pt idx="524">
                  <c:v>3.2839999999999998</c:v>
                </c:pt>
                <c:pt idx="525">
                  <c:v>3.2879999999999998</c:v>
                </c:pt>
                <c:pt idx="526">
                  <c:v>3.3340000000000001</c:v>
                </c:pt>
                <c:pt idx="527">
                  <c:v>3.3380000000000001</c:v>
                </c:pt>
                <c:pt idx="528">
                  <c:v>3.2749999999999999</c:v>
                </c:pt>
                <c:pt idx="529">
                  <c:v>3.2519999999999998</c:v>
                </c:pt>
                <c:pt idx="530">
                  <c:v>3.2730000000000001</c:v>
                </c:pt>
                <c:pt idx="531">
                  <c:v>3.2589999999999999</c:v>
                </c:pt>
                <c:pt idx="532">
                  <c:v>3.2730000000000001</c:v>
                </c:pt>
                <c:pt idx="533">
                  <c:v>3.2919999999999998</c:v>
                </c:pt>
                <c:pt idx="534">
                  <c:v>3.331</c:v>
                </c:pt>
                <c:pt idx="535">
                  <c:v>3.2690000000000001</c:v>
                </c:pt>
                <c:pt idx="536">
                  <c:v>3.1949999999999998</c:v>
                </c:pt>
                <c:pt idx="537">
                  <c:v>3.2389999999999999</c:v>
                </c:pt>
                <c:pt idx="538">
                  <c:v>3.24</c:v>
                </c:pt>
                <c:pt idx="539">
                  <c:v>3.258</c:v>
                </c:pt>
                <c:pt idx="540">
                  <c:v>3.2050000000000001</c:v>
                </c:pt>
                <c:pt idx="541">
                  <c:v>3.2</c:v>
                </c:pt>
                <c:pt idx="542">
                  <c:v>3.2549999999999999</c:v>
                </c:pt>
                <c:pt idx="543">
                  <c:v>3.2149999999999999</c:v>
                </c:pt>
                <c:pt idx="544">
                  <c:v>3.238</c:v>
                </c:pt>
                <c:pt idx="545">
                  <c:v>3.2930000000000001</c:v>
                </c:pt>
                <c:pt idx="546">
                  <c:v>3.3330000000000002</c:v>
                </c:pt>
                <c:pt idx="547">
                  <c:v>3.3220000000000001</c:v>
                </c:pt>
                <c:pt idx="548">
                  <c:v>3.3849999999999998</c:v>
                </c:pt>
                <c:pt idx="549">
                  <c:v>3.399</c:v>
                </c:pt>
                <c:pt idx="550">
                  <c:v>3.4980000000000002</c:v>
                </c:pt>
                <c:pt idx="551">
                  <c:v>3.55</c:v>
                </c:pt>
                <c:pt idx="552">
                  <c:v>3.5819999999999999</c:v>
                </c:pt>
                <c:pt idx="553">
                  <c:v>3.45</c:v>
                </c:pt>
                <c:pt idx="554">
                  <c:v>3.464</c:v>
                </c:pt>
                <c:pt idx="555">
                  <c:v>3.4049999999999998</c:v>
                </c:pt>
                <c:pt idx="556">
                  <c:v>3.4889999999999999</c:v>
                </c:pt>
                <c:pt idx="557">
                  <c:v>3.4489999999999998</c:v>
                </c:pt>
                <c:pt idx="558">
                  <c:v>3.5329999999999999</c:v>
                </c:pt>
                <c:pt idx="559">
                  <c:v>3.4950000000000001</c:v>
                </c:pt>
                <c:pt idx="560">
                  <c:v>3.5019999999999998</c:v>
                </c:pt>
                <c:pt idx="561">
                  <c:v>3.5019999999999998</c:v>
                </c:pt>
                <c:pt idx="562">
                  <c:v>3.5739999999999998</c:v>
                </c:pt>
                <c:pt idx="563">
                  <c:v>3.6360000000000001</c:v>
                </c:pt>
                <c:pt idx="564">
                  <c:v>3.601</c:v>
                </c:pt>
                <c:pt idx="565">
                  <c:v>3.593</c:v>
                </c:pt>
                <c:pt idx="566">
                  <c:v>3.5790000000000002</c:v>
                </c:pt>
                <c:pt idx="567">
                  <c:v>3.581</c:v>
                </c:pt>
                <c:pt idx="568">
                  <c:v>3.5979999999999999</c:v>
                </c:pt>
                <c:pt idx="569">
                  <c:v>3.617</c:v>
                </c:pt>
                <c:pt idx="570">
                  <c:v>3.5760000000000001</c:v>
                </c:pt>
                <c:pt idx="571">
                  <c:v>3.5649999999999999</c:v>
                </c:pt>
                <c:pt idx="572">
                  <c:v>3.5739999999999998</c:v>
                </c:pt>
                <c:pt idx="573">
                  <c:v>3.589</c:v>
                </c:pt>
                <c:pt idx="574">
                  <c:v>3.6629999999999998</c:v>
                </c:pt>
                <c:pt idx="575">
                  <c:v>3.59</c:v>
                </c:pt>
                <c:pt idx="576">
                  <c:v>3.597</c:v>
                </c:pt>
                <c:pt idx="577">
                  <c:v>3.6059999999999999</c:v>
                </c:pt>
                <c:pt idx="578">
                  <c:v>3.6749999999999998</c:v>
                </c:pt>
                <c:pt idx="579">
                  <c:v>3.7330000000000001</c:v>
                </c:pt>
                <c:pt idx="580">
                  <c:v>3.81</c:v>
                </c:pt>
                <c:pt idx="581">
                  <c:v>3.7210000000000001</c:v>
                </c:pt>
                <c:pt idx="582">
                  <c:v>3.72</c:v>
                </c:pt>
                <c:pt idx="583">
                  <c:v>3.61</c:v>
                </c:pt>
                <c:pt idx="584">
                  <c:v>3.6309999999999998</c:v>
                </c:pt>
                <c:pt idx="585">
                  <c:v>3.6190000000000002</c:v>
                </c:pt>
                <c:pt idx="586">
                  <c:v>3.609</c:v>
                </c:pt>
                <c:pt idx="587">
                  <c:v>3.5419999999999998</c:v>
                </c:pt>
                <c:pt idx="588">
                  <c:v>3.581</c:v>
                </c:pt>
                <c:pt idx="589">
                  <c:v>3.601</c:v>
                </c:pt>
                <c:pt idx="590">
                  <c:v>3.6070000000000002</c:v>
                </c:pt>
                <c:pt idx="591">
                  <c:v>3.6429999999999998</c:v>
                </c:pt>
                <c:pt idx="592">
                  <c:v>3.6219999999999999</c:v>
                </c:pt>
                <c:pt idx="593">
                  <c:v>3.5880000000000001</c:v>
                </c:pt>
                <c:pt idx="594">
                  <c:v>3.6429999999999998</c:v>
                </c:pt>
                <c:pt idx="595">
                  <c:v>3.6970000000000001</c:v>
                </c:pt>
                <c:pt idx="596">
                  <c:v>3.6669999999999998</c:v>
                </c:pt>
                <c:pt idx="597">
                  <c:v>3.7170000000000001</c:v>
                </c:pt>
                <c:pt idx="598">
                  <c:v>3.7549999999999999</c:v>
                </c:pt>
                <c:pt idx="599">
                  <c:v>3.7789999999999999</c:v>
                </c:pt>
                <c:pt idx="600">
                  <c:v>3.7120000000000002</c:v>
                </c:pt>
                <c:pt idx="601">
                  <c:v>3.6560000000000001</c:v>
                </c:pt>
                <c:pt idx="602">
                  <c:v>3.6909999999999998</c:v>
                </c:pt>
                <c:pt idx="603">
                  <c:v>3.7090000000000001</c:v>
                </c:pt>
                <c:pt idx="604">
                  <c:v>3.734</c:v>
                </c:pt>
                <c:pt idx="605">
                  <c:v>3.7959999999999998</c:v>
                </c:pt>
                <c:pt idx="606">
                  <c:v>3.7669999999999999</c:v>
                </c:pt>
                <c:pt idx="607">
                  <c:v>3.8650000000000002</c:v>
                </c:pt>
                <c:pt idx="608">
                  <c:v>3.8039999999999998</c:v>
                </c:pt>
                <c:pt idx="609">
                  <c:v>3.863</c:v>
                </c:pt>
                <c:pt idx="610">
                  <c:v>3.867</c:v>
                </c:pt>
                <c:pt idx="611">
                  <c:v>3.8250000000000002</c:v>
                </c:pt>
                <c:pt idx="612">
                  <c:v>3.8029999999999999</c:v>
                </c:pt>
                <c:pt idx="613">
                  <c:v>3.843</c:v>
                </c:pt>
                <c:pt idx="614">
                  <c:v>3.7959999999999998</c:v>
                </c:pt>
                <c:pt idx="615">
                  <c:v>3.7759999999999998</c:v>
                </c:pt>
                <c:pt idx="616">
                  <c:v>3.78</c:v>
                </c:pt>
                <c:pt idx="617">
                  <c:v>3.75</c:v>
                </c:pt>
                <c:pt idx="618">
                  <c:v>3.7170000000000001</c:v>
                </c:pt>
                <c:pt idx="619">
                  <c:v>3.778</c:v>
                </c:pt>
                <c:pt idx="620">
                  <c:v>3.8140000000000001</c:v>
                </c:pt>
                <c:pt idx="621">
                  <c:v>3.8159999999999998</c:v>
                </c:pt>
                <c:pt idx="622">
                  <c:v>3.8929999999999998</c:v>
                </c:pt>
                <c:pt idx="623">
                  <c:v>3.8370000000000002</c:v>
                </c:pt>
                <c:pt idx="624">
                  <c:v>3.8940000000000001</c:v>
                </c:pt>
                <c:pt idx="625">
                  <c:v>3.89</c:v>
                </c:pt>
                <c:pt idx="626">
                  <c:v>3.88</c:v>
                </c:pt>
                <c:pt idx="627">
                  <c:v>3.863</c:v>
                </c:pt>
                <c:pt idx="628">
                  <c:v>3.8809999999999998</c:v>
                </c:pt>
                <c:pt idx="629">
                  <c:v>3.9340000000000002</c:v>
                </c:pt>
                <c:pt idx="630">
                  <c:v>3.9159999999999999</c:v>
                </c:pt>
                <c:pt idx="631">
                  <c:v>3.9159999999999999</c:v>
                </c:pt>
                <c:pt idx="632">
                  <c:v>3.9729999999999999</c:v>
                </c:pt>
                <c:pt idx="633">
                  <c:v>3.9209999999999998</c:v>
                </c:pt>
                <c:pt idx="634">
                  <c:v>3.927</c:v>
                </c:pt>
                <c:pt idx="635">
                  <c:v>3.9540000000000002</c:v>
                </c:pt>
                <c:pt idx="636">
                  <c:v>3.9420000000000002</c:v>
                </c:pt>
                <c:pt idx="637">
                  <c:v>4.2030000000000003</c:v>
                </c:pt>
                <c:pt idx="638">
                  <c:v>4.18</c:v>
                </c:pt>
                <c:pt idx="639">
                  <c:v>4.1050000000000004</c:v>
                </c:pt>
                <c:pt idx="640">
                  <c:v>4.0869999999999997</c:v>
                </c:pt>
                <c:pt idx="641">
                  <c:v>4.0389999999999997</c:v>
                </c:pt>
                <c:pt idx="642">
                  <c:v>4.0039999999999996</c:v>
                </c:pt>
                <c:pt idx="643">
                  <c:v>4.0359999999999996</c:v>
                </c:pt>
                <c:pt idx="644">
                  <c:v>4.0640000000000001</c:v>
                </c:pt>
                <c:pt idx="645">
                  <c:v>4.0919999999999996</c:v>
                </c:pt>
                <c:pt idx="646">
                  <c:v>4.1509999999999998</c:v>
                </c:pt>
                <c:pt idx="647">
                  <c:v>4.2140000000000004</c:v>
                </c:pt>
                <c:pt idx="648">
                  <c:v>4.1829999999999998</c:v>
                </c:pt>
                <c:pt idx="649">
                  <c:v>4.2249999999999996</c:v>
                </c:pt>
                <c:pt idx="650">
                  <c:v>4.1399999999999997</c:v>
                </c:pt>
                <c:pt idx="651">
                  <c:v>4.157</c:v>
                </c:pt>
                <c:pt idx="652">
                  <c:v>4.2370000000000001</c:v>
                </c:pt>
                <c:pt idx="653">
                  <c:v>4.17</c:v>
                </c:pt>
                <c:pt idx="654">
                  <c:v>4.2009999999999996</c:v>
                </c:pt>
                <c:pt idx="655">
                  <c:v>4.2030000000000003</c:v>
                </c:pt>
                <c:pt idx="656">
                  <c:v>4.173</c:v>
                </c:pt>
                <c:pt idx="657">
                  <c:v>4.07</c:v>
                </c:pt>
                <c:pt idx="658">
                  <c:v>4.0209999999999999</c:v>
                </c:pt>
                <c:pt idx="659">
                  <c:v>3.9540000000000002</c:v>
                </c:pt>
                <c:pt idx="660">
                  <c:v>3.9609999999999999</c:v>
                </c:pt>
                <c:pt idx="661">
                  <c:v>3.9289999999999998</c:v>
                </c:pt>
                <c:pt idx="662">
                  <c:v>3.8860000000000001</c:v>
                </c:pt>
                <c:pt idx="663">
                  <c:v>3.9049999999999998</c:v>
                </c:pt>
                <c:pt idx="664">
                  <c:v>3.927</c:v>
                </c:pt>
                <c:pt idx="665">
                  <c:v>3.9049999999999998</c:v>
                </c:pt>
                <c:pt idx="666">
                  <c:v>3.7589999999999999</c:v>
                </c:pt>
                <c:pt idx="667">
                  <c:v>3.7240000000000002</c:v>
                </c:pt>
                <c:pt idx="668">
                  <c:v>3.718</c:v>
                </c:pt>
                <c:pt idx="669">
                  <c:v>3.7</c:v>
                </c:pt>
                <c:pt idx="670">
                  <c:v>3.6760000000000002</c:v>
                </c:pt>
                <c:pt idx="671">
                  <c:v>3.7040000000000002</c:v>
                </c:pt>
                <c:pt idx="672">
                  <c:v>3.677</c:v>
                </c:pt>
                <c:pt idx="673">
                  <c:v>3.7210000000000001</c:v>
                </c:pt>
                <c:pt idx="674">
                  <c:v>3.722</c:v>
                </c:pt>
                <c:pt idx="675">
                  <c:v>3.67</c:v>
                </c:pt>
                <c:pt idx="676">
                  <c:v>3.5779999999999998</c:v>
                </c:pt>
                <c:pt idx="677">
                  <c:v>3.621</c:v>
                </c:pt>
                <c:pt idx="678">
                  <c:v>3.6219999999999999</c:v>
                </c:pt>
                <c:pt idx="679">
                  <c:v>3.5590000000000002</c:v>
                </c:pt>
                <c:pt idx="680">
                  <c:v>3.5179999999999998</c:v>
                </c:pt>
                <c:pt idx="681">
                  <c:v>3.4820000000000002</c:v>
                </c:pt>
                <c:pt idx="682">
                  <c:v>3.52</c:v>
                </c:pt>
                <c:pt idx="683">
                  <c:v>3.4790000000000001</c:v>
                </c:pt>
                <c:pt idx="684">
                  <c:v>3.5219999999999998</c:v>
                </c:pt>
                <c:pt idx="685">
                  <c:v>3.4910000000000001</c:v>
                </c:pt>
                <c:pt idx="686">
                  <c:v>3.5</c:v>
                </c:pt>
                <c:pt idx="687">
                  <c:v>3.2879999999999998</c:v>
                </c:pt>
                <c:pt idx="688">
                  <c:v>3.3119999999999998</c:v>
                </c:pt>
                <c:pt idx="689">
                  <c:v>3.3010000000000002</c:v>
                </c:pt>
                <c:pt idx="690">
                  <c:v>3.3069999999999999</c:v>
                </c:pt>
                <c:pt idx="691">
                  <c:v>3.25</c:v>
                </c:pt>
                <c:pt idx="692">
                  <c:v>3.2549999999999999</c:v>
                </c:pt>
                <c:pt idx="693">
                  <c:v>3.254</c:v>
                </c:pt>
                <c:pt idx="694">
                  <c:v>3.2269999999999999</c:v>
                </c:pt>
                <c:pt idx="695">
                  <c:v>3.222</c:v>
                </c:pt>
                <c:pt idx="696">
                  <c:v>3.1560000000000001</c:v>
                </c:pt>
                <c:pt idx="697">
                  <c:v>3.1560000000000001</c:v>
                </c:pt>
                <c:pt idx="698">
                  <c:v>3.266</c:v>
                </c:pt>
                <c:pt idx="699">
                  <c:v>3.3130000000000002</c:v>
                </c:pt>
                <c:pt idx="700">
                  <c:v>3.2559999999999998</c:v>
                </c:pt>
                <c:pt idx="701">
                  <c:v>3.3119999999999998</c:v>
                </c:pt>
                <c:pt idx="702">
                  <c:v>3.3119999999999998</c:v>
                </c:pt>
                <c:pt idx="703">
                  <c:v>3.274</c:v>
                </c:pt>
                <c:pt idx="704">
                  <c:v>3.2970000000000002</c:v>
                </c:pt>
                <c:pt idx="705">
                  <c:v>3.2570000000000001</c:v>
                </c:pt>
                <c:pt idx="706">
                  <c:v>3.2410000000000001</c:v>
                </c:pt>
                <c:pt idx="707">
                  <c:v>3.2250000000000001</c:v>
                </c:pt>
                <c:pt idx="708">
                  <c:v>3.2690000000000001</c:v>
                </c:pt>
                <c:pt idx="709">
                  <c:v>3.3149999999999999</c:v>
                </c:pt>
                <c:pt idx="710">
                  <c:v>3.3290000000000002</c:v>
                </c:pt>
                <c:pt idx="711">
                  <c:v>3.359</c:v>
                </c:pt>
                <c:pt idx="712">
                  <c:v>3.3180000000000001</c:v>
                </c:pt>
                <c:pt idx="713">
                  <c:v>3.3250000000000002</c:v>
                </c:pt>
                <c:pt idx="714">
                  <c:v>3.343</c:v>
                </c:pt>
                <c:pt idx="715">
                  <c:v>3.3610000000000002</c:v>
                </c:pt>
                <c:pt idx="716">
                  <c:v>3.3140000000000001</c:v>
                </c:pt>
                <c:pt idx="717">
                  <c:v>3.363</c:v>
                </c:pt>
                <c:pt idx="718">
                  <c:v>3.3050000000000002</c:v>
                </c:pt>
                <c:pt idx="719">
                  <c:v>3.294</c:v>
                </c:pt>
                <c:pt idx="720">
                  <c:v>3.2930000000000001</c:v>
                </c:pt>
                <c:pt idx="721">
                  <c:v>3.26</c:v>
                </c:pt>
                <c:pt idx="722">
                  <c:v>3.339</c:v>
                </c:pt>
                <c:pt idx="723">
                  <c:v>3.3220000000000001</c:v>
                </c:pt>
                <c:pt idx="724">
                  <c:v>3.3180000000000001</c:v>
                </c:pt>
                <c:pt idx="725">
                  <c:v>3.3370000000000002</c:v>
                </c:pt>
                <c:pt idx="726">
                  <c:v>3.391</c:v>
                </c:pt>
                <c:pt idx="727">
                  <c:v>3.4569999999999999</c:v>
                </c:pt>
                <c:pt idx="728">
                  <c:v>3.4409999999999998</c:v>
                </c:pt>
                <c:pt idx="729">
                  <c:v>3.4470000000000001</c:v>
                </c:pt>
                <c:pt idx="730">
                  <c:v>3.4369999999999998</c:v>
                </c:pt>
                <c:pt idx="731">
                  <c:v>3.452</c:v>
                </c:pt>
                <c:pt idx="732">
                  <c:v>3.4430000000000001</c:v>
                </c:pt>
                <c:pt idx="733">
                  <c:v>3.391</c:v>
                </c:pt>
                <c:pt idx="734">
                  <c:v>3.43</c:v>
                </c:pt>
                <c:pt idx="735">
                  <c:v>3.379</c:v>
                </c:pt>
                <c:pt idx="736">
                  <c:v>3.4</c:v>
                </c:pt>
                <c:pt idx="737">
                  <c:v>3.4</c:v>
                </c:pt>
                <c:pt idx="738">
                  <c:v>3.4319999999999999</c:v>
                </c:pt>
                <c:pt idx="739">
                  <c:v>3.403</c:v>
                </c:pt>
                <c:pt idx="740">
                  <c:v>3.387</c:v>
                </c:pt>
                <c:pt idx="741">
                  <c:v>3.3620000000000001</c:v>
                </c:pt>
                <c:pt idx="742">
                  <c:v>3.3639999999999999</c:v>
                </c:pt>
                <c:pt idx="743">
                  <c:v>3.306</c:v>
                </c:pt>
                <c:pt idx="744">
                  <c:v>3.2839999999999998</c:v>
                </c:pt>
                <c:pt idx="745">
                  <c:v>3.2839999999999998</c:v>
                </c:pt>
                <c:pt idx="746">
                  <c:v>3.2719999999999998</c:v>
                </c:pt>
                <c:pt idx="747">
                  <c:v>3.302</c:v>
                </c:pt>
                <c:pt idx="748">
                  <c:v>3.3439999999999999</c:v>
                </c:pt>
                <c:pt idx="749">
                  <c:v>3.3820000000000001</c:v>
                </c:pt>
                <c:pt idx="750">
                  <c:v>3.419</c:v>
                </c:pt>
                <c:pt idx="751">
                  <c:v>3.399</c:v>
                </c:pt>
                <c:pt idx="752">
                  <c:v>3.3490000000000002</c:v>
                </c:pt>
                <c:pt idx="753">
                  <c:v>3.3170000000000002</c:v>
                </c:pt>
                <c:pt idx="754">
                  <c:v>3.331</c:v>
                </c:pt>
                <c:pt idx="755">
                  <c:v>3.34</c:v>
                </c:pt>
                <c:pt idx="756">
                  <c:v>3.3220000000000001</c:v>
                </c:pt>
                <c:pt idx="757">
                  <c:v>3.3239999999999998</c:v>
                </c:pt>
                <c:pt idx="758">
                  <c:v>3.3540000000000001</c:v>
                </c:pt>
                <c:pt idx="759">
                  <c:v>3.3260000000000001</c:v>
                </c:pt>
                <c:pt idx="760">
                  <c:v>3.3679999999999999</c:v>
                </c:pt>
                <c:pt idx="761">
                  <c:v>3.3809999999999998</c:v>
                </c:pt>
                <c:pt idx="762">
                  <c:v>3.3780000000000001</c:v>
                </c:pt>
                <c:pt idx="763">
                  <c:v>3.3679999999999999</c:v>
                </c:pt>
                <c:pt idx="764">
                  <c:v>3.423</c:v>
                </c:pt>
                <c:pt idx="765">
                  <c:v>3.4359999999999999</c:v>
                </c:pt>
                <c:pt idx="766">
                  <c:v>3.5110000000000001</c:v>
                </c:pt>
                <c:pt idx="767">
                  <c:v>3.4540000000000002</c:v>
                </c:pt>
                <c:pt idx="768">
                  <c:v>3.4940000000000002</c:v>
                </c:pt>
                <c:pt idx="769">
                  <c:v>3.532</c:v>
                </c:pt>
                <c:pt idx="770">
                  <c:v>3.5409999999999999</c:v>
                </c:pt>
                <c:pt idx="771">
                  <c:v>3.4910000000000001</c:v>
                </c:pt>
                <c:pt idx="772">
                  <c:v>3.536</c:v>
                </c:pt>
                <c:pt idx="773">
                  <c:v>3.585</c:v>
                </c:pt>
                <c:pt idx="774">
                  <c:v>3.556</c:v>
                </c:pt>
                <c:pt idx="775">
                  <c:v>3.5790000000000002</c:v>
                </c:pt>
                <c:pt idx="776">
                  <c:v>3.625</c:v>
                </c:pt>
                <c:pt idx="777">
                  <c:v>3.6019999999999999</c:v>
                </c:pt>
                <c:pt idx="778">
                  <c:v>3.62</c:v>
                </c:pt>
                <c:pt idx="779">
                  <c:v>3.5859999999999999</c:v>
                </c:pt>
                <c:pt idx="780">
                  <c:v>3.5630000000000002</c:v>
                </c:pt>
                <c:pt idx="781">
                  <c:v>3.5489999999999999</c:v>
                </c:pt>
                <c:pt idx="782">
                  <c:v>3.4820000000000002</c:v>
                </c:pt>
                <c:pt idx="783">
                  <c:v>3.4729999999999999</c:v>
                </c:pt>
                <c:pt idx="784">
                  <c:v>3.49</c:v>
                </c:pt>
                <c:pt idx="785">
                  <c:v>3.4780000000000002</c:v>
                </c:pt>
                <c:pt idx="786">
                  <c:v>3.4929999999999999</c:v>
                </c:pt>
                <c:pt idx="787">
                  <c:v>3.4889999999999999</c:v>
                </c:pt>
                <c:pt idx="788">
                  <c:v>3.4079999999999999</c:v>
                </c:pt>
                <c:pt idx="789">
                  <c:v>3.4129999999999998</c:v>
                </c:pt>
                <c:pt idx="790">
                  <c:v>3.444</c:v>
                </c:pt>
                <c:pt idx="791">
                  <c:v>3.4409999999999998</c:v>
                </c:pt>
                <c:pt idx="792">
                  <c:v>3.4359999999999999</c:v>
                </c:pt>
                <c:pt idx="793">
                  <c:v>3.4209999999999998</c:v>
                </c:pt>
                <c:pt idx="794">
                  <c:v>3.4510000000000001</c:v>
                </c:pt>
                <c:pt idx="795">
                  <c:v>3.4390000000000001</c:v>
                </c:pt>
                <c:pt idx="796">
                  <c:v>3.4209999999999998</c:v>
                </c:pt>
                <c:pt idx="797">
                  <c:v>3.4649999999999999</c:v>
                </c:pt>
                <c:pt idx="798">
                  <c:v>3.488</c:v>
                </c:pt>
                <c:pt idx="799">
                  <c:v>3.5019999999999998</c:v>
                </c:pt>
                <c:pt idx="800">
                  <c:v>3.4660000000000002</c:v>
                </c:pt>
                <c:pt idx="801">
                  <c:v>3.4119999999999999</c:v>
                </c:pt>
                <c:pt idx="802">
                  <c:v>3.3679999999999999</c:v>
                </c:pt>
                <c:pt idx="803">
                  <c:v>3.3290000000000002</c:v>
                </c:pt>
                <c:pt idx="804">
                  <c:v>3.3860000000000001</c:v>
                </c:pt>
                <c:pt idx="805">
                  <c:v>3.3690000000000002</c:v>
                </c:pt>
                <c:pt idx="806">
                  <c:v>3.3319999999999999</c:v>
                </c:pt>
                <c:pt idx="807">
                  <c:v>3.2959999999999998</c:v>
                </c:pt>
                <c:pt idx="808">
                  <c:v>3.266</c:v>
                </c:pt>
                <c:pt idx="809">
                  <c:v>3.23</c:v>
                </c:pt>
                <c:pt idx="810">
                  <c:v>3.2370000000000001</c:v>
                </c:pt>
                <c:pt idx="811">
                  <c:v>3.1880000000000002</c:v>
                </c:pt>
                <c:pt idx="812">
                  <c:v>3.22</c:v>
                </c:pt>
                <c:pt idx="813">
                  <c:v>3.1989999999999998</c:v>
                </c:pt>
                <c:pt idx="814">
                  <c:v>3.2149999999999999</c:v>
                </c:pt>
                <c:pt idx="815">
                  <c:v>3.2170000000000001</c:v>
                </c:pt>
                <c:pt idx="816">
                  <c:v>3.23</c:v>
                </c:pt>
                <c:pt idx="817">
                  <c:v>3.2410000000000001</c:v>
                </c:pt>
                <c:pt idx="818">
                  <c:v>3.2040000000000002</c:v>
                </c:pt>
                <c:pt idx="819">
                  <c:v>3.24</c:v>
                </c:pt>
                <c:pt idx="820">
                  <c:v>3.2040000000000002</c:v>
                </c:pt>
                <c:pt idx="821">
                  <c:v>3.1880000000000002</c:v>
                </c:pt>
                <c:pt idx="822">
                  <c:v>3.161</c:v>
                </c:pt>
                <c:pt idx="823">
                  <c:v>3.1589999999999998</c:v>
                </c:pt>
                <c:pt idx="824">
                  <c:v>3.14</c:v>
                </c:pt>
                <c:pt idx="825">
                  <c:v>3.1320000000000001</c:v>
                </c:pt>
                <c:pt idx="826">
                  <c:v>3.1309999999999998</c:v>
                </c:pt>
                <c:pt idx="827">
                  <c:v>3.1779999999999999</c:v>
                </c:pt>
                <c:pt idx="828">
                  <c:v>3.117</c:v>
                </c:pt>
                <c:pt idx="829">
                  <c:v>3.1030000000000002</c:v>
                </c:pt>
                <c:pt idx="830">
                  <c:v>3.0609999999999999</c:v>
                </c:pt>
                <c:pt idx="831">
                  <c:v>3.0720000000000001</c:v>
                </c:pt>
                <c:pt idx="832">
                  <c:v>3.081</c:v>
                </c:pt>
                <c:pt idx="833">
                  <c:v>3.0990000000000002</c:v>
                </c:pt>
                <c:pt idx="834">
                  <c:v>3.0910000000000002</c:v>
                </c:pt>
                <c:pt idx="835">
                  <c:v>3.11</c:v>
                </c:pt>
                <c:pt idx="836">
                  <c:v>3.073</c:v>
                </c:pt>
                <c:pt idx="837">
                  <c:v>3.0590000000000002</c:v>
                </c:pt>
                <c:pt idx="838">
                  <c:v>3.0449999999999999</c:v>
                </c:pt>
                <c:pt idx="839">
                  <c:v>2.99</c:v>
                </c:pt>
                <c:pt idx="840">
                  <c:v>3.0049999999999999</c:v>
                </c:pt>
                <c:pt idx="841">
                  <c:v>3.0230000000000001</c:v>
                </c:pt>
                <c:pt idx="842">
                  <c:v>2.9870000000000001</c:v>
                </c:pt>
                <c:pt idx="843">
                  <c:v>2.948</c:v>
                </c:pt>
                <c:pt idx="844">
                  <c:v>2.8170000000000002</c:v>
                </c:pt>
                <c:pt idx="845">
                  <c:v>2.9529999999999998</c:v>
                </c:pt>
                <c:pt idx="846">
                  <c:v>2.9510000000000001</c:v>
                </c:pt>
                <c:pt idx="847">
                  <c:v>2.9340000000000002</c:v>
                </c:pt>
                <c:pt idx="848">
                  <c:v>2.9580000000000002</c:v>
                </c:pt>
                <c:pt idx="849">
                  <c:v>2.9540000000000002</c:v>
                </c:pt>
                <c:pt idx="850">
                  <c:v>2.93</c:v>
                </c:pt>
                <c:pt idx="851">
                  <c:v>2.899</c:v>
                </c:pt>
                <c:pt idx="852">
                  <c:v>2.9329999999999998</c:v>
                </c:pt>
                <c:pt idx="853">
                  <c:v>2.9420000000000002</c:v>
                </c:pt>
                <c:pt idx="854">
                  <c:v>2.9590000000000001</c:v>
                </c:pt>
                <c:pt idx="855">
                  <c:v>2.96</c:v>
                </c:pt>
                <c:pt idx="856">
                  <c:v>2.9329999999999998</c:v>
                </c:pt>
                <c:pt idx="857">
                  <c:v>2.9529999999999998</c:v>
                </c:pt>
                <c:pt idx="858">
                  <c:v>2.9249999999999998</c:v>
                </c:pt>
                <c:pt idx="859">
                  <c:v>2.9950000000000001</c:v>
                </c:pt>
                <c:pt idx="860">
                  <c:v>2.9769999999999999</c:v>
                </c:pt>
                <c:pt idx="861">
                  <c:v>3</c:v>
                </c:pt>
                <c:pt idx="862">
                  <c:v>3.01</c:v>
                </c:pt>
                <c:pt idx="863">
                  <c:v>3.0489999999999999</c:v>
                </c:pt>
                <c:pt idx="864">
                  <c:v>3.0510000000000002</c:v>
                </c:pt>
                <c:pt idx="865">
                  <c:v>2.996</c:v>
                </c:pt>
                <c:pt idx="866">
                  <c:v>2.9710000000000001</c:v>
                </c:pt>
                <c:pt idx="867">
                  <c:v>2.9319999999999999</c:v>
                </c:pt>
                <c:pt idx="868">
                  <c:v>2.9620000000000002</c:v>
                </c:pt>
                <c:pt idx="869">
                  <c:v>2.9060000000000001</c:v>
                </c:pt>
                <c:pt idx="870">
                  <c:v>2.855</c:v>
                </c:pt>
                <c:pt idx="871">
                  <c:v>2.8969999999999998</c:v>
                </c:pt>
                <c:pt idx="872">
                  <c:v>2.8319999999999999</c:v>
                </c:pt>
                <c:pt idx="873">
                  <c:v>2.867</c:v>
                </c:pt>
                <c:pt idx="874">
                  <c:v>2.8679999999999999</c:v>
                </c:pt>
                <c:pt idx="875">
                  <c:v>2.9039999999999999</c:v>
                </c:pt>
                <c:pt idx="876">
                  <c:v>2.903</c:v>
                </c:pt>
                <c:pt idx="877">
                  <c:v>2.8730000000000002</c:v>
                </c:pt>
                <c:pt idx="878">
                  <c:v>2.875</c:v>
                </c:pt>
                <c:pt idx="879">
                  <c:v>2.8889999999999998</c:v>
                </c:pt>
                <c:pt idx="880">
                  <c:v>2.887</c:v>
                </c:pt>
                <c:pt idx="881">
                  <c:v>2.843</c:v>
                </c:pt>
                <c:pt idx="882">
                  <c:v>2.899</c:v>
                </c:pt>
                <c:pt idx="883">
                  <c:v>3.0179999999999998</c:v>
                </c:pt>
                <c:pt idx="884">
                  <c:v>2.9980000000000002</c:v>
                </c:pt>
                <c:pt idx="885">
                  <c:v>3.0139999999999998</c:v>
                </c:pt>
                <c:pt idx="886">
                  <c:v>2.9980000000000002</c:v>
                </c:pt>
                <c:pt idx="887">
                  <c:v>2.9969999999999999</c:v>
                </c:pt>
                <c:pt idx="888">
                  <c:v>2.9630000000000001</c:v>
                </c:pt>
                <c:pt idx="889">
                  <c:v>2.9239999999999999</c:v>
                </c:pt>
                <c:pt idx="890">
                  <c:v>2.9460000000000002</c:v>
                </c:pt>
                <c:pt idx="891">
                  <c:v>2.9710000000000001</c:v>
                </c:pt>
                <c:pt idx="892">
                  <c:v>2.9630000000000001</c:v>
                </c:pt>
                <c:pt idx="893">
                  <c:v>3.0139999999999998</c:v>
                </c:pt>
                <c:pt idx="894">
                  <c:v>3.0110000000000001</c:v>
                </c:pt>
                <c:pt idx="895">
                  <c:v>2.956</c:v>
                </c:pt>
                <c:pt idx="896">
                  <c:v>2.9409999999999998</c:v>
                </c:pt>
                <c:pt idx="897">
                  <c:v>3.008</c:v>
                </c:pt>
                <c:pt idx="898">
                  <c:v>3.0089999999999999</c:v>
                </c:pt>
                <c:pt idx="899">
                  <c:v>3.0019999999999998</c:v>
                </c:pt>
                <c:pt idx="900">
                  <c:v>2.9980000000000002</c:v>
                </c:pt>
                <c:pt idx="901">
                  <c:v>2.9950000000000001</c:v>
                </c:pt>
                <c:pt idx="902">
                  <c:v>2.9940000000000002</c:v>
                </c:pt>
                <c:pt idx="903">
                  <c:v>2.9710000000000001</c:v>
                </c:pt>
                <c:pt idx="904">
                  <c:v>3.0230000000000001</c:v>
                </c:pt>
                <c:pt idx="905">
                  <c:v>2.9780000000000002</c:v>
                </c:pt>
                <c:pt idx="906">
                  <c:v>2.9420000000000002</c:v>
                </c:pt>
                <c:pt idx="907">
                  <c:v>2.948</c:v>
                </c:pt>
                <c:pt idx="908">
                  <c:v>2.9390000000000001</c:v>
                </c:pt>
                <c:pt idx="909">
                  <c:v>2.984</c:v>
                </c:pt>
                <c:pt idx="910">
                  <c:v>2.9860000000000002</c:v>
                </c:pt>
                <c:pt idx="911">
                  <c:v>2.9910000000000001</c:v>
                </c:pt>
                <c:pt idx="912">
                  <c:v>2.9670000000000001</c:v>
                </c:pt>
                <c:pt idx="913">
                  <c:v>2.9369999999999998</c:v>
                </c:pt>
                <c:pt idx="914">
                  <c:v>2.92</c:v>
                </c:pt>
                <c:pt idx="915">
                  <c:v>2.883</c:v>
                </c:pt>
                <c:pt idx="916">
                  <c:v>2.8719999999999999</c:v>
                </c:pt>
                <c:pt idx="917">
                  <c:v>2.8239999999999998</c:v>
                </c:pt>
                <c:pt idx="918">
                  <c:v>2.8130000000000002</c:v>
                </c:pt>
                <c:pt idx="919">
                  <c:v>2.7829999999999999</c:v>
                </c:pt>
                <c:pt idx="920">
                  <c:v>2.6859999999999999</c:v>
                </c:pt>
                <c:pt idx="921">
                  <c:v>2.65</c:v>
                </c:pt>
                <c:pt idx="922">
                  <c:v>2.5960000000000001</c:v>
                </c:pt>
                <c:pt idx="923">
                  <c:v>2.6059999999999999</c:v>
                </c:pt>
                <c:pt idx="924">
                  <c:v>2.64</c:v>
                </c:pt>
                <c:pt idx="925">
                  <c:v>2.62</c:v>
                </c:pt>
                <c:pt idx="926">
                  <c:v>2.633</c:v>
                </c:pt>
                <c:pt idx="927">
                  <c:v>2.5790000000000002</c:v>
                </c:pt>
                <c:pt idx="928">
                  <c:v>2.5859999999999999</c:v>
                </c:pt>
                <c:pt idx="929">
                  <c:v>2.617</c:v>
                </c:pt>
                <c:pt idx="930">
                  <c:v>2.6280000000000001</c:v>
                </c:pt>
                <c:pt idx="931">
                  <c:v>2.6230000000000002</c:v>
                </c:pt>
                <c:pt idx="932">
                  <c:v>2.6549999999999998</c:v>
                </c:pt>
                <c:pt idx="933">
                  <c:v>2.7309999999999999</c:v>
                </c:pt>
                <c:pt idx="934">
                  <c:v>2.65</c:v>
                </c:pt>
                <c:pt idx="935">
                  <c:v>2.7360000000000002</c:v>
                </c:pt>
                <c:pt idx="936">
                  <c:v>2.7749999999999999</c:v>
                </c:pt>
                <c:pt idx="937">
                  <c:v>2.7570000000000001</c:v>
                </c:pt>
                <c:pt idx="938">
                  <c:v>2.8010000000000002</c:v>
                </c:pt>
                <c:pt idx="939">
                  <c:v>2.8090000000000002</c:v>
                </c:pt>
                <c:pt idx="940">
                  <c:v>2.7839999999999998</c:v>
                </c:pt>
                <c:pt idx="941">
                  <c:v>2.7629999999999999</c:v>
                </c:pt>
                <c:pt idx="942">
                  <c:v>2.762</c:v>
                </c:pt>
                <c:pt idx="943">
                  <c:v>2.681</c:v>
                </c:pt>
                <c:pt idx="944">
                  <c:v>2.6429999999999998</c:v>
                </c:pt>
                <c:pt idx="945">
                  <c:v>2.6850000000000001</c:v>
                </c:pt>
                <c:pt idx="946">
                  <c:v>2.661</c:v>
                </c:pt>
                <c:pt idx="947">
                  <c:v>2.6520000000000001</c:v>
                </c:pt>
                <c:pt idx="948">
                  <c:v>2.6269999999999998</c:v>
                </c:pt>
                <c:pt idx="949">
                  <c:v>2.6840000000000002</c:v>
                </c:pt>
                <c:pt idx="950">
                  <c:v>2.746</c:v>
                </c:pt>
                <c:pt idx="951">
                  <c:v>2.7360000000000002</c:v>
                </c:pt>
                <c:pt idx="952">
                  <c:v>2.774</c:v>
                </c:pt>
                <c:pt idx="953">
                  <c:v>2.7229999999999999</c:v>
                </c:pt>
                <c:pt idx="954">
                  <c:v>2.6880000000000002</c:v>
                </c:pt>
                <c:pt idx="955">
                  <c:v>2.7149999999999999</c:v>
                </c:pt>
                <c:pt idx="956">
                  <c:v>2.6779999999999999</c:v>
                </c:pt>
                <c:pt idx="957">
                  <c:v>2.69</c:v>
                </c:pt>
                <c:pt idx="958">
                  <c:v>2.6949999999999998</c:v>
                </c:pt>
                <c:pt idx="959">
                  <c:v>2.7040000000000002</c:v>
                </c:pt>
                <c:pt idx="960">
                  <c:v>2.7010000000000001</c:v>
                </c:pt>
                <c:pt idx="961">
                  <c:v>2.6890000000000001</c:v>
                </c:pt>
                <c:pt idx="962">
                  <c:v>2.7029999999999998</c:v>
                </c:pt>
                <c:pt idx="963">
                  <c:v>2.6840000000000002</c:v>
                </c:pt>
                <c:pt idx="964">
                  <c:v>2.67</c:v>
                </c:pt>
                <c:pt idx="965">
                  <c:v>2.7189999999999999</c:v>
                </c:pt>
                <c:pt idx="966">
                  <c:v>2.7130000000000001</c:v>
                </c:pt>
                <c:pt idx="967">
                  <c:v>2.7149999999999999</c:v>
                </c:pt>
                <c:pt idx="968">
                  <c:v>2.7440000000000002</c:v>
                </c:pt>
                <c:pt idx="969">
                  <c:v>2.7320000000000002</c:v>
                </c:pt>
                <c:pt idx="970">
                  <c:v>2.7109999999999999</c:v>
                </c:pt>
                <c:pt idx="971">
                  <c:v>2.7290000000000001</c:v>
                </c:pt>
                <c:pt idx="972">
                  <c:v>2.75</c:v>
                </c:pt>
                <c:pt idx="973">
                  <c:v>2.7450000000000001</c:v>
                </c:pt>
                <c:pt idx="974">
                  <c:v>2.7480000000000002</c:v>
                </c:pt>
                <c:pt idx="975">
                  <c:v>2.73</c:v>
                </c:pt>
                <c:pt idx="976">
                  <c:v>2.7170000000000001</c:v>
                </c:pt>
                <c:pt idx="977">
                  <c:v>2.698</c:v>
                </c:pt>
                <c:pt idx="978">
                  <c:v>2.6760000000000002</c:v>
                </c:pt>
                <c:pt idx="979">
                  <c:v>2.68</c:v>
                </c:pt>
                <c:pt idx="980">
                  <c:v>2.6459999999999999</c:v>
                </c:pt>
                <c:pt idx="981">
                  <c:v>2.629</c:v>
                </c:pt>
                <c:pt idx="982">
                  <c:v>2.6779999999999999</c:v>
                </c:pt>
                <c:pt idx="983">
                  <c:v>2.7040000000000002</c:v>
                </c:pt>
                <c:pt idx="984">
                  <c:v>2.6779999999999999</c:v>
                </c:pt>
                <c:pt idx="985">
                  <c:v>2.6579999999999999</c:v>
                </c:pt>
                <c:pt idx="986">
                  <c:v>2.633</c:v>
                </c:pt>
                <c:pt idx="987">
                  <c:v>2.6190000000000002</c:v>
                </c:pt>
                <c:pt idx="988">
                  <c:v>2.625</c:v>
                </c:pt>
                <c:pt idx="989">
                  <c:v>2.64</c:v>
                </c:pt>
                <c:pt idx="990">
                  <c:v>2.6469999999999998</c:v>
                </c:pt>
                <c:pt idx="991">
                  <c:v>2.6440000000000001</c:v>
                </c:pt>
                <c:pt idx="992">
                  <c:v>2.673</c:v>
                </c:pt>
                <c:pt idx="993">
                  <c:v>2.6579999999999999</c:v>
                </c:pt>
                <c:pt idx="994">
                  <c:v>2.6619999999999999</c:v>
                </c:pt>
                <c:pt idx="995">
                  <c:v>2.6869999999999998</c:v>
                </c:pt>
                <c:pt idx="996">
                  <c:v>2.7</c:v>
                </c:pt>
                <c:pt idx="997">
                  <c:v>2.7130000000000001</c:v>
                </c:pt>
                <c:pt idx="998">
                  <c:v>2.7050000000000001</c:v>
                </c:pt>
                <c:pt idx="999">
                  <c:v>2.71</c:v>
                </c:pt>
                <c:pt idx="1000">
                  <c:v>2.645</c:v>
                </c:pt>
                <c:pt idx="1001">
                  <c:v>2.6589999999999998</c:v>
                </c:pt>
                <c:pt idx="1002">
                  <c:v>2.653</c:v>
                </c:pt>
                <c:pt idx="1003">
                  <c:v>2.6059999999999999</c:v>
                </c:pt>
                <c:pt idx="1004">
                  <c:v>2.544</c:v>
                </c:pt>
                <c:pt idx="1005">
                  <c:v>2.4910000000000001</c:v>
                </c:pt>
                <c:pt idx="1006">
                  <c:v>2.508</c:v>
                </c:pt>
                <c:pt idx="1007">
                  <c:v>2.54</c:v>
                </c:pt>
                <c:pt idx="1008">
                  <c:v>2.5139999999999998</c:v>
                </c:pt>
                <c:pt idx="1009">
                  <c:v>2.5099999999999998</c:v>
                </c:pt>
                <c:pt idx="1010">
                  <c:v>2.5089999999999999</c:v>
                </c:pt>
                <c:pt idx="1011">
                  <c:v>2.4990000000000001</c:v>
                </c:pt>
                <c:pt idx="1012">
                  <c:v>2.4630000000000001</c:v>
                </c:pt>
                <c:pt idx="1013">
                  <c:v>2.4830000000000001</c:v>
                </c:pt>
                <c:pt idx="1014">
                  <c:v>2.464</c:v>
                </c:pt>
                <c:pt idx="1015">
                  <c:v>2.4409999999999998</c:v>
                </c:pt>
                <c:pt idx="1016">
                  <c:v>2.4409999999999998</c:v>
                </c:pt>
                <c:pt idx="1017">
                  <c:v>2.4369999999999998</c:v>
                </c:pt>
                <c:pt idx="1018">
                  <c:v>2.444</c:v>
                </c:pt>
                <c:pt idx="1019">
                  <c:v>2.403</c:v>
                </c:pt>
                <c:pt idx="1020">
                  <c:v>2.4140000000000001</c:v>
                </c:pt>
                <c:pt idx="1021">
                  <c:v>2.419</c:v>
                </c:pt>
                <c:pt idx="1022">
                  <c:v>2.375</c:v>
                </c:pt>
                <c:pt idx="1023">
                  <c:v>2.3940000000000001</c:v>
                </c:pt>
                <c:pt idx="1024">
                  <c:v>2.379</c:v>
                </c:pt>
                <c:pt idx="1025">
                  <c:v>2.395</c:v>
                </c:pt>
                <c:pt idx="1026">
                  <c:v>2.448</c:v>
                </c:pt>
                <c:pt idx="1027">
                  <c:v>2.4510000000000001</c:v>
                </c:pt>
                <c:pt idx="1028">
                  <c:v>2.496</c:v>
                </c:pt>
                <c:pt idx="1029">
                  <c:v>2.4820000000000002</c:v>
                </c:pt>
                <c:pt idx="1030">
                  <c:v>2.496</c:v>
                </c:pt>
                <c:pt idx="1031">
                  <c:v>2.4449999999999998</c:v>
                </c:pt>
                <c:pt idx="1032">
                  <c:v>2.5009999999999999</c:v>
                </c:pt>
                <c:pt idx="1033">
                  <c:v>2.4670000000000001</c:v>
                </c:pt>
                <c:pt idx="1034">
                  <c:v>2.4980000000000002</c:v>
                </c:pt>
                <c:pt idx="1035">
                  <c:v>2.4929999999999999</c:v>
                </c:pt>
                <c:pt idx="1036">
                  <c:v>2.5019999999999998</c:v>
                </c:pt>
                <c:pt idx="1037">
                  <c:v>2.504</c:v>
                </c:pt>
                <c:pt idx="1038">
                  <c:v>2.4780000000000002</c:v>
                </c:pt>
                <c:pt idx="1039">
                  <c:v>2.4670000000000001</c:v>
                </c:pt>
                <c:pt idx="1040">
                  <c:v>2.5</c:v>
                </c:pt>
                <c:pt idx="1041">
                  <c:v>2.5209999999999999</c:v>
                </c:pt>
                <c:pt idx="1042">
                  <c:v>2.5150000000000001</c:v>
                </c:pt>
                <c:pt idx="1043">
                  <c:v>2.6019999999999999</c:v>
                </c:pt>
                <c:pt idx="1044">
                  <c:v>2.597</c:v>
                </c:pt>
                <c:pt idx="1045">
                  <c:v>2.57</c:v>
                </c:pt>
                <c:pt idx="1046">
                  <c:v>2.5619999999999998</c:v>
                </c:pt>
                <c:pt idx="1047">
                  <c:v>2.581</c:v>
                </c:pt>
                <c:pt idx="1048">
                  <c:v>2.581</c:v>
                </c:pt>
                <c:pt idx="1049">
                  <c:v>2.597</c:v>
                </c:pt>
                <c:pt idx="1050">
                  <c:v>2.6230000000000002</c:v>
                </c:pt>
                <c:pt idx="1051">
                  <c:v>2.6120000000000001</c:v>
                </c:pt>
                <c:pt idx="1052">
                  <c:v>2.637</c:v>
                </c:pt>
                <c:pt idx="1053">
                  <c:v>2.64</c:v>
                </c:pt>
                <c:pt idx="1054">
                  <c:v>2.6360000000000001</c:v>
                </c:pt>
                <c:pt idx="1055">
                  <c:v>2.6619999999999999</c:v>
                </c:pt>
                <c:pt idx="1056">
                  <c:v>2.6160000000000001</c:v>
                </c:pt>
                <c:pt idx="1057">
                  <c:v>2.6190000000000002</c:v>
                </c:pt>
                <c:pt idx="1058">
                  <c:v>2.5990000000000002</c:v>
                </c:pt>
                <c:pt idx="1059">
                  <c:v>2.585</c:v>
                </c:pt>
                <c:pt idx="1060">
                  <c:v>2.5910000000000002</c:v>
                </c:pt>
                <c:pt idx="1061">
                  <c:v>2.581</c:v>
                </c:pt>
                <c:pt idx="1062">
                  <c:v>2.6190000000000002</c:v>
                </c:pt>
                <c:pt idx="1063">
                  <c:v>2.5950000000000002</c:v>
                </c:pt>
                <c:pt idx="1064">
                  <c:v>2.62</c:v>
                </c:pt>
                <c:pt idx="1065">
                  <c:v>2.637</c:v>
                </c:pt>
                <c:pt idx="1066">
                  <c:v>2.6349999999999998</c:v>
                </c:pt>
                <c:pt idx="1067">
                  <c:v>2.6360000000000001</c:v>
                </c:pt>
                <c:pt idx="1068">
                  <c:v>2.5920000000000001</c:v>
                </c:pt>
                <c:pt idx="1069">
                  <c:v>2.6040000000000001</c:v>
                </c:pt>
                <c:pt idx="1070">
                  <c:v>2.6520000000000001</c:v>
                </c:pt>
                <c:pt idx="1071">
                  <c:v>2.6440000000000001</c:v>
                </c:pt>
                <c:pt idx="1072">
                  <c:v>2.6419999999999999</c:v>
                </c:pt>
                <c:pt idx="1073">
                  <c:v>2.6629999999999998</c:v>
                </c:pt>
                <c:pt idx="1074">
                  <c:v>2.645</c:v>
                </c:pt>
                <c:pt idx="1075">
                  <c:v>2.6280000000000001</c:v>
                </c:pt>
                <c:pt idx="1076">
                  <c:v>2.6219999999999999</c:v>
                </c:pt>
                <c:pt idx="1077">
                  <c:v>2.6150000000000002</c:v>
                </c:pt>
                <c:pt idx="1078">
                  <c:v>2.6259999999999999</c:v>
                </c:pt>
                <c:pt idx="1079">
                  <c:v>2.637</c:v>
                </c:pt>
                <c:pt idx="1080">
                  <c:v>2.6150000000000002</c:v>
                </c:pt>
                <c:pt idx="1081">
                  <c:v>2.613</c:v>
                </c:pt>
                <c:pt idx="1082">
                  <c:v>2.5979999999999999</c:v>
                </c:pt>
                <c:pt idx="1083">
                  <c:v>2.5880000000000001</c:v>
                </c:pt>
                <c:pt idx="1084">
                  <c:v>2.6230000000000002</c:v>
                </c:pt>
                <c:pt idx="1085">
                  <c:v>2.569</c:v>
                </c:pt>
                <c:pt idx="1086">
                  <c:v>2.5609999999999999</c:v>
                </c:pt>
                <c:pt idx="1087">
                  <c:v>2.569</c:v>
                </c:pt>
                <c:pt idx="1088">
                  <c:v>2.5510000000000002</c:v>
                </c:pt>
                <c:pt idx="1089">
                  <c:v>2.5539999999999998</c:v>
                </c:pt>
                <c:pt idx="1090">
                  <c:v>2.5649999999999999</c:v>
                </c:pt>
                <c:pt idx="1091">
                  <c:v>2.5819999999999999</c:v>
                </c:pt>
                <c:pt idx="1092">
                  <c:v>2.5720000000000001</c:v>
                </c:pt>
                <c:pt idx="1093">
                  <c:v>2.556</c:v>
                </c:pt>
                <c:pt idx="1094">
                  <c:v>2.5920000000000001</c:v>
                </c:pt>
                <c:pt idx="1095">
                  <c:v>2.613</c:v>
                </c:pt>
                <c:pt idx="1096">
                  <c:v>2.6110000000000002</c:v>
                </c:pt>
                <c:pt idx="1097">
                  <c:v>2.605</c:v>
                </c:pt>
                <c:pt idx="1098">
                  <c:v>2.6240000000000001</c:v>
                </c:pt>
                <c:pt idx="1099">
                  <c:v>2.6019999999999999</c:v>
                </c:pt>
                <c:pt idx="1100">
                  <c:v>2.5960000000000001</c:v>
                </c:pt>
                <c:pt idx="1101">
                  <c:v>2.569</c:v>
                </c:pt>
                <c:pt idx="1102">
                  <c:v>2.5760000000000001</c:v>
                </c:pt>
                <c:pt idx="1103">
                  <c:v>2.5830000000000002</c:v>
                </c:pt>
                <c:pt idx="1104">
                  <c:v>2.597</c:v>
                </c:pt>
                <c:pt idx="1105">
                  <c:v>2.6190000000000002</c:v>
                </c:pt>
                <c:pt idx="1106">
                  <c:v>2.6539999999999999</c:v>
                </c:pt>
                <c:pt idx="1107">
                  <c:v>2.6429999999999998</c:v>
                </c:pt>
                <c:pt idx="1108">
                  <c:v>2.62</c:v>
                </c:pt>
                <c:pt idx="1109">
                  <c:v>2.6080000000000001</c:v>
                </c:pt>
                <c:pt idx="1110">
                  <c:v>2.5819999999999999</c:v>
                </c:pt>
                <c:pt idx="1111">
                  <c:v>2.5659999999999998</c:v>
                </c:pt>
                <c:pt idx="1112">
                  <c:v>2.5569999999999999</c:v>
                </c:pt>
                <c:pt idx="1113">
                  <c:v>2.5640000000000001</c:v>
                </c:pt>
                <c:pt idx="1114">
                  <c:v>2.5840000000000001</c:v>
                </c:pt>
                <c:pt idx="1115">
                  <c:v>2.5649999999999999</c:v>
                </c:pt>
                <c:pt idx="1116">
                  <c:v>2.5640000000000001</c:v>
                </c:pt>
                <c:pt idx="1117">
                  <c:v>2.544</c:v>
                </c:pt>
                <c:pt idx="1118">
                  <c:v>2.5830000000000002</c:v>
                </c:pt>
                <c:pt idx="1119">
                  <c:v>2.6059999999999999</c:v>
                </c:pt>
                <c:pt idx="1120">
                  <c:v>2.5979999999999999</c:v>
                </c:pt>
                <c:pt idx="1121">
                  <c:v>2.629</c:v>
                </c:pt>
                <c:pt idx="1122">
                  <c:v>2.673</c:v>
                </c:pt>
                <c:pt idx="1123">
                  <c:v>2.7160000000000002</c:v>
                </c:pt>
                <c:pt idx="1124">
                  <c:v>2.7210000000000001</c:v>
                </c:pt>
                <c:pt idx="1125">
                  <c:v>2.734</c:v>
                </c:pt>
                <c:pt idx="1126">
                  <c:v>2.7480000000000002</c:v>
                </c:pt>
                <c:pt idx="1127">
                  <c:v>2.7290000000000001</c:v>
                </c:pt>
                <c:pt idx="1128">
                  <c:v>2.7309999999999999</c:v>
                </c:pt>
                <c:pt idx="1129">
                  <c:v>2.677</c:v>
                </c:pt>
                <c:pt idx="1130">
                  <c:v>2.649</c:v>
                </c:pt>
                <c:pt idx="1131">
                  <c:v>2.64</c:v>
                </c:pt>
                <c:pt idx="1132">
                  <c:v>2.6840000000000002</c:v>
                </c:pt>
                <c:pt idx="1133">
                  <c:v>2.6659999999999999</c:v>
                </c:pt>
                <c:pt idx="1134">
                  <c:v>2.6869999999999998</c:v>
                </c:pt>
                <c:pt idx="1135">
                  <c:v>2.7109999999999999</c:v>
                </c:pt>
                <c:pt idx="1136">
                  <c:v>2.6869999999999998</c:v>
                </c:pt>
                <c:pt idx="1137">
                  <c:v>2.7210000000000001</c:v>
                </c:pt>
                <c:pt idx="1138">
                  <c:v>2.7160000000000002</c:v>
                </c:pt>
                <c:pt idx="1139">
                  <c:v>2.7559999999999998</c:v>
                </c:pt>
                <c:pt idx="1140">
                  <c:v>2.7509999999999999</c:v>
                </c:pt>
                <c:pt idx="1141">
                  <c:v>2.798</c:v>
                </c:pt>
                <c:pt idx="1142">
                  <c:v>2.8570000000000002</c:v>
                </c:pt>
                <c:pt idx="1143">
                  <c:v>2.855</c:v>
                </c:pt>
                <c:pt idx="1144">
                  <c:v>2.883</c:v>
                </c:pt>
                <c:pt idx="1145">
                  <c:v>2.879</c:v>
                </c:pt>
                <c:pt idx="1146">
                  <c:v>2.9180000000000001</c:v>
                </c:pt>
                <c:pt idx="1147">
                  <c:v>2.9929999999999999</c:v>
                </c:pt>
                <c:pt idx="1148">
                  <c:v>3.0430000000000001</c:v>
                </c:pt>
                <c:pt idx="1149">
                  <c:v>3.0350000000000001</c:v>
                </c:pt>
                <c:pt idx="1150">
                  <c:v>2.9910000000000001</c:v>
                </c:pt>
                <c:pt idx="1151">
                  <c:v>3.0880000000000001</c:v>
                </c:pt>
                <c:pt idx="1152">
                  <c:v>3.0840000000000001</c:v>
                </c:pt>
                <c:pt idx="1153">
                  <c:v>3.1259999999999999</c:v>
                </c:pt>
                <c:pt idx="1154">
                  <c:v>3.105</c:v>
                </c:pt>
                <c:pt idx="1155">
                  <c:v>3.0680000000000001</c:v>
                </c:pt>
                <c:pt idx="1156">
                  <c:v>3.0720000000000001</c:v>
                </c:pt>
                <c:pt idx="1157">
                  <c:v>3.1150000000000002</c:v>
                </c:pt>
                <c:pt idx="1158">
                  <c:v>3.0760000000000001</c:v>
                </c:pt>
                <c:pt idx="1159">
                  <c:v>3.1070000000000002</c:v>
                </c:pt>
                <c:pt idx="1160">
                  <c:v>3.0990000000000002</c:v>
                </c:pt>
                <c:pt idx="1161">
                  <c:v>3.0840000000000001</c:v>
                </c:pt>
                <c:pt idx="1162">
                  <c:v>3.1970000000000001</c:v>
                </c:pt>
                <c:pt idx="1163">
                  <c:v>3.1760000000000002</c:v>
                </c:pt>
                <c:pt idx="1164">
                  <c:v>3.2330000000000001</c:v>
                </c:pt>
                <c:pt idx="1165">
                  <c:v>3.2109999999999999</c:v>
                </c:pt>
                <c:pt idx="1166">
                  <c:v>3.246</c:v>
                </c:pt>
                <c:pt idx="1167">
                  <c:v>3.2290000000000001</c:v>
                </c:pt>
                <c:pt idx="1168">
                  <c:v>3.198</c:v>
                </c:pt>
                <c:pt idx="1169">
                  <c:v>3.2389999999999999</c:v>
                </c:pt>
                <c:pt idx="1170">
                  <c:v>3.302</c:v>
                </c:pt>
                <c:pt idx="1171">
                  <c:v>3.3359999999999999</c:v>
                </c:pt>
                <c:pt idx="1172">
                  <c:v>3.3610000000000002</c:v>
                </c:pt>
                <c:pt idx="1173">
                  <c:v>3.35</c:v>
                </c:pt>
                <c:pt idx="1174">
                  <c:v>3.2589999999999999</c:v>
                </c:pt>
                <c:pt idx="1175">
                  <c:v>3.2440000000000002</c:v>
                </c:pt>
                <c:pt idx="1176">
                  <c:v>3.2269999999999999</c:v>
                </c:pt>
                <c:pt idx="1177">
                  <c:v>3.1960000000000002</c:v>
                </c:pt>
                <c:pt idx="1178">
                  <c:v>3.24</c:v>
                </c:pt>
                <c:pt idx="1179">
                  <c:v>3.2450000000000001</c:v>
                </c:pt>
                <c:pt idx="1180">
                  <c:v>3.242</c:v>
                </c:pt>
                <c:pt idx="1181">
                  <c:v>3.2109999999999999</c:v>
                </c:pt>
                <c:pt idx="1182">
                  <c:v>3.24</c:v>
                </c:pt>
                <c:pt idx="1183">
                  <c:v>3.226</c:v>
                </c:pt>
                <c:pt idx="1184">
                  <c:v>3.24</c:v>
                </c:pt>
                <c:pt idx="1185">
                  <c:v>3.24</c:v>
                </c:pt>
                <c:pt idx="1186">
                  <c:v>3.2389999999999999</c:v>
                </c:pt>
                <c:pt idx="1187">
                  <c:v>3.2490000000000001</c:v>
                </c:pt>
                <c:pt idx="1188">
                  <c:v>3.2440000000000002</c:v>
                </c:pt>
                <c:pt idx="1189">
                  <c:v>3.1850000000000001</c:v>
                </c:pt>
                <c:pt idx="1190">
                  <c:v>3.1629999999999998</c:v>
                </c:pt>
                <c:pt idx="1191">
                  <c:v>3.1920000000000002</c:v>
                </c:pt>
                <c:pt idx="1192">
                  <c:v>3.2120000000000002</c:v>
                </c:pt>
                <c:pt idx="1193">
                  <c:v>3.242</c:v>
                </c:pt>
                <c:pt idx="1194">
                  <c:v>3.24</c:v>
                </c:pt>
                <c:pt idx="1195">
                  <c:v>3.3239999999999998</c:v>
                </c:pt>
                <c:pt idx="1196">
                  <c:v>3.32</c:v>
                </c:pt>
                <c:pt idx="1197">
                  <c:v>3.3889999999999998</c:v>
                </c:pt>
                <c:pt idx="1198">
                  <c:v>3.472</c:v>
                </c:pt>
                <c:pt idx="1199">
                  <c:v>3.43</c:v>
                </c:pt>
                <c:pt idx="1200">
                  <c:v>3.3969999999999998</c:v>
                </c:pt>
                <c:pt idx="1201">
                  <c:v>3.42</c:v>
                </c:pt>
                <c:pt idx="1202">
                  <c:v>3.3820000000000001</c:v>
                </c:pt>
                <c:pt idx="1203">
                  <c:v>3.3769999999999998</c:v>
                </c:pt>
                <c:pt idx="1204">
                  <c:v>3.3570000000000002</c:v>
                </c:pt>
                <c:pt idx="1205">
                  <c:v>3.395</c:v>
                </c:pt>
                <c:pt idx="1206">
                  <c:v>3.4359999999999999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56C-43CD-8CDF-873E2872647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10Y</c:v>
                </c:pt>
              </c:strCache>
            </c:strRef>
          </c:tx>
          <c:spPr>
            <a:ln w="127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Sheet1!$A$2:$A$1208</c:f>
              <c:strCache>
                <c:ptCount val="1207"/>
                <c:pt idx="0">
                  <c:v>2021-03-10</c:v>
                </c:pt>
                <c:pt idx="1">
                  <c:v>2021-03-11</c:v>
                </c:pt>
                <c:pt idx="2">
                  <c:v>2021-03-12</c:v>
                </c:pt>
                <c:pt idx="3">
                  <c:v>2021-03-15</c:v>
                </c:pt>
                <c:pt idx="4">
                  <c:v>2021-03-16</c:v>
                </c:pt>
                <c:pt idx="5">
                  <c:v>2021-03-17</c:v>
                </c:pt>
                <c:pt idx="6">
                  <c:v>2021-03-18</c:v>
                </c:pt>
                <c:pt idx="7">
                  <c:v>2021-03-19</c:v>
                </c:pt>
                <c:pt idx="8">
                  <c:v>2021-03-22</c:v>
                </c:pt>
                <c:pt idx="9">
                  <c:v>2021-03-23</c:v>
                </c:pt>
                <c:pt idx="10">
                  <c:v>2021-03-24</c:v>
                </c:pt>
                <c:pt idx="11">
                  <c:v>2021-03-25</c:v>
                </c:pt>
                <c:pt idx="12">
                  <c:v>2021-03-26</c:v>
                </c:pt>
                <c:pt idx="13">
                  <c:v>2021-03-29</c:v>
                </c:pt>
                <c:pt idx="14">
                  <c:v>2021-03-30</c:v>
                </c:pt>
                <c:pt idx="15">
                  <c:v>2021-03-31</c:v>
                </c:pt>
                <c:pt idx="16">
                  <c:v>2021-04-01</c:v>
                </c:pt>
                <c:pt idx="17">
                  <c:v>2021-04-02</c:v>
                </c:pt>
                <c:pt idx="18">
                  <c:v>2021-04-05</c:v>
                </c:pt>
                <c:pt idx="19">
                  <c:v>2021-04-06</c:v>
                </c:pt>
                <c:pt idx="20">
                  <c:v>2021-04-07</c:v>
                </c:pt>
                <c:pt idx="21">
                  <c:v>2021-04-08</c:v>
                </c:pt>
                <c:pt idx="22">
                  <c:v>2021-04-09</c:v>
                </c:pt>
                <c:pt idx="23">
                  <c:v>2021-04-12</c:v>
                </c:pt>
                <c:pt idx="24">
                  <c:v>2021-04-13</c:v>
                </c:pt>
                <c:pt idx="25">
                  <c:v>2021-04-14</c:v>
                </c:pt>
                <c:pt idx="26">
                  <c:v>2021-04-15</c:v>
                </c:pt>
                <c:pt idx="27">
                  <c:v>2021-04-16</c:v>
                </c:pt>
                <c:pt idx="28">
                  <c:v>2021-04-19</c:v>
                </c:pt>
                <c:pt idx="29">
                  <c:v>2021-04-20</c:v>
                </c:pt>
                <c:pt idx="30">
                  <c:v>2021-04-21</c:v>
                </c:pt>
                <c:pt idx="31">
                  <c:v>2021-04-22</c:v>
                </c:pt>
                <c:pt idx="32">
                  <c:v>2021-04-23</c:v>
                </c:pt>
                <c:pt idx="33">
                  <c:v>2021-04-26</c:v>
                </c:pt>
                <c:pt idx="34">
                  <c:v>2021-04-27</c:v>
                </c:pt>
                <c:pt idx="35">
                  <c:v>2021-04-28</c:v>
                </c:pt>
                <c:pt idx="36">
                  <c:v>2021-04-29</c:v>
                </c:pt>
                <c:pt idx="37">
                  <c:v>2021-04-30</c:v>
                </c:pt>
                <c:pt idx="38">
                  <c:v>2021-05-03</c:v>
                </c:pt>
                <c:pt idx="39">
                  <c:v>2021-05-04</c:v>
                </c:pt>
                <c:pt idx="40">
                  <c:v>2021-05-06</c:v>
                </c:pt>
                <c:pt idx="41">
                  <c:v>2021-05-07</c:v>
                </c:pt>
                <c:pt idx="42">
                  <c:v>2021-05-10</c:v>
                </c:pt>
                <c:pt idx="43">
                  <c:v>2021-05-11</c:v>
                </c:pt>
                <c:pt idx="44">
                  <c:v>2021-05-12</c:v>
                </c:pt>
                <c:pt idx="45">
                  <c:v>2021-05-13</c:v>
                </c:pt>
                <c:pt idx="46">
                  <c:v>2021-05-14</c:v>
                </c:pt>
                <c:pt idx="47">
                  <c:v>2021-05-17</c:v>
                </c:pt>
                <c:pt idx="48">
                  <c:v>2021-05-18</c:v>
                </c:pt>
                <c:pt idx="49">
                  <c:v>2021-05-20</c:v>
                </c:pt>
                <c:pt idx="50">
                  <c:v>2021-05-21</c:v>
                </c:pt>
                <c:pt idx="51">
                  <c:v>2021-05-24</c:v>
                </c:pt>
                <c:pt idx="52">
                  <c:v>2021-05-25</c:v>
                </c:pt>
                <c:pt idx="53">
                  <c:v>2021-05-26</c:v>
                </c:pt>
                <c:pt idx="54">
                  <c:v>2021-05-27</c:v>
                </c:pt>
                <c:pt idx="55">
                  <c:v>2021-05-28</c:v>
                </c:pt>
                <c:pt idx="56">
                  <c:v>2021-05-31</c:v>
                </c:pt>
                <c:pt idx="57">
                  <c:v>2021-06-01</c:v>
                </c:pt>
                <c:pt idx="58">
                  <c:v>2021-06-02</c:v>
                </c:pt>
                <c:pt idx="59">
                  <c:v>2021-06-03</c:v>
                </c:pt>
                <c:pt idx="60">
                  <c:v>2021-06-04</c:v>
                </c:pt>
                <c:pt idx="61">
                  <c:v>2021-06-07</c:v>
                </c:pt>
                <c:pt idx="62">
                  <c:v>2021-06-08</c:v>
                </c:pt>
                <c:pt idx="63">
                  <c:v>2021-06-09</c:v>
                </c:pt>
                <c:pt idx="64">
                  <c:v>2021-06-10</c:v>
                </c:pt>
                <c:pt idx="65">
                  <c:v>2021-06-11</c:v>
                </c:pt>
                <c:pt idx="66">
                  <c:v>2021-06-14</c:v>
                </c:pt>
                <c:pt idx="67">
                  <c:v>2021-06-15</c:v>
                </c:pt>
                <c:pt idx="68">
                  <c:v>2021-06-16</c:v>
                </c:pt>
                <c:pt idx="69">
                  <c:v>2021-06-17</c:v>
                </c:pt>
                <c:pt idx="70">
                  <c:v>2021-06-18</c:v>
                </c:pt>
                <c:pt idx="71">
                  <c:v>2021-06-21</c:v>
                </c:pt>
                <c:pt idx="72">
                  <c:v>2021-06-22</c:v>
                </c:pt>
                <c:pt idx="73">
                  <c:v>2021-06-23</c:v>
                </c:pt>
                <c:pt idx="74">
                  <c:v>2021-06-24</c:v>
                </c:pt>
                <c:pt idx="75">
                  <c:v>2021-06-25</c:v>
                </c:pt>
                <c:pt idx="76">
                  <c:v>2021-06-28</c:v>
                </c:pt>
                <c:pt idx="77">
                  <c:v>2021-06-29</c:v>
                </c:pt>
                <c:pt idx="78">
                  <c:v>2021-06-30</c:v>
                </c:pt>
                <c:pt idx="79">
                  <c:v>2021-07-01</c:v>
                </c:pt>
                <c:pt idx="80">
                  <c:v>2021-07-02</c:v>
                </c:pt>
                <c:pt idx="81">
                  <c:v>2021-07-05</c:v>
                </c:pt>
                <c:pt idx="82">
                  <c:v>2021-07-06</c:v>
                </c:pt>
                <c:pt idx="83">
                  <c:v>2021-07-07</c:v>
                </c:pt>
                <c:pt idx="84">
                  <c:v>2021-07-08</c:v>
                </c:pt>
                <c:pt idx="85">
                  <c:v>2021-07-09</c:v>
                </c:pt>
                <c:pt idx="86">
                  <c:v>2021-07-12</c:v>
                </c:pt>
                <c:pt idx="87">
                  <c:v>2021-07-13</c:v>
                </c:pt>
                <c:pt idx="88">
                  <c:v>2021-07-14</c:v>
                </c:pt>
                <c:pt idx="89">
                  <c:v>2021-07-15</c:v>
                </c:pt>
                <c:pt idx="90">
                  <c:v>2021-07-16</c:v>
                </c:pt>
                <c:pt idx="91">
                  <c:v>2021-07-19</c:v>
                </c:pt>
                <c:pt idx="92">
                  <c:v>2021-07-20</c:v>
                </c:pt>
                <c:pt idx="93">
                  <c:v>2021-07-21</c:v>
                </c:pt>
                <c:pt idx="94">
                  <c:v>2021-07-22</c:v>
                </c:pt>
                <c:pt idx="95">
                  <c:v>2021-07-23</c:v>
                </c:pt>
                <c:pt idx="96">
                  <c:v>2021-07-26</c:v>
                </c:pt>
                <c:pt idx="97">
                  <c:v>2021-07-27</c:v>
                </c:pt>
                <c:pt idx="98">
                  <c:v>2021-07-28</c:v>
                </c:pt>
                <c:pt idx="99">
                  <c:v>2021-07-29</c:v>
                </c:pt>
                <c:pt idx="100">
                  <c:v>2021-07-30</c:v>
                </c:pt>
                <c:pt idx="101">
                  <c:v>2021-08-02</c:v>
                </c:pt>
                <c:pt idx="102">
                  <c:v>2021-08-03</c:v>
                </c:pt>
                <c:pt idx="103">
                  <c:v>2021-08-04</c:v>
                </c:pt>
                <c:pt idx="104">
                  <c:v>2021-08-05</c:v>
                </c:pt>
                <c:pt idx="105">
                  <c:v>2021-08-06</c:v>
                </c:pt>
                <c:pt idx="106">
                  <c:v>2021-08-09</c:v>
                </c:pt>
                <c:pt idx="107">
                  <c:v>2021-08-10</c:v>
                </c:pt>
                <c:pt idx="108">
                  <c:v>2021-08-11</c:v>
                </c:pt>
                <c:pt idx="109">
                  <c:v>2021-08-12</c:v>
                </c:pt>
                <c:pt idx="110">
                  <c:v>2021-08-13</c:v>
                </c:pt>
                <c:pt idx="111">
                  <c:v>2021-08-17</c:v>
                </c:pt>
                <c:pt idx="112">
                  <c:v>2021-08-18</c:v>
                </c:pt>
                <c:pt idx="113">
                  <c:v>2021-08-19</c:v>
                </c:pt>
                <c:pt idx="114">
                  <c:v>2021-08-20</c:v>
                </c:pt>
                <c:pt idx="115">
                  <c:v>2021-08-23</c:v>
                </c:pt>
                <c:pt idx="116">
                  <c:v>2021-08-24</c:v>
                </c:pt>
                <c:pt idx="117">
                  <c:v>2021-08-25</c:v>
                </c:pt>
                <c:pt idx="118">
                  <c:v>2021-08-26</c:v>
                </c:pt>
                <c:pt idx="119">
                  <c:v>2021-08-27</c:v>
                </c:pt>
                <c:pt idx="120">
                  <c:v>2021-08-30</c:v>
                </c:pt>
                <c:pt idx="121">
                  <c:v>2021-08-31</c:v>
                </c:pt>
                <c:pt idx="122">
                  <c:v>2021-09-01</c:v>
                </c:pt>
                <c:pt idx="123">
                  <c:v>2021-09-02</c:v>
                </c:pt>
                <c:pt idx="124">
                  <c:v>2021-09-03</c:v>
                </c:pt>
                <c:pt idx="125">
                  <c:v>2021-09-06</c:v>
                </c:pt>
                <c:pt idx="126">
                  <c:v>2021-09-07</c:v>
                </c:pt>
                <c:pt idx="127">
                  <c:v>2021-09-08</c:v>
                </c:pt>
                <c:pt idx="128">
                  <c:v>2021-09-09</c:v>
                </c:pt>
                <c:pt idx="129">
                  <c:v>2021-09-10</c:v>
                </c:pt>
                <c:pt idx="130">
                  <c:v>2021-09-13</c:v>
                </c:pt>
                <c:pt idx="131">
                  <c:v>2021-09-14</c:v>
                </c:pt>
                <c:pt idx="132">
                  <c:v>2021-09-15</c:v>
                </c:pt>
                <c:pt idx="133">
                  <c:v>2021-09-16</c:v>
                </c:pt>
                <c:pt idx="134">
                  <c:v>2021-09-17</c:v>
                </c:pt>
                <c:pt idx="135">
                  <c:v>2021-09-23</c:v>
                </c:pt>
                <c:pt idx="136">
                  <c:v>2021-09-24</c:v>
                </c:pt>
                <c:pt idx="137">
                  <c:v>2021-09-27</c:v>
                </c:pt>
                <c:pt idx="138">
                  <c:v>2021-09-28</c:v>
                </c:pt>
                <c:pt idx="139">
                  <c:v>2021-09-29</c:v>
                </c:pt>
                <c:pt idx="140">
                  <c:v>2021-09-30</c:v>
                </c:pt>
                <c:pt idx="141">
                  <c:v>2021-10-01</c:v>
                </c:pt>
                <c:pt idx="142">
                  <c:v>2021-10-05</c:v>
                </c:pt>
                <c:pt idx="143">
                  <c:v>2021-10-06</c:v>
                </c:pt>
                <c:pt idx="144">
                  <c:v>2021-10-07</c:v>
                </c:pt>
                <c:pt idx="145">
                  <c:v>2021-10-08</c:v>
                </c:pt>
                <c:pt idx="146">
                  <c:v>2021-10-12</c:v>
                </c:pt>
                <c:pt idx="147">
                  <c:v>2021-10-13</c:v>
                </c:pt>
                <c:pt idx="148">
                  <c:v>2021-10-14</c:v>
                </c:pt>
                <c:pt idx="149">
                  <c:v>2021-10-15</c:v>
                </c:pt>
                <c:pt idx="150">
                  <c:v>2021-10-18</c:v>
                </c:pt>
                <c:pt idx="151">
                  <c:v>2021-10-19</c:v>
                </c:pt>
                <c:pt idx="152">
                  <c:v>2021-10-20</c:v>
                </c:pt>
                <c:pt idx="153">
                  <c:v>2021-10-21</c:v>
                </c:pt>
                <c:pt idx="154">
                  <c:v>2021-10-22</c:v>
                </c:pt>
                <c:pt idx="155">
                  <c:v>2021-10-25</c:v>
                </c:pt>
                <c:pt idx="156">
                  <c:v>2021-10-26</c:v>
                </c:pt>
                <c:pt idx="157">
                  <c:v>2021-10-27</c:v>
                </c:pt>
                <c:pt idx="158">
                  <c:v>2021-10-28</c:v>
                </c:pt>
                <c:pt idx="159">
                  <c:v>2021-10-29</c:v>
                </c:pt>
                <c:pt idx="160">
                  <c:v>2021-11-01</c:v>
                </c:pt>
                <c:pt idx="161">
                  <c:v>2021-11-02</c:v>
                </c:pt>
                <c:pt idx="162">
                  <c:v>2021-11-03</c:v>
                </c:pt>
                <c:pt idx="163">
                  <c:v>2021-11-04</c:v>
                </c:pt>
                <c:pt idx="164">
                  <c:v>2021-11-05</c:v>
                </c:pt>
                <c:pt idx="165">
                  <c:v>2021-11-08</c:v>
                </c:pt>
                <c:pt idx="166">
                  <c:v>2021-11-09</c:v>
                </c:pt>
                <c:pt idx="167">
                  <c:v>2021-11-10</c:v>
                </c:pt>
                <c:pt idx="168">
                  <c:v>2021-11-11</c:v>
                </c:pt>
                <c:pt idx="169">
                  <c:v>2021-11-12</c:v>
                </c:pt>
                <c:pt idx="170">
                  <c:v>2021-11-15</c:v>
                </c:pt>
                <c:pt idx="171">
                  <c:v>2021-11-16</c:v>
                </c:pt>
                <c:pt idx="172">
                  <c:v>2021-11-17</c:v>
                </c:pt>
                <c:pt idx="173">
                  <c:v>2021-11-18</c:v>
                </c:pt>
                <c:pt idx="174">
                  <c:v>2021-11-19</c:v>
                </c:pt>
                <c:pt idx="175">
                  <c:v>2021-11-22</c:v>
                </c:pt>
                <c:pt idx="176">
                  <c:v>2021-11-23</c:v>
                </c:pt>
                <c:pt idx="177">
                  <c:v>2021-11-24</c:v>
                </c:pt>
                <c:pt idx="178">
                  <c:v>2021-11-25</c:v>
                </c:pt>
                <c:pt idx="179">
                  <c:v>2021-11-26</c:v>
                </c:pt>
                <c:pt idx="180">
                  <c:v>2021-11-29</c:v>
                </c:pt>
                <c:pt idx="181">
                  <c:v>2021-11-30</c:v>
                </c:pt>
                <c:pt idx="182">
                  <c:v>2021-12-01</c:v>
                </c:pt>
                <c:pt idx="183">
                  <c:v>2021-12-02</c:v>
                </c:pt>
                <c:pt idx="184">
                  <c:v>2021-12-03</c:v>
                </c:pt>
                <c:pt idx="185">
                  <c:v>2021-12-06</c:v>
                </c:pt>
                <c:pt idx="186">
                  <c:v>2021-12-07</c:v>
                </c:pt>
                <c:pt idx="187">
                  <c:v>2021-12-08</c:v>
                </c:pt>
                <c:pt idx="188">
                  <c:v>2021-12-09</c:v>
                </c:pt>
                <c:pt idx="189">
                  <c:v>2021-12-10</c:v>
                </c:pt>
                <c:pt idx="190">
                  <c:v>2021-12-13</c:v>
                </c:pt>
                <c:pt idx="191">
                  <c:v>2021-12-14</c:v>
                </c:pt>
                <c:pt idx="192">
                  <c:v>2021-12-15</c:v>
                </c:pt>
                <c:pt idx="193">
                  <c:v>2021-12-16</c:v>
                </c:pt>
                <c:pt idx="194">
                  <c:v>2021-12-17</c:v>
                </c:pt>
                <c:pt idx="195">
                  <c:v>2021-12-20</c:v>
                </c:pt>
                <c:pt idx="196">
                  <c:v>2021-12-21</c:v>
                </c:pt>
                <c:pt idx="197">
                  <c:v>2021-12-22</c:v>
                </c:pt>
                <c:pt idx="198">
                  <c:v>2021-12-23</c:v>
                </c:pt>
                <c:pt idx="199">
                  <c:v>2021-12-24</c:v>
                </c:pt>
                <c:pt idx="200">
                  <c:v>2021-12-27</c:v>
                </c:pt>
                <c:pt idx="201">
                  <c:v>2021-12-28</c:v>
                </c:pt>
                <c:pt idx="202">
                  <c:v>2021-12-29</c:v>
                </c:pt>
                <c:pt idx="203">
                  <c:v>2021-12-30</c:v>
                </c:pt>
                <c:pt idx="204">
                  <c:v>2021-12-31</c:v>
                </c:pt>
                <c:pt idx="205">
                  <c:v>2022-01-03</c:v>
                </c:pt>
                <c:pt idx="206">
                  <c:v>2022-01-04</c:v>
                </c:pt>
                <c:pt idx="207">
                  <c:v>2022-01-05</c:v>
                </c:pt>
                <c:pt idx="208">
                  <c:v>2022-01-06</c:v>
                </c:pt>
                <c:pt idx="209">
                  <c:v>2022-01-07</c:v>
                </c:pt>
                <c:pt idx="210">
                  <c:v>2022-01-10</c:v>
                </c:pt>
                <c:pt idx="211">
                  <c:v>2022-01-11</c:v>
                </c:pt>
                <c:pt idx="212">
                  <c:v>2022-01-12</c:v>
                </c:pt>
                <c:pt idx="213">
                  <c:v>2022-01-13</c:v>
                </c:pt>
                <c:pt idx="214">
                  <c:v>2022-01-14</c:v>
                </c:pt>
                <c:pt idx="215">
                  <c:v>2022-01-17</c:v>
                </c:pt>
                <c:pt idx="216">
                  <c:v>2022-01-18</c:v>
                </c:pt>
                <c:pt idx="217">
                  <c:v>2022-01-19</c:v>
                </c:pt>
                <c:pt idx="218">
                  <c:v>2022-01-20</c:v>
                </c:pt>
                <c:pt idx="219">
                  <c:v>2022-01-21</c:v>
                </c:pt>
                <c:pt idx="220">
                  <c:v>2022-01-24</c:v>
                </c:pt>
                <c:pt idx="221">
                  <c:v>2022-01-25</c:v>
                </c:pt>
                <c:pt idx="222">
                  <c:v>2022-01-26</c:v>
                </c:pt>
                <c:pt idx="223">
                  <c:v>2022-01-27</c:v>
                </c:pt>
                <c:pt idx="224">
                  <c:v>2022-01-28</c:v>
                </c:pt>
                <c:pt idx="225">
                  <c:v>2022-02-03</c:v>
                </c:pt>
                <c:pt idx="226">
                  <c:v>2022-02-04</c:v>
                </c:pt>
                <c:pt idx="227">
                  <c:v>2022-02-07</c:v>
                </c:pt>
                <c:pt idx="228">
                  <c:v>2022-02-08</c:v>
                </c:pt>
                <c:pt idx="229">
                  <c:v>2022-02-09</c:v>
                </c:pt>
                <c:pt idx="230">
                  <c:v>2022-02-10</c:v>
                </c:pt>
                <c:pt idx="231">
                  <c:v>2022-02-11</c:v>
                </c:pt>
                <c:pt idx="232">
                  <c:v>2022-02-14</c:v>
                </c:pt>
                <c:pt idx="233">
                  <c:v>2022-02-15</c:v>
                </c:pt>
                <c:pt idx="234">
                  <c:v>2022-02-16</c:v>
                </c:pt>
                <c:pt idx="235">
                  <c:v>2022-02-17</c:v>
                </c:pt>
                <c:pt idx="236">
                  <c:v>2022-02-18</c:v>
                </c:pt>
                <c:pt idx="237">
                  <c:v>2022-02-21</c:v>
                </c:pt>
                <c:pt idx="238">
                  <c:v>2022-02-22</c:v>
                </c:pt>
                <c:pt idx="239">
                  <c:v>2022-02-23</c:v>
                </c:pt>
                <c:pt idx="240">
                  <c:v>2022-02-24</c:v>
                </c:pt>
                <c:pt idx="241">
                  <c:v>2022-02-25</c:v>
                </c:pt>
                <c:pt idx="242">
                  <c:v>2022-02-28</c:v>
                </c:pt>
                <c:pt idx="243">
                  <c:v>2022-03-02</c:v>
                </c:pt>
                <c:pt idx="244">
                  <c:v>2022-03-03</c:v>
                </c:pt>
                <c:pt idx="245">
                  <c:v>2022-03-04</c:v>
                </c:pt>
                <c:pt idx="246">
                  <c:v>2022-03-07</c:v>
                </c:pt>
                <c:pt idx="247">
                  <c:v>2022-03-08</c:v>
                </c:pt>
                <c:pt idx="248">
                  <c:v>2022-03-10</c:v>
                </c:pt>
                <c:pt idx="249">
                  <c:v>2022-03-11</c:v>
                </c:pt>
                <c:pt idx="250">
                  <c:v>2022-03-14</c:v>
                </c:pt>
                <c:pt idx="251">
                  <c:v>2022-03-15</c:v>
                </c:pt>
                <c:pt idx="252">
                  <c:v>2022-03-16</c:v>
                </c:pt>
                <c:pt idx="253">
                  <c:v>2022-03-17</c:v>
                </c:pt>
                <c:pt idx="254">
                  <c:v>2022-03-18</c:v>
                </c:pt>
                <c:pt idx="255">
                  <c:v>2022-03-21</c:v>
                </c:pt>
                <c:pt idx="256">
                  <c:v>2022-03-22</c:v>
                </c:pt>
                <c:pt idx="257">
                  <c:v>2022-03-23</c:v>
                </c:pt>
                <c:pt idx="258">
                  <c:v>2022-03-24</c:v>
                </c:pt>
                <c:pt idx="259">
                  <c:v>2022-03-25</c:v>
                </c:pt>
                <c:pt idx="260">
                  <c:v>2022-03-28</c:v>
                </c:pt>
                <c:pt idx="261">
                  <c:v>2022-03-29</c:v>
                </c:pt>
                <c:pt idx="262">
                  <c:v>2022-03-30</c:v>
                </c:pt>
                <c:pt idx="263">
                  <c:v>2022-03-31</c:v>
                </c:pt>
                <c:pt idx="264">
                  <c:v>2022-04-01</c:v>
                </c:pt>
                <c:pt idx="265">
                  <c:v>2022-04-04</c:v>
                </c:pt>
                <c:pt idx="266">
                  <c:v>2022-04-05</c:v>
                </c:pt>
                <c:pt idx="267">
                  <c:v>2022-04-06</c:v>
                </c:pt>
                <c:pt idx="268">
                  <c:v>2022-04-07</c:v>
                </c:pt>
                <c:pt idx="269">
                  <c:v>2022-04-08</c:v>
                </c:pt>
                <c:pt idx="270">
                  <c:v>2022-04-11</c:v>
                </c:pt>
                <c:pt idx="271">
                  <c:v>2022-04-12</c:v>
                </c:pt>
                <c:pt idx="272">
                  <c:v>2022-04-13</c:v>
                </c:pt>
                <c:pt idx="273">
                  <c:v>2022-04-14</c:v>
                </c:pt>
                <c:pt idx="274">
                  <c:v>2022-04-15</c:v>
                </c:pt>
                <c:pt idx="275">
                  <c:v>2022-04-18</c:v>
                </c:pt>
                <c:pt idx="276">
                  <c:v>2022-04-19</c:v>
                </c:pt>
                <c:pt idx="277">
                  <c:v>2022-04-20</c:v>
                </c:pt>
                <c:pt idx="278">
                  <c:v>2022-04-21</c:v>
                </c:pt>
                <c:pt idx="279">
                  <c:v>2022-04-22</c:v>
                </c:pt>
                <c:pt idx="280">
                  <c:v>2022-04-25</c:v>
                </c:pt>
                <c:pt idx="281">
                  <c:v>2022-04-26</c:v>
                </c:pt>
                <c:pt idx="282">
                  <c:v>2022-04-27</c:v>
                </c:pt>
                <c:pt idx="283">
                  <c:v>2022-04-28</c:v>
                </c:pt>
                <c:pt idx="284">
                  <c:v>2022-04-29</c:v>
                </c:pt>
                <c:pt idx="285">
                  <c:v>2022-05-02</c:v>
                </c:pt>
                <c:pt idx="286">
                  <c:v>2022-05-03</c:v>
                </c:pt>
                <c:pt idx="287">
                  <c:v>2022-05-04</c:v>
                </c:pt>
                <c:pt idx="288">
                  <c:v>2022-05-06</c:v>
                </c:pt>
                <c:pt idx="289">
                  <c:v>2022-05-09</c:v>
                </c:pt>
                <c:pt idx="290">
                  <c:v>2022-05-10</c:v>
                </c:pt>
                <c:pt idx="291">
                  <c:v>2022-05-11</c:v>
                </c:pt>
                <c:pt idx="292">
                  <c:v>2022-05-12</c:v>
                </c:pt>
                <c:pt idx="293">
                  <c:v>2022-05-13</c:v>
                </c:pt>
                <c:pt idx="294">
                  <c:v>2022-05-16</c:v>
                </c:pt>
                <c:pt idx="295">
                  <c:v>2022-05-17</c:v>
                </c:pt>
                <c:pt idx="296">
                  <c:v>2022-05-18</c:v>
                </c:pt>
                <c:pt idx="297">
                  <c:v>2022-05-19</c:v>
                </c:pt>
                <c:pt idx="298">
                  <c:v>2022-05-20</c:v>
                </c:pt>
                <c:pt idx="299">
                  <c:v>2022-05-23</c:v>
                </c:pt>
                <c:pt idx="300">
                  <c:v>2022-05-24</c:v>
                </c:pt>
                <c:pt idx="301">
                  <c:v>2022-05-25</c:v>
                </c:pt>
                <c:pt idx="302">
                  <c:v>2022-05-26</c:v>
                </c:pt>
                <c:pt idx="303">
                  <c:v>2022-05-27</c:v>
                </c:pt>
                <c:pt idx="304">
                  <c:v>2022-05-30</c:v>
                </c:pt>
                <c:pt idx="305">
                  <c:v>2022-05-31</c:v>
                </c:pt>
                <c:pt idx="306">
                  <c:v>2022-06-02</c:v>
                </c:pt>
                <c:pt idx="307">
                  <c:v>2022-06-03</c:v>
                </c:pt>
                <c:pt idx="308">
                  <c:v>2022-06-07</c:v>
                </c:pt>
                <c:pt idx="309">
                  <c:v>2022-06-08</c:v>
                </c:pt>
                <c:pt idx="310">
                  <c:v>2022-06-09</c:v>
                </c:pt>
                <c:pt idx="311">
                  <c:v>2022-06-10</c:v>
                </c:pt>
                <c:pt idx="312">
                  <c:v>2022-06-13</c:v>
                </c:pt>
                <c:pt idx="313">
                  <c:v>2022-06-14</c:v>
                </c:pt>
                <c:pt idx="314">
                  <c:v>2022-06-15</c:v>
                </c:pt>
                <c:pt idx="315">
                  <c:v>2022-06-16</c:v>
                </c:pt>
                <c:pt idx="316">
                  <c:v>2022-06-17</c:v>
                </c:pt>
                <c:pt idx="317">
                  <c:v>2022-06-20</c:v>
                </c:pt>
                <c:pt idx="318">
                  <c:v>2022-06-21</c:v>
                </c:pt>
                <c:pt idx="319">
                  <c:v>2022-06-22</c:v>
                </c:pt>
                <c:pt idx="320">
                  <c:v>2022-06-23</c:v>
                </c:pt>
                <c:pt idx="321">
                  <c:v>2022-06-24</c:v>
                </c:pt>
                <c:pt idx="322">
                  <c:v>2022-06-27</c:v>
                </c:pt>
                <c:pt idx="323">
                  <c:v>2022-06-28</c:v>
                </c:pt>
                <c:pt idx="324">
                  <c:v>2022-06-29</c:v>
                </c:pt>
                <c:pt idx="325">
                  <c:v>2022-06-30</c:v>
                </c:pt>
                <c:pt idx="326">
                  <c:v>2022-07-01</c:v>
                </c:pt>
                <c:pt idx="327">
                  <c:v>2022-07-04</c:v>
                </c:pt>
                <c:pt idx="328">
                  <c:v>2022-07-05</c:v>
                </c:pt>
                <c:pt idx="329">
                  <c:v>2022-07-06</c:v>
                </c:pt>
                <c:pt idx="330">
                  <c:v>2022-07-07</c:v>
                </c:pt>
                <c:pt idx="331">
                  <c:v>2022-07-08</c:v>
                </c:pt>
                <c:pt idx="332">
                  <c:v>2022-07-11</c:v>
                </c:pt>
                <c:pt idx="333">
                  <c:v>2022-07-12</c:v>
                </c:pt>
                <c:pt idx="334">
                  <c:v>2022-07-13</c:v>
                </c:pt>
                <c:pt idx="335">
                  <c:v>2022-07-14</c:v>
                </c:pt>
                <c:pt idx="336">
                  <c:v>2022-07-15</c:v>
                </c:pt>
                <c:pt idx="337">
                  <c:v>2022-07-18</c:v>
                </c:pt>
                <c:pt idx="338">
                  <c:v>2022-07-19</c:v>
                </c:pt>
                <c:pt idx="339">
                  <c:v>2022-07-20</c:v>
                </c:pt>
                <c:pt idx="340">
                  <c:v>2022-07-21</c:v>
                </c:pt>
                <c:pt idx="341">
                  <c:v>2022-07-22</c:v>
                </c:pt>
                <c:pt idx="342">
                  <c:v>2022-07-25</c:v>
                </c:pt>
                <c:pt idx="343">
                  <c:v>2022-07-26</c:v>
                </c:pt>
                <c:pt idx="344">
                  <c:v>2022-07-27</c:v>
                </c:pt>
                <c:pt idx="345">
                  <c:v>2022-07-28</c:v>
                </c:pt>
                <c:pt idx="346">
                  <c:v>2022-07-29</c:v>
                </c:pt>
                <c:pt idx="347">
                  <c:v>2022-08-01</c:v>
                </c:pt>
                <c:pt idx="348">
                  <c:v>2022-08-02</c:v>
                </c:pt>
                <c:pt idx="349">
                  <c:v>2022-08-03</c:v>
                </c:pt>
                <c:pt idx="350">
                  <c:v>2022-08-04</c:v>
                </c:pt>
                <c:pt idx="351">
                  <c:v>2022-08-05</c:v>
                </c:pt>
                <c:pt idx="352">
                  <c:v>2022-08-08</c:v>
                </c:pt>
                <c:pt idx="353">
                  <c:v>2022-08-09</c:v>
                </c:pt>
                <c:pt idx="354">
                  <c:v>2022-08-10</c:v>
                </c:pt>
                <c:pt idx="355">
                  <c:v>2022-08-11</c:v>
                </c:pt>
                <c:pt idx="356">
                  <c:v>2022-08-12</c:v>
                </c:pt>
                <c:pt idx="357">
                  <c:v>2022-08-16</c:v>
                </c:pt>
                <c:pt idx="358">
                  <c:v>2022-08-17</c:v>
                </c:pt>
                <c:pt idx="359">
                  <c:v>2022-08-18</c:v>
                </c:pt>
                <c:pt idx="360">
                  <c:v>2022-08-19</c:v>
                </c:pt>
                <c:pt idx="361">
                  <c:v>2022-08-22</c:v>
                </c:pt>
                <c:pt idx="362">
                  <c:v>2022-08-23</c:v>
                </c:pt>
                <c:pt idx="363">
                  <c:v>2022-08-24</c:v>
                </c:pt>
                <c:pt idx="364">
                  <c:v>2022-08-25</c:v>
                </c:pt>
                <c:pt idx="365">
                  <c:v>2022-08-26</c:v>
                </c:pt>
                <c:pt idx="366">
                  <c:v>2022-08-29</c:v>
                </c:pt>
                <c:pt idx="367">
                  <c:v>2022-08-30</c:v>
                </c:pt>
                <c:pt idx="368">
                  <c:v>2022-08-31</c:v>
                </c:pt>
                <c:pt idx="369">
                  <c:v>2022-09-01</c:v>
                </c:pt>
                <c:pt idx="370">
                  <c:v>2022-09-02</c:v>
                </c:pt>
                <c:pt idx="371">
                  <c:v>2022-09-05</c:v>
                </c:pt>
                <c:pt idx="372">
                  <c:v>2022-09-06</c:v>
                </c:pt>
                <c:pt idx="373">
                  <c:v>2022-09-07</c:v>
                </c:pt>
                <c:pt idx="374">
                  <c:v>2022-09-08</c:v>
                </c:pt>
                <c:pt idx="375">
                  <c:v>2022-09-13</c:v>
                </c:pt>
                <c:pt idx="376">
                  <c:v>2022-09-14</c:v>
                </c:pt>
                <c:pt idx="377">
                  <c:v>2022-09-15</c:v>
                </c:pt>
                <c:pt idx="378">
                  <c:v>2022-09-16</c:v>
                </c:pt>
                <c:pt idx="379">
                  <c:v>2022-09-19</c:v>
                </c:pt>
                <c:pt idx="380">
                  <c:v>2022-09-20</c:v>
                </c:pt>
                <c:pt idx="381">
                  <c:v>2022-09-21</c:v>
                </c:pt>
                <c:pt idx="382">
                  <c:v>2022-09-22</c:v>
                </c:pt>
                <c:pt idx="383">
                  <c:v>2022-09-23</c:v>
                </c:pt>
                <c:pt idx="384">
                  <c:v>2022-09-26</c:v>
                </c:pt>
                <c:pt idx="385">
                  <c:v>2022-09-27</c:v>
                </c:pt>
                <c:pt idx="386">
                  <c:v>2022-09-28</c:v>
                </c:pt>
                <c:pt idx="387">
                  <c:v>2022-09-29</c:v>
                </c:pt>
                <c:pt idx="388">
                  <c:v>2022-09-30</c:v>
                </c:pt>
                <c:pt idx="389">
                  <c:v>2022-10-04</c:v>
                </c:pt>
                <c:pt idx="390">
                  <c:v>2022-10-05</c:v>
                </c:pt>
                <c:pt idx="391">
                  <c:v>2022-10-06</c:v>
                </c:pt>
                <c:pt idx="392">
                  <c:v>2022-10-07</c:v>
                </c:pt>
                <c:pt idx="393">
                  <c:v>2022-10-11</c:v>
                </c:pt>
                <c:pt idx="394">
                  <c:v>2022-10-12</c:v>
                </c:pt>
                <c:pt idx="395">
                  <c:v>2022-10-13</c:v>
                </c:pt>
                <c:pt idx="396">
                  <c:v>2022-10-14</c:v>
                </c:pt>
                <c:pt idx="397">
                  <c:v>2022-10-17</c:v>
                </c:pt>
                <c:pt idx="398">
                  <c:v>2022-10-18</c:v>
                </c:pt>
                <c:pt idx="399">
                  <c:v>2022-10-19</c:v>
                </c:pt>
                <c:pt idx="400">
                  <c:v>2022-10-20</c:v>
                </c:pt>
                <c:pt idx="401">
                  <c:v>2022-10-21</c:v>
                </c:pt>
                <c:pt idx="402">
                  <c:v>2022-10-24</c:v>
                </c:pt>
                <c:pt idx="403">
                  <c:v>2022-10-25</c:v>
                </c:pt>
                <c:pt idx="404">
                  <c:v>2022-10-26</c:v>
                </c:pt>
                <c:pt idx="405">
                  <c:v>2022-10-27</c:v>
                </c:pt>
                <c:pt idx="406">
                  <c:v>2022-10-28</c:v>
                </c:pt>
                <c:pt idx="407">
                  <c:v>2022-10-31</c:v>
                </c:pt>
                <c:pt idx="408">
                  <c:v>2022-11-01</c:v>
                </c:pt>
                <c:pt idx="409">
                  <c:v>2022-11-02</c:v>
                </c:pt>
                <c:pt idx="410">
                  <c:v>2022-11-03</c:v>
                </c:pt>
                <c:pt idx="411">
                  <c:v>2022-11-04</c:v>
                </c:pt>
                <c:pt idx="412">
                  <c:v>2022-11-07</c:v>
                </c:pt>
                <c:pt idx="413">
                  <c:v>2022-11-08</c:v>
                </c:pt>
                <c:pt idx="414">
                  <c:v>2022-11-09</c:v>
                </c:pt>
                <c:pt idx="415">
                  <c:v>2022-11-10</c:v>
                </c:pt>
                <c:pt idx="416">
                  <c:v>2022-11-11</c:v>
                </c:pt>
                <c:pt idx="417">
                  <c:v>2022-11-14</c:v>
                </c:pt>
                <c:pt idx="418">
                  <c:v>2022-11-15</c:v>
                </c:pt>
                <c:pt idx="419">
                  <c:v>2022-11-16</c:v>
                </c:pt>
                <c:pt idx="420">
                  <c:v>2022-11-17</c:v>
                </c:pt>
                <c:pt idx="421">
                  <c:v>2022-11-18</c:v>
                </c:pt>
                <c:pt idx="422">
                  <c:v>2022-11-21</c:v>
                </c:pt>
                <c:pt idx="423">
                  <c:v>2022-11-22</c:v>
                </c:pt>
                <c:pt idx="424">
                  <c:v>2022-11-23</c:v>
                </c:pt>
                <c:pt idx="425">
                  <c:v>2022-11-24</c:v>
                </c:pt>
                <c:pt idx="426">
                  <c:v>2022-11-25</c:v>
                </c:pt>
                <c:pt idx="427">
                  <c:v>2022-11-28</c:v>
                </c:pt>
                <c:pt idx="428">
                  <c:v>2022-11-29</c:v>
                </c:pt>
                <c:pt idx="429">
                  <c:v>2022-11-30</c:v>
                </c:pt>
                <c:pt idx="430">
                  <c:v>2022-12-01</c:v>
                </c:pt>
                <c:pt idx="431">
                  <c:v>2022-12-02</c:v>
                </c:pt>
                <c:pt idx="432">
                  <c:v>2022-12-05</c:v>
                </c:pt>
                <c:pt idx="433">
                  <c:v>2022-12-06</c:v>
                </c:pt>
                <c:pt idx="434">
                  <c:v>2022-12-07</c:v>
                </c:pt>
                <c:pt idx="435">
                  <c:v>2022-12-08</c:v>
                </c:pt>
                <c:pt idx="436">
                  <c:v>2022-12-09</c:v>
                </c:pt>
                <c:pt idx="437">
                  <c:v>2022-12-12</c:v>
                </c:pt>
                <c:pt idx="438">
                  <c:v>2022-12-13</c:v>
                </c:pt>
                <c:pt idx="439">
                  <c:v>2022-12-14</c:v>
                </c:pt>
                <c:pt idx="440">
                  <c:v>2022-12-15</c:v>
                </c:pt>
                <c:pt idx="441">
                  <c:v>2022-12-16</c:v>
                </c:pt>
                <c:pt idx="442">
                  <c:v>2022-12-19</c:v>
                </c:pt>
                <c:pt idx="443">
                  <c:v>2022-12-20</c:v>
                </c:pt>
                <c:pt idx="444">
                  <c:v>2022-12-21</c:v>
                </c:pt>
                <c:pt idx="445">
                  <c:v>2022-12-22</c:v>
                </c:pt>
                <c:pt idx="446">
                  <c:v>2022-12-23</c:v>
                </c:pt>
                <c:pt idx="447">
                  <c:v>2022-12-26</c:v>
                </c:pt>
                <c:pt idx="448">
                  <c:v>2022-12-27</c:v>
                </c:pt>
                <c:pt idx="449">
                  <c:v>2022-12-28</c:v>
                </c:pt>
                <c:pt idx="450">
                  <c:v>2022-12-29</c:v>
                </c:pt>
                <c:pt idx="451">
                  <c:v>2022-12-30</c:v>
                </c:pt>
                <c:pt idx="452">
                  <c:v>2023-01-02</c:v>
                </c:pt>
                <c:pt idx="453">
                  <c:v>2023-01-03</c:v>
                </c:pt>
                <c:pt idx="454">
                  <c:v>2023-01-04</c:v>
                </c:pt>
                <c:pt idx="455">
                  <c:v>2023-01-05</c:v>
                </c:pt>
                <c:pt idx="456">
                  <c:v>2023-01-06</c:v>
                </c:pt>
                <c:pt idx="457">
                  <c:v>2023-01-09</c:v>
                </c:pt>
                <c:pt idx="458">
                  <c:v>2023-01-10</c:v>
                </c:pt>
                <c:pt idx="459">
                  <c:v>2023-01-11</c:v>
                </c:pt>
                <c:pt idx="460">
                  <c:v>2023-01-12</c:v>
                </c:pt>
                <c:pt idx="461">
                  <c:v>2023-01-13</c:v>
                </c:pt>
                <c:pt idx="462">
                  <c:v>2023-01-16</c:v>
                </c:pt>
                <c:pt idx="463">
                  <c:v>2023-01-17</c:v>
                </c:pt>
                <c:pt idx="464">
                  <c:v>2023-01-18</c:v>
                </c:pt>
                <c:pt idx="465">
                  <c:v>2023-01-19</c:v>
                </c:pt>
                <c:pt idx="466">
                  <c:v>2023-01-20</c:v>
                </c:pt>
                <c:pt idx="467">
                  <c:v>2023-01-25</c:v>
                </c:pt>
                <c:pt idx="468">
                  <c:v>2023-01-26</c:v>
                </c:pt>
                <c:pt idx="469">
                  <c:v>2023-01-27</c:v>
                </c:pt>
                <c:pt idx="470">
                  <c:v>2023-01-30</c:v>
                </c:pt>
                <c:pt idx="471">
                  <c:v>2023-01-31</c:v>
                </c:pt>
                <c:pt idx="472">
                  <c:v>2023-02-01</c:v>
                </c:pt>
                <c:pt idx="473">
                  <c:v>2023-02-02</c:v>
                </c:pt>
                <c:pt idx="474">
                  <c:v>2023-02-03</c:v>
                </c:pt>
                <c:pt idx="475">
                  <c:v>2023-02-06</c:v>
                </c:pt>
                <c:pt idx="476">
                  <c:v>2023-02-07</c:v>
                </c:pt>
                <c:pt idx="477">
                  <c:v>2023-02-08</c:v>
                </c:pt>
                <c:pt idx="478">
                  <c:v>2023-02-09</c:v>
                </c:pt>
                <c:pt idx="479">
                  <c:v>2023-02-10</c:v>
                </c:pt>
                <c:pt idx="480">
                  <c:v>2023-02-13</c:v>
                </c:pt>
                <c:pt idx="481">
                  <c:v>2023-02-14</c:v>
                </c:pt>
                <c:pt idx="482">
                  <c:v>2023-02-15</c:v>
                </c:pt>
                <c:pt idx="483">
                  <c:v>2023-02-16</c:v>
                </c:pt>
                <c:pt idx="484">
                  <c:v>2023-02-17</c:v>
                </c:pt>
                <c:pt idx="485">
                  <c:v>2023-02-20</c:v>
                </c:pt>
                <c:pt idx="486">
                  <c:v>2023-02-21</c:v>
                </c:pt>
                <c:pt idx="487">
                  <c:v>2023-02-22</c:v>
                </c:pt>
                <c:pt idx="488">
                  <c:v>2023-02-23</c:v>
                </c:pt>
                <c:pt idx="489">
                  <c:v>2023-02-24</c:v>
                </c:pt>
                <c:pt idx="490">
                  <c:v>2023-02-27</c:v>
                </c:pt>
                <c:pt idx="491">
                  <c:v>2023-02-28</c:v>
                </c:pt>
                <c:pt idx="492">
                  <c:v>2023-03-02</c:v>
                </c:pt>
                <c:pt idx="493">
                  <c:v>2023-03-03</c:v>
                </c:pt>
                <c:pt idx="494">
                  <c:v>2023-03-06</c:v>
                </c:pt>
                <c:pt idx="495">
                  <c:v>2023-03-07</c:v>
                </c:pt>
                <c:pt idx="496">
                  <c:v>2023-03-08</c:v>
                </c:pt>
                <c:pt idx="497">
                  <c:v>2023-03-09</c:v>
                </c:pt>
                <c:pt idx="498">
                  <c:v>2023-03-10</c:v>
                </c:pt>
                <c:pt idx="499">
                  <c:v>2023-03-13</c:v>
                </c:pt>
                <c:pt idx="500">
                  <c:v>2023-03-14</c:v>
                </c:pt>
                <c:pt idx="501">
                  <c:v>2023-03-15</c:v>
                </c:pt>
                <c:pt idx="502">
                  <c:v>2023-03-16</c:v>
                </c:pt>
                <c:pt idx="503">
                  <c:v>2023-03-17</c:v>
                </c:pt>
                <c:pt idx="504">
                  <c:v>2023-03-20</c:v>
                </c:pt>
                <c:pt idx="505">
                  <c:v>2023-03-21</c:v>
                </c:pt>
                <c:pt idx="506">
                  <c:v>2023-03-22</c:v>
                </c:pt>
                <c:pt idx="507">
                  <c:v>2023-03-23</c:v>
                </c:pt>
                <c:pt idx="508">
                  <c:v>2023-03-24</c:v>
                </c:pt>
                <c:pt idx="509">
                  <c:v>2023-03-27</c:v>
                </c:pt>
                <c:pt idx="510">
                  <c:v>2023-03-28</c:v>
                </c:pt>
                <c:pt idx="511">
                  <c:v>2023-03-29</c:v>
                </c:pt>
                <c:pt idx="512">
                  <c:v>2023-03-30</c:v>
                </c:pt>
                <c:pt idx="513">
                  <c:v>2023-03-31</c:v>
                </c:pt>
                <c:pt idx="514">
                  <c:v>2023-04-03</c:v>
                </c:pt>
                <c:pt idx="515">
                  <c:v>2023-04-04</c:v>
                </c:pt>
                <c:pt idx="516">
                  <c:v>2023-04-05</c:v>
                </c:pt>
                <c:pt idx="517">
                  <c:v>2023-04-06</c:v>
                </c:pt>
                <c:pt idx="518">
                  <c:v>2023-04-07</c:v>
                </c:pt>
                <c:pt idx="519">
                  <c:v>2023-04-10</c:v>
                </c:pt>
                <c:pt idx="520">
                  <c:v>2023-04-11</c:v>
                </c:pt>
                <c:pt idx="521">
                  <c:v>2023-04-12</c:v>
                </c:pt>
                <c:pt idx="522">
                  <c:v>2023-04-13</c:v>
                </c:pt>
                <c:pt idx="523">
                  <c:v>2023-04-14</c:v>
                </c:pt>
                <c:pt idx="524">
                  <c:v>2023-04-17</c:v>
                </c:pt>
                <c:pt idx="525">
                  <c:v>2023-04-18</c:v>
                </c:pt>
                <c:pt idx="526">
                  <c:v>2023-04-19</c:v>
                </c:pt>
                <c:pt idx="527">
                  <c:v>2023-04-20</c:v>
                </c:pt>
                <c:pt idx="528">
                  <c:v>2023-04-21</c:v>
                </c:pt>
                <c:pt idx="529">
                  <c:v>2023-04-24</c:v>
                </c:pt>
                <c:pt idx="530">
                  <c:v>2023-04-25</c:v>
                </c:pt>
                <c:pt idx="531">
                  <c:v>2023-04-26</c:v>
                </c:pt>
                <c:pt idx="532">
                  <c:v>2023-04-27</c:v>
                </c:pt>
                <c:pt idx="533">
                  <c:v>2023-04-28</c:v>
                </c:pt>
                <c:pt idx="534">
                  <c:v>2023-05-02</c:v>
                </c:pt>
                <c:pt idx="535">
                  <c:v>2023-05-03</c:v>
                </c:pt>
                <c:pt idx="536">
                  <c:v>2023-05-04</c:v>
                </c:pt>
                <c:pt idx="537">
                  <c:v>2023-05-08</c:v>
                </c:pt>
                <c:pt idx="538">
                  <c:v>2023-05-09</c:v>
                </c:pt>
                <c:pt idx="539">
                  <c:v>2023-05-10</c:v>
                </c:pt>
                <c:pt idx="540">
                  <c:v>2023-05-11</c:v>
                </c:pt>
                <c:pt idx="541">
                  <c:v>2023-05-12</c:v>
                </c:pt>
                <c:pt idx="542">
                  <c:v>2023-05-15</c:v>
                </c:pt>
                <c:pt idx="543">
                  <c:v>2023-05-16</c:v>
                </c:pt>
                <c:pt idx="544">
                  <c:v>2023-05-17</c:v>
                </c:pt>
                <c:pt idx="545">
                  <c:v>2023-05-18</c:v>
                </c:pt>
                <c:pt idx="546">
                  <c:v>2023-05-19</c:v>
                </c:pt>
                <c:pt idx="547">
                  <c:v>2023-05-22</c:v>
                </c:pt>
                <c:pt idx="548">
                  <c:v>2023-05-23</c:v>
                </c:pt>
                <c:pt idx="549">
                  <c:v>2023-05-24</c:v>
                </c:pt>
                <c:pt idx="550">
                  <c:v>2023-05-25</c:v>
                </c:pt>
                <c:pt idx="551">
                  <c:v>2023-05-26</c:v>
                </c:pt>
                <c:pt idx="552">
                  <c:v>2023-05-30</c:v>
                </c:pt>
                <c:pt idx="553">
                  <c:v>2023-05-31</c:v>
                </c:pt>
                <c:pt idx="554">
                  <c:v>2023-06-01</c:v>
                </c:pt>
                <c:pt idx="555">
                  <c:v>2023-06-02</c:v>
                </c:pt>
                <c:pt idx="556">
                  <c:v>2023-06-05</c:v>
                </c:pt>
                <c:pt idx="557">
                  <c:v>2023-06-07</c:v>
                </c:pt>
                <c:pt idx="558">
                  <c:v>2023-06-08</c:v>
                </c:pt>
                <c:pt idx="559">
                  <c:v>2023-06-09</c:v>
                </c:pt>
                <c:pt idx="560">
                  <c:v>2023-06-12</c:v>
                </c:pt>
                <c:pt idx="561">
                  <c:v>2023-06-13</c:v>
                </c:pt>
                <c:pt idx="562">
                  <c:v>2023-06-14</c:v>
                </c:pt>
                <c:pt idx="563">
                  <c:v>2023-06-15</c:v>
                </c:pt>
                <c:pt idx="564">
                  <c:v>2023-06-16</c:v>
                </c:pt>
                <c:pt idx="565">
                  <c:v>2023-06-19</c:v>
                </c:pt>
                <c:pt idx="566">
                  <c:v>2023-06-20</c:v>
                </c:pt>
                <c:pt idx="567">
                  <c:v>2023-06-21</c:v>
                </c:pt>
                <c:pt idx="568">
                  <c:v>2023-06-22</c:v>
                </c:pt>
                <c:pt idx="569">
                  <c:v>2023-06-23</c:v>
                </c:pt>
                <c:pt idx="570">
                  <c:v>2023-06-26</c:v>
                </c:pt>
                <c:pt idx="571">
                  <c:v>2023-06-27</c:v>
                </c:pt>
                <c:pt idx="572">
                  <c:v>2023-06-28</c:v>
                </c:pt>
                <c:pt idx="573">
                  <c:v>2023-06-29</c:v>
                </c:pt>
                <c:pt idx="574">
                  <c:v>2023-06-30</c:v>
                </c:pt>
                <c:pt idx="575">
                  <c:v>2023-07-03</c:v>
                </c:pt>
                <c:pt idx="576">
                  <c:v>2023-07-04</c:v>
                </c:pt>
                <c:pt idx="577">
                  <c:v>2023-07-05</c:v>
                </c:pt>
                <c:pt idx="578">
                  <c:v>2023-07-06</c:v>
                </c:pt>
                <c:pt idx="579">
                  <c:v>2023-07-07</c:v>
                </c:pt>
                <c:pt idx="580">
                  <c:v>2023-07-10</c:v>
                </c:pt>
                <c:pt idx="581">
                  <c:v>2023-07-11</c:v>
                </c:pt>
                <c:pt idx="582">
                  <c:v>2023-07-12</c:v>
                </c:pt>
                <c:pt idx="583">
                  <c:v>2023-07-13</c:v>
                </c:pt>
                <c:pt idx="584">
                  <c:v>2023-07-14</c:v>
                </c:pt>
                <c:pt idx="585">
                  <c:v>2023-07-17</c:v>
                </c:pt>
                <c:pt idx="586">
                  <c:v>2023-07-18</c:v>
                </c:pt>
                <c:pt idx="587">
                  <c:v>2023-07-19</c:v>
                </c:pt>
                <c:pt idx="588">
                  <c:v>2023-07-20</c:v>
                </c:pt>
                <c:pt idx="589">
                  <c:v>2023-07-21</c:v>
                </c:pt>
                <c:pt idx="590">
                  <c:v>2023-07-24</c:v>
                </c:pt>
                <c:pt idx="591">
                  <c:v>2023-07-25</c:v>
                </c:pt>
                <c:pt idx="592">
                  <c:v>2023-07-26</c:v>
                </c:pt>
                <c:pt idx="593">
                  <c:v>2023-07-27</c:v>
                </c:pt>
                <c:pt idx="594">
                  <c:v>2023-07-28</c:v>
                </c:pt>
                <c:pt idx="595">
                  <c:v>2023-07-31</c:v>
                </c:pt>
                <c:pt idx="596">
                  <c:v>2023-08-01</c:v>
                </c:pt>
                <c:pt idx="597">
                  <c:v>2023-08-02</c:v>
                </c:pt>
                <c:pt idx="598">
                  <c:v>2023-08-03</c:v>
                </c:pt>
                <c:pt idx="599">
                  <c:v>2023-08-04</c:v>
                </c:pt>
                <c:pt idx="600">
                  <c:v>2023-08-07</c:v>
                </c:pt>
                <c:pt idx="601">
                  <c:v>2023-08-08</c:v>
                </c:pt>
                <c:pt idx="602">
                  <c:v>2023-08-09</c:v>
                </c:pt>
                <c:pt idx="603">
                  <c:v>2023-08-10</c:v>
                </c:pt>
                <c:pt idx="604">
                  <c:v>2023-08-11</c:v>
                </c:pt>
                <c:pt idx="605">
                  <c:v>2023-08-14</c:v>
                </c:pt>
                <c:pt idx="606">
                  <c:v>2023-08-16</c:v>
                </c:pt>
                <c:pt idx="607">
                  <c:v>2023-08-17</c:v>
                </c:pt>
                <c:pt idx="608">
                  <c:v>2023-08-18</c:v>
                </c:pt>
                <c:pt idx="609">
                  <c:v>2023-08-21</c:v>
                </c:pt>
                <c:pt idx="610">
                  <c:v>2023-08-22</c:v>
                </c:pt>
                <c:pt idx="611">
                  <c:v>2023-08-23</c:v>
                </c:pt>
                <c:pt idx="612">
                  <c:v>2023-08-24</c:v>
                </c:pt>
                <c:pt idx="613">
                  <c:v>2023-08-25</c:v>
                </c:pt>
                <c:pt idx="614">
                  <c:v>2023-08-28</c:v>
                </c:pt>
                <c:pt idx="615">
                  <c:v>2023-08-29</c:v>
                </c:pt>
                <c:pt idx="616">
                  <c:v>2023-08-30</c:v>
                </c:pt>
                <c:pt idx="617">
                  <c:v>2023-08-31</c:v>
                </c:pt>
                <c:pt idx="618">
                  <c:v>2023-09-01</c:v>
                </c:pt>
                <c:pt idx="619">
                  <c:v>2023-09-04</c:v>
                </c:pt>
                <c:pt idx="620">
                  <c:v>2023-09-05</c:v>
                </c:pt>
                <c:pt idx="621">
                  <c:v>2023-09-06</c:v>
                </c:pt>
                <c:pt idx="622">
                  <c:v>2023-09-07</c:v>
                </c:pt>
                <c:pt idx="623">
                  <c:v>2023-09-08</c:v>
                </c:pt>
                <c:pt idx="624">
                  <c:v>2023-09-11</c:v>
                </c:pt>
                <c:pt idx="625">
                  <c:v>2023-09-12</c:v>
                </c:pt>
                <c:pt idx="626">
                  <c:v>2023-09-13</c:v>
                </c:pt>
                <c:pt idx="627">
                  <c:v>2023-09-14</c:v>
                </c:pt>
                <c:pt idx="628">
                  <c:v>2023-09-15</c:v>
                </c:pt>
                <c:pt idx="629">
                  <c:v>2023-09-18</c:v>
                </c:pt>
                <c:pt idx="630">
                  <c:v>2023-09-19</c:v>
                </c:pt>
                <c:pt idx="631">
                  <c:v>2023-09-20</c:v>
                </c:pt>
                <c:pt idx="632">
                  <c:v>2023-09-21</c:v>
                </c:pt>
                <c:pt idx="633">
                  <c:v>2023-09-22</c:v>
                </c:pt>
                <c:pt idx="634">
                  <c:v>2023-09-25</c:v>
                </c:pt>
                <c:pt idx="635">
                  <c:v>2023-09-26</c:v>
                </c:pt>
                <c:pt idx="636">
                  <c:v>2023-09-27</c:v>
                </c:pt>
                <c:pt idx="637">
                  <c:v>2023-10-04</c:v>
                </c:pt>
                <c:pt idx="638">
                  <c:v>2023-10-05</c:v>
                </c:pt>
                <c:pt idx="639">
                  <c:v>2023-10-06</c:v>
                </c:pt>
                <c:pt idx="640">
                  <c:v>2023-10-10</c:v>
                </c:pt>
                <c:pt idx="641">
                  <c:v>2023-10-11</c:v>
                </c:pt>
                <c:pt idx="642">
                  <c:v>2023-10-12</c:v>
                </c:pt>
                <c:pt idx="643">
                  <c:v>2023-10-13</c:v>
                </c:pt>
                <c:pt idx="644">
                  <c:v>2023-10-16</c:v>
                </c:pt>
                <c:pt idx="645">
                  <c:v>2023-10-17</c:v>
                </c:pt>
                <c:pt idx="646">
                  <c:v>2023-10-18</c:v>
                </c:pt>
                <c:pt idx="647">
                  <c:v>2023-10-19</c:v>
                </c:pt>
                <c:pt idx="648">
                  <c:v>2023-10-20</c:v>
                </c:pt>
                <c:pt idx="649">
                  <c:v>2023-10-23</c:v>
                </c:pt>
                <c:pt idx="650">
                  <c:v>2023-10-24</c:v>
                </c:pt>
                <c:pt idx="651">
                  <c:v>2023-10-25</c:v>
                </c:pt>
                <c:pt idx="652">
                  <c:v>2023-10-26</c:v>
                </c:pt>
                <c:pt idx="653">
                  <c:v>2023-10-27</c:v>
                </c:pt>
                <c:pt idx="654">
                  <c:v>2023-10-30</c:v>
                </c:pt>
                <c:pt idx="655">
                  <c:v>2023-10-31</c:v>
                </c:pt>
                <c:pt idx="656">
                  <c:v>2023-11-01</c:v>
                </c:pt>
                <c:pt idx="657">
                  <c:v>2023-11-02</c:v>
                </c:pt>
                <c:pt idx="658">
                  <c:v>2023-11-03</c:v>
                </c:pt>
                <c:pt idx="659">
                  <c:v>2023-11-06</c:v>
                </c:pt>
                <c:pt idx="660">
                  <c:v>2023-11-07</c:v>
                </c:pt>
                <c:pt idx="661">
                  <c:v>2023-11-08</c:v>
                </c:pt>
                <c:pt idx="662">
                  <c:v>2023-11-09</c:v>
                </c:pt>
                <c:pt idx="663">
                  <c:v>2023-11-10</c:v>
                </c:pt>
                <c:pt idx="664">
                  <c:v>2023-11-13</c:v>
                </c:pt>
                <c:pt idx="665">
                  <c:v>2023-11-14</c:v>
                </c:pt>
                <c:pt idx="666">
                  <c:v>2023-11-15</c:v>
                </c:pt>
                <c:pt idx="667">
                  <c:v>2023-11-16</c:v>
                </c:pt>
                <c:pt idx="668">
                  <c:v>2023-11-17</c:v>
                </c:pt>
                <c:pt idx="669">
                  <c:v>2023-11-20</c:v>
                </c:pt>
                <c:pt idx="670">
                  <c:v>2023-11-21</c:v>
                </c:pt>
                <c:pt idx="671">
                  <c:v>2023-11-22</c:v>
                </c:pt>
                <c:pt idx="672">
                  <c:v>2023-11-23</c:v>
                </c:pt>
                <c:pt idx="673">
                  <c:v>2023-11-24</c:v>
                </c:pt>
                <c:pt idx="674">
                  <c:v>2023-11-27</c:v>
                </c:pt>
                <c:pt idx="675">
                  <c:v>2023-11-28</c:v>
                </c:pt>
                <c:pt idx="676">
                  <c:v>2023-11-29</c:v>
                </c:pt>
                <c:pt idx="677">
                  <c:v>2023-11-30</c:v>
                </c:pt>
                <c:pt idx="678">
                  <c:v>2023-12-01</c:v>
                </c:pt>
                <c:pt idx="679">
                  <c:v>2023-12-04</c:v>
                </c:pt>
                <c:pt idx="680">
                  <c:v>2023-12-05</c:v>
                </c:pt>
                <c:pt idx="681">
                  <c:v>2023-12-06</c:v>
                </c:pt>
                <c:pt idx="682">
                  <c:v>2023-12-07</c:v>
                </c:pt>
                <c:pt idx="683">
                  <c:v>2023-12-08</c:v>
                </c:pt>
                <c:pt idx="684">
                  <c:v>2023-12-11</c:v>
                </c:pt>
                <c:pt idx="685">
                  <c:v>2023-12-12</c:v>
                </c:pt>
                <c:pt idx="686">
                  <c:v>2023-12-13</c:v>
                </c:pt>
                <c:pt idx="687">
                  <c:v>2023-12-14</c:v>
                </c:pt>
                <c:pt idx="688">
                  <c:v>2023-12-15</c:v>
                </c:pt>
                <c:pt idx="689">
                  <c:v>2023-12-18</c:v>
                </c:pt>
                <c:pt idx="690">
                  <c:v>2023-12-19</c:v>
                </c:pt>
                <c:pt idx="691">
                  <c:v>2023-12-20</c:v>
                </c:pt>
                <c:pt idx="692">
                  <c:v>2023-12-21</c:v>
                </c:pt>
                <c:pt idx="693">
                  <c:v>2023-12-22</c:v>
                </c:pt>
                <c:pt idx="694">
                  <c:v>2023-12-26</c:v>
                </c:pt>
                <c:pt idx="695">
                  <c:v>2023-12-27</c:v>
                </c:pt>
                <c:pt idx="696">
                  <c:v>2023-12-28</c:v>
                </c:pt>
                <c:pt idx="697">
                  <c:v>2023-12-29</c:v>
                </c:pt>
                <c:pt idx="698">
                  <c:v>2024-01-02</c:v>
                </c:pt>
                <c:pt idx="699">
                  <c:v>2024-01-03</c:v>
                </c:pt>
                <c:pt idx="700">
                  <c:v>2024-01-04</c:v>
                </c:pt>
                <c:pt idx="701">
                  <c:v>2024-01-05</c:v>
                </c:pt>
                <c:pt idx="702">
                  <c:v>2024-01-08</c:v>
                </c:pt>
                <c:pt idx="703">
                  <c:v>2024-01-09</c:v>
                </c:pt>
                <c:pt idx="704">
                  <c:v>2024-01-10</c:v>
                </c:pt>
                <c:pt idx="705">
                  <c:v>2024-01-11</c:v>
                </c:pt>
                <c:pt idx="706">
                  <c:v>2024-01-12</c:v>
                </c:pt>
                <c:pt idx="707">
                  <c:v>2024-01-15</c:v>
                </c:pt>
                <c:pt idx="708">
                  <c:v>2024-01-16</c:v>
                </c:pt>
                <c:pt idx="709">
                  <c:v>2024-01-17</c:v>
                </c:pt>
                <c:pt idx="710">
                  <c:v>2024-01-18</c:v>
                </c:pt>
                <c:pt idx="711">
                  <c:v>2024-01-19</c:v>
                </c:pt>
                <c:pt idx="712">
                  <c:v>2024-01-22</c:v>
                </c:pt>
                <c:pt idx="713">
                  <c:v>2024-01-23</c:v>
                </c:pt>
                <c:pt idx="714">
                  <c:v>2024-01-24</c:v>
                </c:pt>
                <c:pt idx="715">
                  <c:v>2024-01-25</c:v>
                </c:pt>
                <c:pt idx="716">
                  <c:v>2024-01-26</c:v>
                </c:pt>
                <c:pt idx="717">
                  <c:v>2024-01-29</c:v>
                </c:pt>
                <c:pt idx="718">
                  <c:v>2024-01-30</c:v>
                </c:pt>
                <c:pt idx="719">
                  <c:v>2024-01-31</c:v>
                </c:pt>
                <c:pt idx="720">
                  <c:v>2024-02-01</c:v>
                </c:pt>
                <c:pt idx="721">
                  <c:v>2024-02-02</c:v>
                </c:pt>
                <c:pt idx="722">
                  <c:v>2024-02-05</c:v>
                </c:pt>
                <c:pt idx="723">
                  <c:v>2024-02-06</c:v>
                </c:pt>
                <c:pt idx="724">
                  <c:v>2024-02-07</c:v>
                </c:pt>
                <c:pt idx="725">
                  <c:v>2024-02-08</c:v>
                </c:pt>
                <c:pt idx="726">
                  <c:v>2024-02-13</c:v>
                </c:pt>
                <c:pt idx="727">
                  <c:v>2024-02-14</c:v>
                </c:pt>
                <c:pt idx="728">
                  <c:v>2024-02-15</c:v>
                </c:pt>
                <c:pt idx="729">
                  <c:v>2024-02-16</c:v>
                </c:pt>
                <c:pt idx="730">
                  <c:v>2024-02-19</c:v>
                </c:pt>
                <c:pt idx="731">
                  <c:v>2024-02-20</c:v>
                </c:pt>
                <c:pt idx="732">
                  <c:v>2024-02-21</c:v>
                </c:pt>
                <c:pt idx="733">
                  <c:v>2024-02-22</c:v>
                </c:pt>
                <c:pt idx="734">
                  <c:v>2024-02-23</c:v>
                </c:pt>
                <c:pt idx="735">
                  <c:v>2024-02-26</c:v>
                </c:pt>
                <c:pt idx="736">
                  <c:v>2024-02-27</c:v>
                </c:pt>
                <c:pt idx="737">
                  <c:v>2024-02-28</c:v>
                </c:pt>
                <c:pt idx="738">
                  <c:v>2024-02-29</c:v>
                </c:pt>
                <c:pt idx="739">
                  <c:v>2024-03-04</c:v>
                </c:pt>
                <c:pt idx="740">
                  <c:v>2024-03-05</c:v>
                </c:pt>
                <c:pt idx="741">
                  <c:v>2024-03-06</c:v>
                </c:pt>
                <c:pt idx="742">
                  <c:v>2024-03-07</c:v>
                </c:pt>
                <c:pt idx="743">
                  <c:v>2024-03-08</c:v>
                </c:pt>
                <c:pt idx="744">
                  <c:v>2024-03-11</c:v>
                </c:pt>
                <c:pt idx="745">
                  <c:v>2024-03-12</c:v>
                </c:pt>
                <c:pt idx="746">
                  <c:v>2024-03-13</c:v>
                </c:pt>
                <c:pt idx="747">
                  <c:v>2024-03-14</c:v>
                </c:pt>
                <c:pt idx="748">
                  <c:v>2024-03-15</c:v>
                </c:pt>
                <c:pt idx="749">
                  <c:v>2024-03-18</c:v>
                </c:pt>
                <c:pt idx="750">
                  <c:v>2024-03-19</c:v>
                </c:pt>
                <c:pt idx="751">
                  <c:v>2024-03-20</c:v>
                </c:pt>
                <c:pt idx="752">
                  <c:v>2024-03-21</c:v>
                </c:pt>
                <c:pt idx="753">
                  <c:v>2024-03-22</c:v>
                </c:pt>
                <c:pt idx="754">
                  <c:v>2024-03-25</c:v>
                </c:pt>
                <c:pt idx="755">
                  <c:v>2024-03-26</c:v>
                </c:pt>
                <c:pt idx="756">
                  <c:v>2024-03-27</c:v>
                </c:pt>
                <c:pt idx="757">
                  <c:v>2024-03-28</c:v>
                </c:pt>
                <c:pt idx="758">
                  <c:v>2024-03-29</c:v>
                </c:pt>
                <c:pt idx="759">
                  <c:v>2024-04-01</c:v>
                </c:pt>
                <c:pt idx="760">
                  <c:v>2024-04-02</c:v>
                </c:pt>
                <c:pt idx="761">
                  <c:v>2024-04-03</c:v>
                </c:pt>
                <c:pt idx="762">
                  <c:v>2024-04-04</c:v>
                </c:pt>
                <c:pt idx="763">
                  <c:v>2024-04-05</c:v>
                </c:pt>
                <c:pt idx="764">
                  <c:v>2024-04-08</c:v>
                </c:pt>
                <c:pt idx="765">
                  <c:v>2024-04-09</c:v>
                </c:pt>
                <c:pt idx="766">
                  <c:v>2024-04-11</c:v>
                </c:pt>
                <c:pt idx="767">
                  <c:v>2024-04-12</c:v>
                </c:pt>
                <c:pt idx="768">
                  <c:v>2024-04-15</c:v>
                </c:pt>
                <c:pt idx="769">
                  <c:v>2024-04-16</c:v>
                </c:pt>
                <c:pt idx="770">
                  <c:v>2024-04-17</c:v>
                </c:pt>
                <c:pt idx="771">
                  <c:v>2024-04-18</c:v>
                </c:pt>
                <c:pt idx="772">
                  <c:v>2024-04-19</c:v>
                </c:pt>
                <c:pt idx="773">
                  <c:v>2024-04-22</c:v>
                </c:pt>
                <c:pt idx="774">
                  <c:v>2024-04-23</c:v>
                </c:pt>
                <c:pt idx="775">
                  <c:v>2024-04-24</c:v>
                </c:pt>
                <c:pt idx="776">
                  <c:v>2024-04-25</c:v>
                </c:pt>
                <c:pt idx="777">
                  <c:v>2024-04-26</c:v>
                </c:pt>
                <c:pt idx="778">
                  <c:v>2024-04-29</c:v>
                </c:pt>
                <c:pt idx="779">
                  <c:v>2024-04-30</c:v>
                </c:pt>
                <c:pt idx="780">
                  <c:v>2024-05-02</c:v>
                </c:pt>
                <c:pt idx="781">
                  <c:v>2024-05-03</c:v>
                </c:pt>
                <c:pt idx="782">
                  <c:v>2024-05-07</c:v>
                </c:pt>
                <c:pt idx="783">
                  <c:v>2024-05-08</c:v>
                </c:pt>
                <c:pt idx="784">
                  <c:v>2024-05-09</c:v>
                </c:pt>
                <c:pt idx="785">
                  <c:v>2024-05-10</c:v>
                </c:pt>
                <c:pt idx="786">
                  <c:v>2024-05-13</c:v>
                </c:pt>
                <c:pt idx="787">
                  <c:v>2024-05-14</c:v>
                </c:pt>
                <c:pt idx="788">
                  <c:v>2024-05-16</c:v>
                </c:pt>
                <c:pt idx="789">
                  <c:v>2024-05-17</c:v>
                </c:pt>
                <c:pt idx="790">
                  <c:v>2024-05-20</c:v>
                </c:pt>
                <c:pt idx="791">
                  <c:v>2024-05-21</c:v>
                </c:pt>
                <c:pt idx="792">
                  <c:v>2024-05-22</c:v>
                </c:pt>
                <c:pt idx="793">
                  <c:v>2024-05-23</c:v>
                </c:pt>
                <c:pt idx="794">
                  <c:v>2024-05-24</c:v>
                </c:pt>
                <c:pt idx="795">
                  <c:v>2024-05-27</c:v>
                </c:pt>
                <c:pt idx="796">
                  <c:v>2024-05-28</c:v>
                </c:pt>
                <c:pt idx="797">
                  <c:v>2024-05-29</c:v>
                </c:pt>
                <c:pt idx="798">
                  <c:v>2024-05-30</c:v>
                </c:pt>
                <c:pt idx="799">
                  <c:v>2024-05-31</c:v>
                </c:pt>
                <c:pt idx="800">
                  <c:v>2024-06-03</c:v>
                </c:pt>
                <c:pt idx="801">
                  <c:v>2024-06-04</c:v>
                </c:pt>
                <c:pt idx="802">
                  <c:v>2024-06-05</c:v>
                </c:pt>
                <c:pt idx="803">
                  <c:v>2024-06-07</c:v>
                </c:pt>
                <c:pt idx="804">
                  <c:v>2024-06-10</c:v>
                </c:pt>
                <c:pt idx="805">
                  <c:v>2024-06-11</c:v>
                </c:pt>
                <c:pt idx="806">
                  <c:v>2024-06-12</c:v>
                </c:pt>
                <c:pt idx="807">
                  <c:v>2024-06-13</c:v>
                </c:pt>
                <c:pt idx="808">
                  <c:v>2024-06-14</c:v>
                </c:pt>
                <c:pt idx="809">
                  <c:v>2024-06-17</c:v>
                </c:pt>
                <c:pt idx="810">
                  <c:v>2024-06-18</c:v>
                </c:pt>
                <c:pt idx="811">
                  <c:v>2024-06-19</c:v>
                </c:pt>
                <c:pt idx="812">
                  <c:v>2024-06-20</c:v>
                </c:pt>
                <c:pt idx="813">
                  <c:v>2024-06-21</c:v>
                </c:pt>
                <c:pt idx="814">
                  <c:v>2024-06-24</c:v>
                </c:pt>
                <c:pt idx="815">
                  <c:v>2024-06-25</c:v>
                </c:pt>
                <c:pt idx="816">
                  <c:v>2024-06-26</c:v>
                </c:pt>
                <c:pt idx="817">
                  <c:v>2024-06-27</c:v>
                </c:pt>
                <c:pt idx="818">
                  <c:v>2024-06-28</c:v>
                </c:pt>
                <c:pt idx="819">
                  <c:v>2024-07-01</c:v>
                </c:pt>
                <c:pt idx="820">
                  <c:v>2024-07-02</c:v>
                </c:pt>
                <c:pt idx="821">
                  <c:v>2024-07-03</c:v>
                </c:pt>
                <c:pt idx="822">
                  <c:v>2024-07-04</c:v>
                </c:pt>
                <c:pt idx="823">
                  <c:v>2024-07-05</c:v>
                </c:pt>
                <c:pt idx="824">
                  <c:v>2024-07-08</c:v>
                </c:pt>
                <c:pt idx="825">
                  <c:v>2024-07-09</c:v>
                </c:pt>
                <c:pt idx="826">
                  <c:v>2024-07-10</c:v>
                </c:pt>
                <c:pt idx="827">
                  <c:v>2024-07-11</c:v>
                </c:pt>
                <c:pt idx="828">
                  <c:v>2024-07-12</c:v>
                </c:pt>
                <c:pt idx="829">
                  <c:v>2024-07-15</c:v>
                </c:pt>
                <c:pt idx="830">
                  <c:v>2024-07-16</c:v>
                </c:pt>
                <c:pt idx="831">
                  <c:v>2024-07-17</c:v>
                </c:pt>
                <c:pt idx="832">
                  <c:v>2024-07-18</c:v>
                </c:pt>
                <c:pt idx="833">
                  <c:v>2024-07-19</c:v>
                </c:pt>
                <c:pt idx="834">
                  <c:v>2024-07-22</c:v>
                </c:pt>
                <c:pt idx="835">
                  <c:v>2024-07-23</c:v>
                </c:pt>
                <c:pt idx="836">
                  <c:v>2024-07-24</c:v>
                </c:pt>
                <c:pt idx="837">
                  <c:v>2024-07-25</c:v>
                </c:pt>
                <c:pt idx="838">
                  <c:v>2024-07-26</c:v>
                </c:pt>
                <c:pt idx="839">
                  <c:v>2024-07-29</c:v>
                </c:pt>
                <c:pt idx="840">
                  <c:v>2024-07-30</c:v>
                </c:pt>
                <c:pt idx="841">
                  <c:v>2024-07-31</c:v>
                </c:pt>
                <c:pt idx="842">
                  <c:v>2024-08-01</c:v>
                </c:pt>
                <c:pt idx="843">
                  <c:v>2024-08-02</c:v>
                </c:pt>
                <c:pt idx="844">
                  <c:v>2024-08-05</c:v>
                </c:pt>
                <c:pt idx="845">
                  <c:v>2024-08-06</c:v>
                </c:pt>
                <c:pt idx="846">
                  <c:v>2024-08-07</c:v>
                </c:pt>
                <c:pt idx="847">
                  <c:v>2024-08-08</c:v>
                </c:pt>
                <c:pt idx="848">
                  <c:v>2024-08-09</c:v>
                </c:pt>
                <c:pt idx="849">
                  <c:v>2024-08-12</c:v>
                </c:pt>
                <c:pt idx="850">
                  <c:v>2024-08-13</c:v>
                </c:pt>
                <c:pt idx="851">
                  <c:v>2024-08-14</c:v>
                </c:pt>
                <c:pt idx="852">
                  <c:v>2024-08-16</c:v>
                </c:pt>
                <c:pt idx="853">
                  <c:v>2024-08-19</c:v>
                </c:pt>
                <c:pt idx="854">
                  <c:v>2024-08-20</c:v>
                </c:pt>
                <c:pt idx="855">
                  <c:v>2024-08-21</c:v>
                </c:pt>
                <c:pt idx="856">
                  <c:v>2024-08-22</c:v>
                </c:pt>
                <c:pt idx="857">
                  <c:v>2024-08-23</c:v>
                </c:pt>
                <c:pt idx="858">
                  <c:v>2024-08-26</c:v>
                </c:pt>
                <c:pt idx="859">
                  <c:v>2024-08-27</c:v>
                </c:pt>
                <c:pt idx="860">
                  <c:v>2024-08-28</c:v>
                </c:pt>
                <c:pt idx="861">
                  <c:v>2024-08-29</c:v>
                </c:pt>
                <c:pt idx="862">
                  <c:v>2024-08-30</c:v>
                </c:pt>
                <c:pt idx="863">
                  <c:v>2024-09-02</c:v>
                </c:pt>
                <c:pt idx="864">
                  <c:v>2024-09-03</c:v>
                </c:pt>
                <c:pt idx="865">
                  <c:v>2024-09-04</c:v>
                </c:pt>
                <c:pt idx="866">
                  <c:v>2024-09-05</c:v>
                </c:pt>
                <c:pt idx="867">
                  <c:v>2024-09-06</c:v>
                </c:pt>
                <c:pt idx="868">
                  <c:v>2024-09-09</c:v>
                </c:pt>
                <c:pt idx="869">
                  <c:v>2024-09-10</c:v>
                </c:pt>
                <c:pt idx="870">
                  <c:v>2024-09-11</c:v>
                </c:pt>
                <c:pt idx="871">
                  <c:v>2024-09-12</c:v>
                </c:pt>
                <c:pt idx="872">
                  <c:v>2024-09-13</c:v>
                </c:pt>
                <c:pt idx="873">
                  <c:v>2024-09-19</c:v>
                </c:pt>
                <c:pt idx="874">
                  <c:v>2024-09-20</c:v>
                </c:pt>
                <c:pt idx="875">
                  <c:v>2024-09-23</c:v>
                </c:pt>
                <c:pt idx="876">
                  <c:v>2024-09-24</c:v>
                </c:pt>
                <c:pt idx="877">
                  <c:v>2024-09-25</c:v>
                </c:pt>
                <c:pt idx="878">
                  <c:v>2024-09-26</c:v>
                </c:pt>
                <c:pt idx="879">
                  <c:v>2024-09-27</c:v>
                </c:pt>
                <c:pt idx="880">
                  <c:v>2024-09-30</c:v>
                </c:pt>
                <c:pt idx="881">
                  <c:v>2024-10-02</c:v>
                </c:pt>
                <c:pt idx="882">
                  <c:v>2024-10-04</c:v>
                </c:pt>
                <c:pt idx="883">
                  <c:v>2024-10-07</c:v>
                </c:pt>
                <c:pt idx="884">
                  <c:v>2024-10-08</c:v>
                </c:pt>
                <c:pt idx="885">
                  <c:v>2024-10-10</c:v>
                </c:pt>
                <c:pt idx="886">
                  <c:v>2024-10-11</c:v>
                </c:pt>
                <c:pt idx="887">
                  <c:v>2024-10-14</c:v>
                </c:pt>
                <c:pt idx="888">
                  <c:v>2024-10-15</c:v>
                </c:pt>
                <c:pt idx="889">
                  <c:v>2024-10-16</c:v>
                </c:pt>
                <c:pt idx="890">
                  <c:v>2024-10-17</c:v>
                </c:pt>
                <c:pt idx="891">
                  <c:v>2024-10-18</c:v>
                </c:pt>
                <c:pt idx="892">
                  <c:v>2024-10-21</c:v>
                </c:pt>
                <c:pt idx="893">
                  <c:v>2024-10-22</c:v>
                </c:pt>
                <c:pt idx="894">
                  <c:v>2024-10-23</c:v>
                </c:pt>
                <c:pt idx="895">
                  <c:v>2024-10-24</c:v>
                </c:pt>
                <c:pt idx="896">
                  <c:v>2024-10-25</c:v>
                </c:pt>
                <c:pt idx="897">
                  <c:v>2024-10-28</c:v>
                </c:pt>
                <c:pt idx="898">
                  <c:v>2024-10-29</c:v>
                </c:pt>
                <c:pt idx="899">
                  <c:v>2024-10-30</c:v>
                </c:pt>
                <c:pt idx="900">
                  <c:v>2024-10-31</c:v>
                </c:pt>
                <c:pt idx="901">
                  <c:v>2024-11-01</c:v>
                </c:pt>
                <c:pt idx="902">
                  <c:v>2024-11-04</c:v>
                </c:pt>
                <c:pt idx="903">
                  <c:v>2024-11-05</c:v>
                </c:pt>
                <c:pt idx="904">
                  <c:v>2024-11-06</c:v>
                </c:pt>
                <c:pt idx="905">
                  <c:v>2024-11-07</c:v>
                </c:pt>
                <c:pt idx="906">
                  <c:v>2024-11-08</c:v>
                </c:pt>
                <c:pt idx="907">
                  <c:v>2024-11-11</c:v>
                </c:pt>
                <c:pt idx="908">
                  <c:v>2024-11-12</c:v>
                </c:pt>
                <c:pt idx="909">
                  <c:v>2024-11-13</c:v>
                </c:pt>
                <c:pt idx="910">
                  <c:v>2024-11-14</c:v>
                </c:pt>
                <c:pt idx="911">
                  <c:v>2024-11-15</c:v>
                </c:pt>
                <c:pt idx="912">
                  <c:v>2024-11-18</c:v>
                </c:pt>
                <c:pt idx="913">
                  <c:v>2024-11-19</c:v>
                </c:pt>
                <c:pt idx="914">
                  <c:v>2024-11-20</c:v>
                </c:pt>
                <c:pt idx="915">
                  <c:v>2024-11-21</c:v>
                </c:pt>
                <c:pt idx="916">
                  <c:v>2024-11-22</c:v>
                </c:pt>
                <c:pt idx="917">
                  <c:v>2024-11-25</c:v>
                </c:pt>
                <c:pt idx="918">
                  <c:v>2024-11-26</c:v>
                </c:pt>
                <c:pt idx="919">
                  <c:v>2024-11-27</c:v>
                </c:pt>
                <c:pt idx="920">
                  <c:v>2024-11-28</c:v>
                </c:pt>
                <c:pt idx="921">
                  <c:v>2024-11-29</c:v>
                </c:pt>
                <c:pt idx="922">
                  <c:v>2024-12-02</c:v>
                </c:pt>
                <c:pt idx="923">
                  <c:v>2024-12-03</c:v>
                </c:pt>
                <c:pt idx="924">
                  <c:v>2024-12-04</c:v>
                </c:pt>
                <c:pt idx="925">
                  <c:v>2024-12-05</c:v>
                </c:pt>
                <c:pt idx="926">
                  <c:v>2024-12-06</c:v>
                </c:pt>
                <c:pt idx="927">
                  <c:v>2024-12-09</c:v>
                </c:pt>
                <c:pt idx="928">
                  <c:v>2024-12-10</c:v>
                </c:pt>
                <c:pt idx="929">
                  <c:v>2024-12-11</c:v>
                </c:pt>
                <c:pt idx="930">
                  <c:v>2024-12-12</c:v>
                </c:pt>
                <c:pt idx="931">
                  <c:v>2024-12-13</c:v>
                </c:pt>
                <c:pt idx="932">
                  <c:v>2024-12-16</c:v>
                </c:pt>
                <c:pt idx="933">
                  <c:v>2024-12-17</c:v>
                </c:pt>
                <c:pt idx="934">
                  <c:v>2024-12-18</c:v>
                </c:pt>
                <c:pt idx="935">
                  <c:v>2024-12-19</c:v>
                </c:pt>
                <c:pt idx="936">
                  <c:v>2024-12-20</c:v>
                </c:pt>
                <c:pt idx="937">
                  <c:v>2024-12-23</c:v>
                </c:pt>
                <c:pt idx="938">
                  <c:v>2024-12-24</c:v>
                </c:pt>
                <c:pt idx="939">
                  <c:v>2024-12-26</c:v>
                </c:pt>
                <c:pt idx="940">
                  <c:v>2024-12-27</c:v>
                </c:pt>
                <c:pt idx="941">
                  <c:v>2024-12-30</c:v>
                </c:pt>
                <c:pt idx="942">
                  <c:v>2024-12-31</c:v>
                </c:pt>
                <c:pt idx="943">
                  <c:v>2025-01-02</c:v>
                </c:pt>
                <c:pt idx="944">
                  <c:v>2025-01-03</c:v>
                </c:pt>
                <c:pt idx="945">
                  <c:v>2025-01-06</c:v>
                </c:pt>
                <c:pt idx="946">
                  <c:v>2025-01-07</c:v>
                </c:pt>
                <c:pt idx="947">
                  <c:v>2025-01-08</c:v>
                </c:pt>
                <c:pt idx="948">
                  <c:v>2025-01-09</c:v>
                </c:pt>
                <c:pt idx="949">
                  <c:v>2025-01-10</c:v>
                </c:pt>
                <c:pt idx="950">
                  <c:v>2025-01-13</c:v>
                </c:pt>
                <c:pt idx="951">
                  <c:v>2025-01-14</c:v>
                </c:pt>
                <c:pt idx="952">
                  <c:v>2025-01-15</c:v>
                </c:pt>
                <c:pt idx="953">
                  <c:v>2025-01-16</c:v>
                </c:pt>
                <c:pt idx="954">
                  <c:v>2025-01-17</c:v>
                </c:pt>
                <c:pt idx="955">
                  <c:v>2025-01-20</c:v>
                </c:pt>
                <c:pt idx="956">
                  <c:v>2025-01-21</c:v>
                </c:pt>
                <c:pt idx="957">
                  <c:v>2025-01-22</c:v>
                </c:pt>
                <c:pt idx="958">
                  <c:v>2025-01-23</c:v>
                </c:pt>
                <c:pt idx="959">
                  <c:v>2025-01-24</c:v>
                </c:pt>
                <c:pt idx="960">
                  <c:v>2025-01-31</c:v>
                </c:pt>
                <c:pt idx="961">
                  <c:v>2025-02-03</c:v>
                </c:pt>
                <c:pt idx="962">
                  <c:v>2025-02-04</c:v>
                </c:pt>
                <c:pt idx="963">
                  <c:v>2025-02-05</c:v>
                </c:pt>
                <c:pt idx="964">
                  <c:v>2025-02-06</c:v>
                </c:pt>
                <c:pt idx="965">
                  <c:v>2025-02-07</c:v>
                </c:pt>
                <c:pt idx="966">
                  <c:v>2025-02-10</c:v>
                </c:pt>
                <c:pt idx="967">
                  <c:v>2025-02-11</c:v>
                </c:pt>
                <c:pt idx="968">
                  <c:v>2025-02-12</c:v>
                </c:pt>
                <c:pt idx="969">
                  <c:v>2025-02-13</c:v>
                </c:pt>
                <c:pt idx="970">
                  <c:v>2025-02-14</c:v>
                </c:pt>
                <c:pt idx="971">
                  <c:v>2025-02-17</c:v>
                </c:pt>
                <c:pt idx="972">
                  <c:v>2025-02-18</c:v>
                </c:pt>
                <c:pt idx="973">
                  <c:v>2025-02-19</c:v>
                </c:pt>
                <c:pt idx="974">
                  <c:v>2025-02-20</c:v>
                </c:pt>
                <c:pt idx="975">
                  <c:v>2025-02-21</c:v>
                </c:pt>
                <c:pt idx="976">
                  <c:v>2025-02-24</c:v>
                </c:pt>
                <c:pt idx="977">
                  <c:v>2025-02-25</c:v>
                </c:pt>
                <c:pt idx="978">
                  <c:v>2025-02-26</c:v>
                </c:pt>
                <c:pt idx="979">
                  <c:v>2025-02-27</c:v>
                </c:pt>
                <c:pt idx="980">
                  <c:v>2025-02-28</c:v>
                </c:pt>
                <c:pt idx="981">
                  <c:v>2025-03-04</c:v>
                </c:pt>
                <c:pt idx="982">
                  <c:v>2025-03-05</c:v>
                </c:pt>
                <c:pt idx="983">
                  <c:v>2025-03-06</c:v>
                </c:pt>
                <c:pt idx="984">
                  <c:v>2025-03-07</c:v>
                </c:pt>
                <c:pt idx="985">
                  <c:v>2025-03-10</c:v>
                </c:pt>
                <c:pt idx="986">
                  <c:v>2025-03-11</c:v>
                </c:pt>
                <c:pt idx="987">
                  <c:v>2025-03-12</c:v>
                </c:pt>
                <c:pt idx="988">
                  <c:v>2025-03-13</c:v>
                </c:pt>
                <c:pt idx="989">
                  <c:v>2025-03-14</c:v>
                </c:pt>
                <c:pt idx="990">
                  <c:v>2025-03-17</c:v>
                </c:pt>
                <c:pt idx="991">
                  <c:v>2025-03-18</c:v>
                </c:pt>
                <c:pt idx="992">
                  <c:v>2025-03-19</c:v>
                </c:pt>
                <c:pt idx="993">
                  <c:v>2025-03-20</c:v>
                </c:pt>
                <c:pt idx="994">
                  <c:v>2025-03-21</c:v>
                </c:pt>
                <c:pt idx="995">
                  <c:v>2025-03-24</c:v>
                </c:pt>
                <c:pt idx="996">
                  <c:v>2025-03-25</c:v>
                </c:pt>
                <c:pt idx="997">
                  <c:v>2025-03-26</c:v>
                </c:pt>
                <c:pt idx="998">
                  <c:v>2025-03-27</c:v>
                </c:pt>
                <c:pt idx="999">
                  <c:v>2025-03-28</c:v>
                </c:pt>
                <c:pt idx="1000">
                  <c:v>2025-03-31</c:v>
                </c:pt>
                <c:pt idx="1001">
                  <c:v>2025-04-01</c:v>
                </c:pt>
                <c:pt idx="1002">
                  <c:v>2025-04-02</c:v>
                </c:pt>
                <c:pt idx="1003">
                  <c:v>2025-04-03</c:v>
                </c:pt>
                <c:pt idx="1004">
                  <c:v>2025-04-04</c:v>
                </c:pt>
                <c:pt idx="1005">
                  <c:v>2025-04-07</c:v>
                </c:pt>
                <c:pt idx="1006">
                  <c:v>2025-04-08</c:v>
                </c:pt>
                <c:pt idx="1007">
                  <c:v>2025-04-09</c:v>
                </c:pt>
                <c:pt idx="1008">
                  <c:v>2025-04-10</c:v>
                </c:pt>
                <c:pt idx="1009">
                  <c:v>2025-04-11</c:v>
                </c:pt>
                <c:pt idx="1010">
                  <c:v>2025-04-14</c:v>
                </c:pt>
                <c:pt idx="1011">
                  <c:v>2025-04-15</c:v>
                </c:pt>
                <c:pt idx="1012">
                  <c:v>2025-04-16</c:v>
                </c:pt>
                <c:pt idx="1013">
                  <c:v>2025-04-17</c:v>
                </c:pt>
                <c:pt idx="1014">
                  <c:v>2025-04-18</c:v>
                </c:pt>
                <c:pt idx="1015">
                  <c:v>2025-04-21</c:v>
                </c:pt>
                <c:pt idx="1016">
                  <c:v>2025-04-22</c:v>
                </c:pt>
                <c:pt idx="1017">
                  <c:v>2025-04-23</c:v>
                </c:pt>
                <c:pt idx="1018">
                  <c:v>2025-04-24</c:v>
                </c:pt>
                <c:pt idx="1019">
                  <c:v>2025-04-25</c:v>
                </c:pt>
                <c:pt idx="1020">
                  <c:v>2025-04-28</c:v>
                </c:pt>
                <c:pt idx="1021">
                  <c:v>2025-04-29</c:v>
                </c:pt>
                <c:pt idx="1022">
                  <c:v>2025-04-30</c:v>
                </c:pt>
                <c:pt idx="1023">
                  <c:v>2025-05-02</c:v>
                </c:pt>
                <c:pt idx="1024">
                  <c:v>2025-05-07</c:v>
                </c:pt>
                <c:pt idx="1025">
                  <c:v>2025-05-08</c:v>
                </c:pt>
                <c:pt idx="1026">
                  <c:v>2025-05-09</c:v>
                </c:pt>
                <c:pt idx="1027">
                  <c:v>2025-05-12</c:v>
                </c:pt>
                <c:pt idx="1028">
                  <c:v>2025-05-13</c:v>
                </c:pt>
                <c:pt idx="1029">
                  <c:v>2025-05-14</c:v>
                </c:pt>
                <c:pt idx="1030">
                  <c:v>2025-05-15</c:v>
                </c:pt>
                <c:pt idx="1031">
                  <c:v>2025-05-16</c:v>
                </c:pt>
                <c:pt idx="1032">
                  <c:v>2025-05-19</c:v>
                </c:pt>
                <c:pt idx="1033">
                  <c:v>2025-05-20</c:v>
                </c:pt>
                <c:pt idx="1034">
                  <c:v>2025-05-21</c:v>
                </c:pt>
                <c:pt idx="1035">
                  <c:v>2025-05-22</c:v>
                </c:pt>
                <c:pt idx="1036">
                  <c:v>2025-05-23</c:v>
                </c:pt>
                <c:pt idx="1037">
                  <c:v>2025-05-26</c:v>
                </c:pt>
                <c:pt idx="1038">
                  <c:v>2025-05-27</c:v>
                </c:pt>
                <c:pt idx="1039">
                  <c:v>2025-05-28</c:v>
                </c:pt>
                <c:pt idx="1040">
                  <c:v>2025-05-29</c:v>
                </c:pt>
                <c:pt idx="1041">
                  <c:v>2025-05-30</c:v>
                </c:pt>
                <c:pt idx="1042">
                  <c:v>2025-06-02</c:v>
                </c:pt>
                <c:pt idx="1043">
                  <c:v>2025-06-04</c:v>
                </c:pt>
                <c:pt idx="1044">
                  <c:v>2025-06-05</c:v>
                </c:pt>
                <c:pt idx="1045">
                  <c:v>2025-06-09</c:v>
                </c:pt>
                <c:pt idx="1046">
                  <c:v>2025-06-10</c:v>
                </c:pt>
                <c:pt idx="1047">
                  <c:v>2025-06-11</c:v>
                </c:pt>
                <c:pt idx="1048">
                  <c:v>2025-06-12</c:v>
                </c:pt>
                <c:pt idx="1049">
                  <c:v>2025-06-13</c:v>
                </c:pt>
                <c:pt idx="1050">
                  <c:v>2025-06-16</c:v>
                </c:pt>
                <c:pt idx="1051">
                  <c:v>2025-06-17</c:v>
                </c:pt>
                <c:pt idx="1052">
                  <c:v>2025-06-18</c:v>
                </c:pt>
                <c:pt idx="1053">
                  <c:v>2025-06-19</c:v>
                </c:pt>
                <c:pt idx="1054">
                  <c:v>2025-06-20</c:v>
                </c:pt>
                <c:pt idx="1055">
                  <c:v>2025-06-23</c:v>
                </c:pt>
                <c:pt idx="1056">
                  <c:v>2025-06-24</c:v>
                </c:pt>
                <c:pt idx="1057">
                  <c:v>2025-06-25</c:v>
                </c:pt>
                <c:pt idx="1058">
                  <c:v>2025-06-26</c:v>
                </c:pt>
                <c:pt idx="1059">
                  <c:v>2025-06-27</c:v>
                </c:pt>
                <c:pt idx="1060">
                  <c:v>2025-06-30</c:v>
                </c:pt>
                <c:pt idx="1061">
                  <c:v>2025-07-01</c:v>
                </c:pt>
                <c:pt idx="1062">
                  <c:v>2025-07-02</c:v>
                </c:pt>
                <c:pt idx="1063">
                  <c:v>2025-07-03</c:v>
                </c:pt>
                <c:pt idx="1064">
                  <c:v>2025-07-04</c:v>
                </c:pt>
                <c:pt idx="1065">
                  <c:v>2025-07-07</c:v>
                </c:pt>
                <c:pt idx="1066">
                  <c:v>2025-07-08</c:v>
                </c:pt>
                <c:pt idx="1067">
                  <c:v>2025-07-09</c:v>
                </c:pt>
                <c:pt idx="1068">
                  <c:v>2025-07-10</c:v>
                </c:pt>
                <c:pt idx="1069">
                  <c:v>2025-07-11</c:v>
                </c:pt>
                <c:pt idx="1070">
                  <c:v>2025-07-14</c:v>
                </c:pt>
                <c:pt idx="1071">
                  <c:v>2025-07-15</c:v>
                </c:pt>
                <c:pt idx="1072">
                  <c:v>2025-07-16</c:v>
                </c:pt>
                <c:pt idx="1073">
                  <c:v>2025-07-17</c:v>
                </c:pt>
                <c:pt idx="1074">
                  <c:v>2025-07-18</c:v>
                </c:pt>
                <c:pt idx="1075">
                  <c:v>2025-07-21</c:v>
                </c:pt>
                <c:pt idx="1076">
                  <c:v>2025-07-22</c:v>
                </c:pt>
                <c:pt idx="1077">
                  <c:v>2025-07-23</c:v>
                </c:pt>
                <c:pt idx="1078">
                  <c:v>2025-07-24</c:v>
                </c:pt>
                <c:pt idx="1079">
                  <c:v>2025-07-25</c:v>
                </c:pt>
                <c:pt idx="1080">
                  <c:v>2025-07-28</c:v>
                </c:pt>
                <c:pt idx="1081">
                  <c:v>2025-07-29</c:v>
                </c:pt>
                <c:pt idx="1082">
                  <c:v>2025-07-30</c:v>
                </c:pt>
                <c:pt idx="1083">
                  <c:v>2025-07-31</c:v>
                </c:pt>
                <c:pt idx="1084">
                  <c:v>2025-08-01</c:v>
                </c:pt>
                <c:pt idx="1085">
                  <c:v>2025-08-04</c:v>
                </c:pt>
                <c:pt idx="1086">
                  <c:v>2025-08-05</c:v>
                </c:pt>
                <c:pt idx="1087">
                  <c:v>2025-08-06</c:v>
                </c:pt>
                <c:pt idx="1088">
                  <c:v>2025-08-07</c:v>
                </c:pt>
                <c:pt idx="1089">
                  <c:v>2025-08-08</c:v>
                </c:pt>
                <c:pt idx="1090">
                  <c:v>2025-08-11</c:v>
                </c:pt>
                <c:pt idx="1091">
                  <c:v>2025-08-12</c:v>
                </c:pt>
                <c:pt idx="1092">
                  <c:v>2025-08-13</c:v>
                </c:pt>
                <c:pt idx="1093">
                  <c:v>2025-08-14</c:v>
                </c:pt>
                <c:pt idx="1094">
                  <c:v>2025-08-18</c:v>
                </c:pt>
                <c:pt idx="1095">
                  <c:v>2025-08-19</c:v>
                </c:pt>
                <c:pt idx="1096">
                  <c:v>2025-08-20</c:v>
                </c:pt>
                <c:pt idx="1097">
                  <c:v>2025-08-21</c:v>
                </c:pt>
                <c:pt idx="1098">
                  <c:v>2025-08-22</c:v>
                </c:pt>
                <c:pt idx="1099">
                  <c:v>2025-08-25</c:v>
                </c:pt>
                <c:pt idx="1100">
                  <c:v>2025-08-26</c:v>
                </c:pt>
                <c:pt idx="1101">
                  <c:v>2025-08-27</c:v>
                </c:pt>
                <c:pt idx="1102">
                  <c:v>2025-08-28</c:v>
                </c:pt>
                <c:pt idx="1103">
                  <c:v>2025-08-29</c:v>
                </c:pt>
                <c:pt idx="1104">
                  <c:v>2025-09-01</c:v>
                </c:pt>
                <c:pt idx="1105">
                  <c:v>2025-09-02</c:v>
                </c:pt>
                <c:pt idx="1106">
                  <c:v>2025-09-03</c:v>
                </c:pt>
                <c:pt idx="1107">
                  <c:v>2025-09-04</c:v>
                </c:pt>
                <c:pt idx="1108">
                  <c:v>2025-09-05</c:v>
                </c:pt>
                <c:pt idx="1109">
                  <c:v>2025-09-08</c:v>
                </c:pt>
                <c:pt idx="1110">
                  <c:v>2025-09-09</c:v>
                </c:pt>
                <c:pt idx="1111">
                  <c:v>2025-09-10</c:v>
                </c:pt>
                <c:pt idx="1112">
                  <c:v>2025-09-11</c:v>
                </c:pt>
                <c:pt idx="1113">
                  <c:v>2025-09-12</c:v>
                </c:pt>
                <c:pt idx="1114">
                  <c:v>2025-09-15</c:v>
                </c:pt>
                <c:pt idx="1115">
                  <c:v>2025-09-16</c:v>
                </c:pt>
                <c:pt idx="1116">
                  <c:v>2025-09-17</c:v>
                </c:pt>
                <c:pt idx="1117">
                  <c:v>2025-09-18</c:v>
                </c:pt>
                <c:pt idx="1118">
                  <c:v>2025-09-19</c:v>
                </c:pt>
                <c:pt idx="1119">
                  <c:v>2025-09-22</c:v>
                </c:pt>
                <c:pt idx="1120">
                  <c:v>2025-09-23</c:v>
                </c:pt>
                <c:pt idx="1121">
                  <c:v>2025-09-24</c:v>
                </c:pt>
                <c:pt idx="1122">
                  <c:v>2025-09-25</c:v>
                </c:pt>
                <c:pt idx="1123">
                  <c:v>2025-09-26</c:v>
                </c:pt>
                <c:pt idx="1124">
                  <c:v>2025-09-29</c:v>
                </c:pt>
                <c:pt idx="1125">
                  <c:v>2025-09-30</c:v>
                </c:pt>
                <c:pt idx="1126">
                  <c:v>2025-10-01</c:v>
                </c:pt>
                <c:pt idx="1127">
                  <c:v>2025-10-02</c:v>
                </c:pt>
                <c:pt idx="1128">
                  <c:v>2025-10-10</c:v>
                </c:pt>
                <c:pt idx="1129">
                  <c:v>2025-10-13</c:v>
                </c:pt>
                <c:pt idx="1130">
                  <c:v>2025-10-14</c:v>
                </c:pt>
                <c:pt idx="1131">
                  <c:v>2025-10-15</c:v>
                </c:pt>
                <c:pt idx="1132">
                  <c:v>2025-10-16</c:v>
                </c:pt>
                <c:pt idx="1133">
                  <c:v>2025-10-17</c:v>
                </c:pt>
                <c:pt idx="1134">
                  <c:v>2025-10-20</c:v>
                </c:pt>
                <c:pt idx="1135">
                  <c:v>2025-10-21</c:v>
                </c:pt>
                <c:pt idx="1136">
                  <c:v>2025-10-22</c:v>
                </c:pt>
                <c:pt idx="1137">
                  <c:v>2025-10-23</c:v>
                </c:pt>
                <c:pt idx="1138">
                  <c:v>2025-10-24</c:v>
                </c:pt>
                <c:pt idx="1139">
                  <c:v>2025-10-27</c:v>
                </c:pt>
                <c:pt idx="1140">
                  <c:v>2025-10-28</c:v>
                </c:pt>
                <c:pt idx="1141">
                  <c:v>2025-10-29</c:v>
                </c:pt>
                <c:pt idx="1142">
                  <c:v>2025-10-30</c:v>
                </c:pt>
                <c:pt idx="1143">
                  <c:v>2025-10-31</c:v>
                </c:pt>
                <c:pt idx="1144">
                  <c:v>2025-11-03</c:v>
                </c:pt>
                <c:pt idx="1145">
                  <c:v>2025-11-04</c:v>
                </c:pt>
                <c:pt idx="1146">
                  <c:v>2025-11-05</c:v>
                </c:pt>
                <c:pt idx="1147">
                  <c:v>2025-11-06</c:v>
                </c:pt>
                <c:pt idx="1148">
                  <c:v>2025-11-07</c:v>
                </c:pt>
                <c:pt idx="1149">
                  <c:v>2025-11-10</c:v>
                </c:pt>
                <c:pt idx="1150">
                  <c:v>2025-11-11</c:v>
                </c:pt>
                <c:pt idx="1151">
                  <c:v>2025-11-12</c:v>
                </c:pt>
                <c:pt idx="1152">
                  <c:v>2025-11-13</c:v>
                </c:pt>
                <c:pt idx="1153">
                  <c:v>2025-11-14</c:v>
                </c:pt>
                <c:pt idx="1154">
                  <c:v>2025-11-17</c:v>
                </c:pt>
                <c:pt idx="1155">
                  <c:v>2025-11-18</c:v>
                </c:pt>
                <c:pt idx="1156">
                  <c:v>2025-11-19</c:v>
                </c:pt>
                <c:pt idx="1157">
                  <c:v>2025-11-20</c:v>
                </c:pt>
                <c:pt idx="1158">
                  <c:v>2025-11-21</c:v>
                </c:pt>
                <c:pt idx="1159">
                  <c:v>2025-11-24</c:v>
                </c:pt>
                <c:pt idx="1160">
                  <c:v>2025-11-25</c:v>
                </c:pt>
                <c:pt idx="1161">
                  <c:v>2025-11-26</c:v>
                </c:pt>
                <c:pt idx="1162">
                  <c:v>2025-11-27</c:v>
                </c:pt>
                <c:pt idx="1163">
                  <c:v>2025-11-28</c:v>
                </c:pt>
                <c:pt idx="1164">
                  <c:v>2025-12-01</c:v>
                </c:pt>
                <c:pt idx="1165">
                  <c:v>2025-12-02</c:v>
                </c:pt>
                <c:pt idx="1166">
                  <c:v>2025-12-03</c:v>
                </c:pt>
                <c:pt idx="1167">
                  <c:v>2025-12-04</c:v>
                </c:pt>
                <c:pt idx="1168">
                  <c:v>2025-12-05</c:v>
                </c:pt>
                <c:pt idx="1169">
                  <c:v>2025-12-08</c:v>
                </c:pt>
                <c:pt idx="1170">
                  <c:v>2025-12-09</c:v>
                </c:pt>
                <c:pt idx="1171">
                  <c:v>2025-12-10</c:v>
                </c:pt>
                <c:pt idx="1172">
                  <c:v>2025-12-11</c:v>
                </c:pt>
                <c:pt idx="1173">
                  <c:v>2025-12-12</c:v>
                </c:pt>
                <c:pt idx="1174">
                  <c:v>2025-12-15</c:v>
                </c:pt>
                <c:pt idx="1175">
                  <c:v>2025-12-16</c:v>
                </c:pt>
                <c:pt idx="1176">
                  <c:v>2025-12-17</c:v>
                </c:pt>
                <c:pt idx="1177">
                  <c:v>2025-12-18</c:v>
                </c:pt>
                <c:pt idx="1178">
                  <c:v>2025-12-19</c:v>
                </c:pt>
                <c:pt idx="1179">
                  <c:v>2025-12-22</c:v>
                </c:pt>
                <c:pt idx="1180">
                  <c:v>2025-12-23</c:v>
                </c:pt>
                <c:pt idx="1181">
                  <c:v>2025-12-24</c:v>
                </c:pt>
                <c:pt idx="1182">
                  <c:v>2025-12-26</c:v>
                </c:pt>
                <c:pt idx="1183">
                  <c:v>2025-12-29</c:v>
                </c:pt>
                <c:pt idx="1184">
                  <c:v>2025-12-30</c:v>
                </c:pt>
                <c:pt idx="1185">
                  <c:v>2025-12-31</c:v>
                </c:pt>
                <c:pt idx="1186">
                  <c:v>2026-01-02</c:v>
                </c:pt>
                <c:pt idx="1187">
                  <c:v>2026-01-05</c:v>
                </c:pt>
                <c:pt idx="1188">
                  <c:v>2026-01-06</c:v>
                </c:pt>
                <c:pt idx="1189">
                  <c:v>2026-01-07</c:v>
                </c:pt>
                <c:pt idx="1190">
                  <c:v>2026-01-08</c:v>
                </c:pt>
                <c:pt idx="1191">
                  <c:v>2026-01-09</c:v>
                </c:pt>
                <c:pt idx="1192">
                  <c:v>2026-01-12</c:v>
                </c:pt>
                <c:pt idx="1193">
                  <c:v>2026-01-13</c:v>
                </c:pt>
                <c:pt idx="1194">
                  <c:v>2026-01-14</c:v>
                </c:pt>
                <c:pt idx="1195">
                  <c:v>2026-01-15</c:v>
                </c:pt>
                <c:pt idx="1196">
                  <c:v>2026-01-16</c:v>
                </c:pt>
                <c:pt idx="1197">
                  <c:v>2026-01-19</c:v>
                </c:pt>
                <c:pt idx="1198">
                  <c:v>2026-01-20</c:v>
                </c:pt>
                <c:pt idx="1199">
                  <c:v>2026-01-21</c:v>
                </c:pt>
                <c:pt idx="1200">
                  <c:v>2026-01-22</c:v>
                </c:pt>
                <c:pt idx="1201">
                  <c:v>2026-01-23</c:v>
                </c:pt>
                <c:pt idx="1202">
                  <c:v>2026-01-26</c:v>
                </c:pt>
                <c:pt idx="1203">
                  <c:v>2026-01-27</c:v>
                </c:pt>
                <c:pt idx="1204">
                  <c:v>2026-01-28</c:v>
                </c:pt>
                <c:pt idx="1205">
                  <c:v>2026-01-29</c:v>
                </c:pt>
                <c:pt idx="1206">
                  <c:v>2026-01-30</c:v>
                </c:pt>
              </c:strCache>
            </c:strRef>
          </c:cat>
          <c:val>
            <c:numRef>
              <c:f>Sheet1!$F$2:$F$1208</c:f>
              <c:numCache>
                <c:formatCode>General</c:formatCode>
                <c:ptCount val="1207"/>
                <c:pt idx="0">
                  <c:v>2.036</c:v>
                </c:pt>
                <c:pt idx="1">
                  <c:v>2.0270000000000001</c:v>
                </c:pt>
                <c:pt idx="2">
                  <c:v>2.0920000000000001</c:v>
                </c:pt>
                <c:pt idx="3">
                  <c:v>2.1520000000000001</c:v>
                </c:pt>
                <c:pt idx="4">
                  <c:v>2.0979999999999999</c:v>
                </c:pt>
                <c:pt idx="5">
                  <c:v>2.1339999999999999</c:v>
                </c:pt>
                <c:pt idx="6">
                  <c:v>2.15</c:v>
                </c:pt>
                <c:pt idx="7">
                  <c:v>2.0990000000000002</c:v>
                </c:pt>
                <c:pt idx="8">
                  <c:v>2.0569999999999999</c:v>
                </c:pt>
                <c:pt idx="9">
                  <c:v>2.032</c:v>
                </c:pt>
                <c:pt idx="10">
                  <c:v>1.992</c:v>
                </c:pt>
                <c:pt idx="11">
                  <c:v>1.9670000000000001</c:v>
                </c:pt>
                <c:pt idx="12">
                  <c:v>2.0049999999999999</c:v>
                </c:pt>
                <c:pt idx="13">
                  <c:v>1.98</c:v>
                </c:pt>
                <c:pt idx="14">
                  <c:v>2.0630000000000002</c:v>
                </c:pt>
                <c:pt idx="15">
                  <c:v>2.0569999999999999</c:v>
                </c:pt>
                <c:pt idx="16">
                  <c:v>2.0230000000000001</c:v>
                </c:pt>
                <c:pt idx="17">
                  <c:v>2.0489999999999999</c:v>
                </c:pt>
                <c:pt idx="18">
                  <c:v>2.0939999999999999</c:v>
                </c:pt>
                <c:pt idx="19">
                  <c:v>2.069</c:v>
                </c:pt>
                <c:pt idx="20">
                  <c:v>2.0640000000000001</c:v>
                </c:pt>
                <c:pt idx="21">
                  <c:v>2.012</c:v>
                </c:pt>
                <c:pt idx="22">
                  <c:v>2.0289999999999999</c:v>
                </c:pt>
                <c:pt idx="23">
                  <c:v>2.0030000000000001</c:v>
                </c:pt>
                <c:pt idx="24">
                  <c:v>2.0270000000000001</c:v>
                </c:pt>
                <c:pt idx="25">
                  <c:v>1.99</c:v>
                </c:pt>
                <c:pt idx="26">
                  <c:v>2.02</c:v>
                </c:pt>
                <c:pt idx="27">
                  <c:v>2.0230000000000001</c:v>
                </c:pt>
                <c:pt idx="28">
                  <c:v>1.9810000000000001</c:v>
                </c:pt>
                <c:pt idx="29">
                  <c:v>2.0030000000000001</c:v>
                </c:pt>
                <c:pt idx="30">
                  <c:v>2.0049999999999999</c:v>
                </c:pt>
                <c:pt idx="31">
                  <c:v>1.9890000000000001</c:v>
                </c:pt>
                <c:pt idx="32">
                  <c:v>2.0430000000000001</c:v>
                </c:pt>
                <c:pt idx="33">
                  <c:v>2.089</c:v>
                </c:pt>
                <c:pt idx="34">
                  <c:v>2.0710000000000002</c:v>
                </c:pt>
                <c:pt idx="35">
                  <c:v>2.0819999999999999</c:v>
                </c:pt>
                <c:pt idx="36">
                  <c:v>2.0979999999999999</c:v>
                </c:pt>
                <c:pt idx="37">
                  <c:v>2.1280000000000001</c:v>
                </c:pt>
                <c:pt idx="38">
                  <c:v>2.1240000000000001</c:v>
                </c:pt>
                <c:pt idx="39">
                  <c:v>2.13</c:v>
                </c:pt>
                <c:pt idx="40">
                  <c:v>2.1019999999999999</c:v>
                </c:pt>
                <c:pt idx="41">
                  <c:v>2.1230000000000002</c:v>
                </c:pt>
                <c:pt idx="42">
                  <c:v>2.1339999999999999</c:v>
                </c:pt>
                <c:pt idx="43">
                  <c:v>2.1389999999999998</c:v>
                </c:pt>
                <c:pt idx="44">
                  <c:v>2.125</c:v>
                </c:pt>
                <c:pt idx="45">
                  <c:v>2.1560000000000001</c:v>
                </c:pt>
                <c:pt idx="46">
                  <c:v>2.1579999999999999</c:v>
                </c:pt>
                <c:pt idx="47">
                  <c:v>2.117</c:v>
                </c:pt>
                <c:pt idx="48">
                  <c:v>2.1179999999999999</c:v>
                </c:pt>
                <c:pt idx="49">
                  <c:v>2.1349999999999998</c:v>
                </c:pt>
                <c:pt idx="50">
                  <c:v>2.1230000000000002</c:v>
                </c:pt>
                <c:pt idx="51">
                  <c:v>2.12</c:v>
                </c:pt>
                <c:pt idx="52">
                  <c:v>2.129</c:v>
                </c:pt>
                <c:pt idx="53">
                  <c:v>2.1280000000000001</c:v>
                </c:pt>
                <c:pt idx="54">
                  <c:v>2.1110000000000002</c:v>
                </c:pt>
                <c:pt idx="55">
                  <c:v>2.1320000000000001</c:v>
                </c:pt>
                <c:pt idx="56">
                  <c:v>2.1789999999999998</c:v>
                </c:pt>
                <c:pt idx="57">
                  <c:v>2.1859999999999999</c:v>
                </c:pt>
                <c:pt idx="58">
                  <c:v>2.202</c:v>
                </c:pt>
                <c:pt idx="59">
                  <c:v>2.1949999999999998</c:v>
                </c:pt>
                <c:pt idx="60">
                  <c:v>2.173</c:v>
                </c:pt>
                <c:pt idx="61">
                  <c:v>2.1560000000000001</c:v>
                </c:pt>
                <c:pt idx="62">
                  <c:v>2.1160000000000001</c:v>
                </c:pt>
                <c:pt idx="63">
                  <c:v>2.1030000000000002</c:v>
                </c:pt>
                <c:pt idx="64">
                  <c:v>2.085</c:v>
                </c:pt>
                <c:pt idx="65">
                  <c:v>2.101</c:v>
                </c:pt>
                <c:pt idx="66">
                  <c:v>2.0960000000000001</c:v>
                </c:pt>
                <c:pt idx="67">
                  <c:v>2.0710000000000002</c:v>
                </c:pt>
                <c:pt idx="68">
                  <c:v>2.0699999999999998</c:v>
                </c:pt>
                <c:pt idx="69">
                  <c:v>2.0790000000000002</c:v>
                </c:pt>
                <c:pt idx="70">
                  <c:v>2.0409999999999999</c:v>
                </c:pt>
                <c:pt idx="71">
                  <c:v>2.0059999999999998</c:v>
                </c:pt>
                <c:pt idx="72">
                  <c:v>2.0499999999999998</c:v>
                </c:pt>
                <c:pt idx="73">
                  <c:v>2.0409999999999999</c:v>
                </c:pt>
                <c:pt idx="74">
                  <c:v>2.06</c:v>
                </c:pt>
                <c:pt idx="75">
                  <c:v>2.1</c:v>
                </c:pt>
                <c:pt idx="76">
                  <c:v>2.137</c:v>
                </c:pt>
                <c:pt idx="77">
                  <c:v>2.109</c:v>
                </c:pt>
                <c:pt idx="78">
                  <c:v>2.0920000000000001</c:v>
                </c:pt>
                <c:pt idx="79">
                  <c:v>2.09</c:v>
                </c:pt>
                <c:pt idx="80">
                  <c:v>2.101</c:v>
                </c:pt>
                <c:pt idx="81">
                  <c:v>2.089</c:v>
                </c:pt>
                <c:pt idx="82">
                  <c:v>2.1190000000000002</c:v>
                </c:pt>
                <c:pt idx="83">
                  <c:v>2.0390000000000001</c:v>
                </c:pt>
                <c:pt idx="84">
                  <c:v>2.0019999999999998</c:v>
                </c:pt>
                <c:pt idx="85">
                  <c:v>2.0329999999999999</c:v>
                </c:pt>
                <c:pt idx="86">
                  <c:v>2.0219999999999998</c:v>
                </c:pt>
                <c:pt idx="87">
                  <c:v>2.0350000000000001</c:v>
                </c:pt>
                <c:pt idx="88">
                  <c:v>2.008</c:v>
                </c:pt>
                <c:pt idx="89">
                  <c:v>2.024</c:v>
                </c:pt>
                <c:pt idx="90">
                  <c:v>2.008</c:v>
                </c:pt>
                <c:pt idx="91">
                  <c:v>1.972</c:v>
                </c:pt>
                <c:pt idx="92">
                  <c:v>1.893</c:v>
                </c:pt>
                <c:pt idx="93">
                  <c:v>1.8779999999999999</c:v>
                </c:pt>
                <c:pt idx="94">
                  <c:v>1.921</c:v>
                </c:pt>
                <c:pt idx="95">
                  <c:v>1.8879999999999999</c:v>
                </c:pt>
                <c:pt idx="96">
                  <c:v>1.863</c:v>
                </c:pt>
                <c:pt idx="97">
                  <c:v>1.8680000000000001</c:v>
                </c:pt>
                <c:pt idx="98">
                  <c:v>1.8620000000000001</c:v>
                </c:pt>
                <c:pt idx="99">
                  <c:v>1.889</c:v>
                </c:pt>
                <c:pt idx="100">
                  <c:v>1.8740000000000001</c:v>
                </c:pt>
                <c:pt idx="101">
                  <c:v>1.907</c:v>
                </c:pt>
                <c:pt idx="102">
                  <c:v>1.89</c:v>
                </c:pt>
                <c:pt idx="103">
                  <c:v>1.8660000000000001</c:v>
                </c:pt>
                <c:pt idx="104">
                  <c:v>1.8779999999999999</c:v>
                </c:pt>
                <c:pt idx="105">
                  <c:v>1.9</c:v>
                </c:pt>
                <c:pt idx="106">
                  <c:v>1.9139999999999999</c:v>
                </c:pt>
                <c:pt idx="107">
                  <c:v>1.9159999999999999</c:v>
                </c:pt>
                <c:pt idx="108">
                  <c:v>1.9339999999999999</c:v>
                </c:pt>
                <c:pt idx="109">
                  <c:v>1.9219999999999999</c:v>
                </c:pt>
                <c:pt idx="110">
                  <c:v>1.9239999999999999</c:v>
                </c:pt>
                <c:pt idx="111">
                  <c:v>1.8859999999999999</c:v>
                </c:pt>
                <c:pt idx="112">
                  <c:v>1.881</c:v>
                </c:pt>
                <c:pt idx="113">
                  <c:v>1.8680000000000001</c:v>
                </c:pt>
                <c:pt idx="114">
                  <c:v>1.853</c:v>
                </c:pt>
                <c:pt idx="115">
                  <c:v>1.889</c:v>
                </c:pt>
                <c:pt idx="116">
                  <c:v>1.9390000000000001</c:v>
                </c:pt>
                <c:pt idx="117">
                  <c:v>1.9359999999999999</c:v>
                </c:pt>
                <c:pt idx="118">
                  <c:v>1.9279999999999999</c:v>
                </c:pt>
                <c:pt idx="119">
                  <c:v>1.9390000000000001</c:v>
                </c:pt>
                <c:pt idx="120">
                  <c:v>1.913</c:v>
                </c:pt>
                <c:pt idx="121">
                  <c:v>1.9119999999999999</c:v>
                </c:pt>
                <c:pt idx="122">
                  <c:v>1.9419999999999999</c:v>
                </c:pt>
                <c:pt idx="123">
                  <c:v>1.9410000000000001</c:v>
                </c:pt>
                <c:pt idx="124">
                  <c:v>1.9430000000000001</c:v>
                </c:pt>
                <c:pt idx="125">
                  <c:v>1.97</c:v>
                </c:pt>
                <c:pt idx="126">
                  <c:v>1.9750000000000001</c:v>
                </c:pt>
                <c:pt idx="127">
                  <c:v>2.016</c:v>
                </c:pt>
                <c:pt idx="128">
                  <c:v>2</c:v>
                </c:pt>
                <c:pt idx="129">
                  <c:v>2.0059999999999998</c:v>
                </c:pt>
                <c:pt idx="130">
                  <c:v>2.0369999999999999</c:v>
                </c:pt>
                <c:pt idx="131">
                  <c:v>2.06</c:v>
                </c:pt>
                <c:pt idx="132">
                  <c:v>2.0249999999999999</c:v>
                </c:pt>
                <c:pt idx="133">
                  <c:v>2.0430000000000001</c:v>
                </c:pt>
                <c:pt idx="134">
                  <c:v>2.0680000000000001</c:v>
                </c:pt>
                <c:pt idx="135">
                  <c:v>2.0990000000000002</c:v>
                </c:pt>
                <c:pt idx="136">
                  <c:v>2.1520000000000001</c:v>
                </c:pt>
                <c:pt idx="137">
                  <c:v>2.1680000000000001</c:v>
                </c:pt>
                <c:pt idx="138">
                  <c:v>2.2559999999999998</c:v>
                </c:pt>
                <c:pt idx="139">
                  <c:v>2.2229999999999999</c:v>
                </c:pt>
                <c:pt idx="140">
                  <c:v>2.2370000000000001</c:v>
                </c:pt>
                <c:pt idx="141">
                  <c:v>2.258</c:v>
                </c:pt>
                <c:pt idx="142">
                  <c:v>2.2909999999999999</c:v>
                </c:pt>
                <c:pt idx="143">
                  <c:v>2.399</c:v>
                </c:pt>
                <c:pt idx="144">
                  <c:v>2.387</c:v>
                </c:pt>
                <c:pt idx="145">
                  <c:v>2.3740000000000001</c:v>
                </c:pt>
                <c:pt idx="146">
                  <c:v>2.4470000000000001</c:v>
                </c:pt>
                <c:pt idx="147">
                  <c:v>2.4009999999999998</c:v>
                </c:pt>
                <c:pt idx="148">
                  <c:v>2.351</c:v>
                </c:pt>
                <c:pt idx="149">
                  <c:v>2.3559999999999999</c:v>
                </c:pt>
                <c:pt idx="150">
                  <c:v>2.4</c:v>
                </c:pt>
                <c:pt idx="151">
                  <c:v>2.379</c:v>
                </c:pt>
                <c:pt idx="152">
                  <c:v>2.3919999999999999</c:v>
                </c:pt>
                <c:pt idx="153">
                  <c:v>2.3879999999999999</c:v>
                </c:pt>
                <c:pt idx="154">
                  <c:v>2.411</c:v>
                </c:pt>
                <c:pt idx="155">
                  <c:v>2.4260000000000002</c:v>
                </c:pt>
                <c:pt idx="156">
                  <c:v>2.4569999999999999</c:v>
                </c:pt>
                <c:pt idx="157">
                  <c:v>2.4870000000000001</c:v>
                </c:pt>
                <c:pt idx="158">
                  <c:v>2.3969999999999998</c:v>
                </c:pt>
                <c:pt idx="159">
                  <c:v>2.5750000000000002</c:v>
                </c:pt>
                <c:pt idx="160">
                  <c:v>2.5059999999999998</c:v>
                </c:pt>
                <c:pt idx="161">
                  <c:v>2.48</c:v>
                </c:pt>
                <c:pt idx="162">
                  <c:v>2.4700000000000002</c:v>
                </c:pt>
                <c:pt idx="163">
                  <c:v>2.4279999999999999</c:v>
                </c:pt>
                <c:pt idx="164">
                  <c:v>2.35</c:v>
                </c:pt>
                <c:pt idx="165">
                  <c:v>2.3290000000000002</c:v>
                </c:pt>
                <c:pt idx="166">
                  <c:v>2.2930000000000001</c:v>
                </c:pt>
                <c:pt idx="167">
                  <c:v>2.3090000000000002</c:v>
                </c:pt>
                <c:pt idx="168">
                  <c:v>2.3410000000000002</c:v>
                </c:pt>
                <c:pt idx="169">
                  <c:v>2.3439999999999999</c:v>
                </c:pt>
                <c:pt idx="170">
                  <c:v>2.298</c:v>
                </c:pt>
                <c:pt idx="171">
                  <c:v>2.3330000000000002</c:v>
                </c:pt>
                <c:pt idx="172">
                  <c:v>2.359</c:v>
                </c:pt>
                <c:pt idx="173">
                  <c:v>2.3380000000000001</c:v>
                </c:pt>
                <c:pt idx="174">
                  <c:v>2.3719999999999999</c:v>
                </c:pt>
                <c:pt idx="175">
                  <c:v>2.3860000000000001</c:v>
                </c:pt>
                <c:pt idx="176">
                  <c:v>2.4</c:v>
                </c:pt>
                <c:pt idx="177">
                  <c:v>2.3940000000000001</c:v>
                </c:pt>
                <c:pt idx="178">
                  <c:v>2.3479999999999999</c:v>
                </c:pt>
                <c:pt idx="179">
                  <c:v>2.2549999999999999</c:v>
                </c:pt>
                <c:pt idx="180">
                  <c:v>2.266</c:v>
                </c:pt>
                <c:pt idx="181">
                  <c:v>2.2130000000000001</c:v>
                </c:pt>
                <c:pt idx="182">
                  <c:v>2.1819999999999999</c:v>
                </c:pt>
                <c:pt idx="183">
                  <c:v>2.198</c:v>
                </c:pt>
                <c:pt idx="184">
                  <c:v>2.234</c:v>
                </c:pt>
                <c:pt idx="185">
                  <c:v>2.2130000000000001</c:v>
                </c:pt>
                <c:pt idx="186">
                  <c:v>2.2400000000000002</c:v>
                </c:pt>
                <c:pt idx="187">
                  <c:v>2.1850000000000001</c:v>
                </c:pt>
                <c:pt idx="188">
                  <c:v>2.1880000000000002</c:v>
                </c:pt>
                <c:pt idx="189">
                  <c:v>2.2010000000000001</c:v>
                </c:pt>
                <c:pt idx="190">
                  <c:v>2.169</c:v>
                </c:pt>
                <c:pt idx="191">
                  <c:v>2.169</c:v>
                </c:pt>
                <c:pt idx="192">
                  <c:v>2.1659999999999999</c:v>
                </c:pt>
                <c:pt idx="193">
                  <c:v>2.1469999999999998</c:v>
                </c:pt>
                <c:pt idx="194">
                  <c:v>2.153</c:v>
                </c:pt>
                <c:pt idx="195">
                  <c:v>2.1070000000000002</c:v>
                </c:pt>
                <c:pt idx="196">
                  <c:v>2.0990000000000002</c:v>
                </c:pt>
                <c:pt idx="197">
                  <c:v>2.1469999999999998</c:v>
                </c:pt>
                <c:pt idx="198">
                  <c:v>2.2120000000000002</c:v>
                </c:pt>
                <c:pt idx="199">
                  <c:v>2.206</c:v>
                </c:pt>
                <c:pt idx="200">
                  <c:v>2.2109999999999999</c:v>
                </c:pt>
                <c:pt idx="201">
                  <c:v>2.198</c:v>
                </c:pt>
                <c:pt idx="202">
                  <c:v>2.1800000000000002</c:v>
                </c:pt>
                <c:pt idx="203">
                  <c:v>2.2480000000000002</c:v>
                </c:pt>
                <c:pt idx="204">
                  <c:v>2.25</c:v>
                </c:pt>
                <c:pt idx="205">
                  <c:v>2.3250000000000002</c:v>
                </c:pt>
                <c:pt idx="206">
                  <c:v>2.3199999999999998</c:v>
                </c:pt>
                <c:pt idx="207">
                  <c:v>2.375</c:v>
                </c:pt>
                <c:pt idx="208">
                  <c:v>2.4809999999999999</c:v>
                </c:pt>
                <c:pt idx="209">
                  <c:v>2.4580000000000002</c:v>
                </c:pt>
                <c:pt idx="210">
                  <c:v>2.484</c:v>
                </c:pt>
                <c:pt idx="211">
                  <c:v>2.4849999999999999</c:v>
                </c:pt>
                <c:pt idx="212">
                  <c:v>2.4279999999999999</c:v>
                </c:pt>
                <c:pt idx="213">
                  <c:v>2.3969999999999998</c:v>
                </c:pt>
                <c:pt idx="214">
                  <c:v>2.4529999999999998</c:v>
                </c:pt>
                <c:pt idx="215">
                  <c:v>2.5680000000000001</c:v>
                </c:pt>
                <c:pt idx="216">
                  <c:v>2.5529999999999999</c:v>
                </c:pt>
                <c:pt idx="217">
                  <c:v>2.5369999999999999</c:v>
                </c:pt>
                <c:pt idx="218">
                  <c:v>2.5579999999999998</c:v>
                </c:pt>
                <c:pt idx="219">
                  <c:v>2.54</c:v>
                </c:pt>
                <c:pt idx="220">
                  <c:v>2.54</c:v>
                </c:pt>
                <c:pt idx="221">
                  <c:v>2.5760000000000001</c:v>
                </c:pt>
                <c:pt idx="222">
                  <c:v>2.573</c:v>
                </c:pt>
                <c:pt idx="223">
                  <c:v>2.6120000000000001</c:v>
                </c:pt>
                <c:pt idx="224">
                  <c:v>2.5859999999999999</c:v>
                </c:pt>
                <c:pt idx="225">
                  <c:v>2.5659999999999998</c:v>
                </c:pt>
                <c:pt idx="226">
                  <c:v>2.6190000000000002</c:v>
                </c:pt>
                <c:pt idx="227">
                  <c:v>2.6379999999999999</c:v>
                </c:pt>
                <c:pt idx="228">
                  <c:v>2.7330000000000001</c:v>
                </c:pt>
                <c:pt idx="229">
                  <c:v>2.6909999999999998</c:v>
                </c:pt>
                <c:pt idx="230">
                  <c:v>2.6859999999999999</c:v>
                </c:pt>
                <c:pt idx="231">
                  <c:v>2.7469999999999999</c:v>
                </c:pt>
                <c:pt idx="232">
                  <c:v>2.714</c:v>
                </c:pt>
                <c:pt idx="233">
                  <c:v>2.71</c:v>
                </c:pt>
                <c:pt idx="234">
                  <c:v>2.702</c:v>
                </c:pt>
                <c:pt idx="235">
                  <c:v>2.7080000000000002</c:v>
                </c:pt>
                <c:pt idx="236">
                  <c:v>2.7280000000000002</c:v>
                </c:pt>
                <c:pt idx="237">
                  <c:v>2.77</c:v>
                </c:pt>
                <c:pt idx="238">
                  <c:v>2.7170000000000001</c:v>
                </c:pt>
                <c:pt idx="239">
                  <c:v>2.722</c:v>
                </c:pt>
                <c:pt idx="240">
                  <c:v>2.6240000000000001</c:v>
                </c:pt>
                <c:pt idx="241">
                  <c:v>2.6709999999999998</c:v>
                </c:pt>
                <c:pt idx="242">
                  <c:v>2.6749999999999998</c:v>
                </c:pt>
                <c:pt idx="243">
                  <c:v>2.613</c:v>
                </c:pt>
                <c:pt idx="244">
                  <c:v>2.6480000000000001</c:v>
                </c:pt>
                <c:pt idx="245">
                  <c:v>2.6579999999999999</c:v>
                </c:pt>
                <c:pt idx="246">
                  <c:v>2.7069999999999999</c:v>
                </c:pt>
                <c:pt idx="247">
                  <c:v>2.722</c:v>
                </c:pt>
                <c:pt idx="248">
                  <c:v>2.726</c:v>
                </c:pt>
                <c:pt idx="249">
                  <c:v>2.7</c:v>
                </c:pt>
                <c:pt idx="250">
                  <c:v>2.7389999999999999</c:v>
                </c:pt>
                <c:pt idx="251">
                  <c:v>2.7530000000000001</c:v>
                </c:pt>
                <c:pt idx="252">
                  <c:v>2.7679999999999998</c:v>
                </c:pt>
                <c:pt idx="253">
                  <c:v>2.7040000000000002</c:v>
                </c:pt>
                <c:pt idx="254">
                  <c:v>2.7370000000000001</c:v>
                </c:pt>
                <c:pt idx="255">
                  <c:v>2.7410000000000001</c:v>
                </c:pt>
                <c:pt idx="256">
                  <c:v>2.8319999999999999</c:v>
                </c:pt>
                <c:pt idx="257">
                  <c:v>2.8279999999999998</c:v>
                </c:pt>
                <c:pt idx="258">
                  <c:v>2.8559999999999999</c:v>
                </c:pt>
                <c:pt idx="259">
                  <c:v>2.871</c:v>
                </c:pt>
                <c:pt idx="260">
                  <c:v>3.0310000000000001</c:v>
                </c:pt>
                <c:pt idx="261">
                  <c:v>2.972</c:v>
                </c:pt>
                <c:pt idx="262">
                  <c:v>2.8849999999999998</c:v>
                </c:pt>
                <c:pt idx="263">
                  <c:v>2.9689999999999999</c:v>
                </c:pt>
                <c:pt idx="264">
                  <c:v>3.0070000000000001</c:v>
                </c:pt>
                <c:pt idx="265">
                  <c:v>3.0649999999999999</c:v>
                </c:pt>
                <c:pt idx="266">
                  <c:v>3.08</c:v>
                </c:pt>
                <c:pt idx="267">
                  <c:v>3.129</c:v>
                </c:pt>
                <c:pt idx="268">
                  <c:v>3.1280000000000001</c:v>
                </c:pt>
                <c:pt idx="269">
                  <c:v>3.169</c:v>
                </c:pt>
                <c:pt idx="270">
                  <c:v>3.3050000000000002</c:v>
                </c:pt>
                <c:pt idx="271">
                  <c:v>3.3130000000000002</c:v>
                </c:pt>
                <c:pt idx="272">
                  <c:v>3.2869999999999999</c:v>
                </c:pt>
                <c:pt idx="273">
                  <c:v>3.22</c:v>
                </c:pt>
                <c:pt idx="274">
                  <c:v>3.3010000000000002</c:v>
                </c:pt>
                <c:pt idx="275">
                  <c:v>3.355</c:v>
                </c:pt>
                <c:pt idx="276">
                  <c:v>3.35</c:v>
                </c:pt>
                <c:pt idx="277">
                  <c:v>3.3130000000000002</c:v>
                </c:pt>
                <c:pt idx="278">
                  <c:v>3.2959999999999998</c:v>
                </c:pt>
                <c:pt idx="279">
                  <c:v>3.3140000000000001</c:v>
                </c:pt>
                <c:pt idx="280">
                  <c:v>3.1880000000000002</c:v>
                </c:pt>
                <c:pt idx="281">
                  <c:v>3.19</c:v>
                </c:pt>
                <c:pt idx="282">
                  <c:v>3.1850000000000001</c:v>
                </c:pt>
                <c:pt idx="283">
                  <c:v>3.1659999999999999</c:v>
                </c:pt>
                <c:pt idx="284">
                  <c:v>3.242</c:v>
                </c:pt>
                <c:pt idx="285">
                  <c:v>3.38</c:v>
                </c:pt>
                <c:pt idx="286">
                  <c:v>3.4060000000000001</c:v>
                </c:pt>
                <c:pt idx="287">
                  <c:v>3.4340000000000002</c:v>
                </c:pt>
                <c:pt idx="288">
                  <c:v>3.431</c:v>
                </c:pt>
                <c:pt idx="289">
                  <c:v>3.4140000000000001</c:v>
                </c:pt>
                <c:pt idx="290">
                  <c:v>3.403</c:v>
                </c:pt>
                <c:pt idx="291">
                  <c:v>3.2690000000000001</c:v>
                </c:pt>
                <c:pt idx="292">
                  <c:v>3.169</c:v>
                </c:pt>
                <c:pt idx="293">
                  <c:v>3.2210000000000001</c:v>
                </c:pt>
                <c:pt idx="294">
                  <c:v>3.2770000000000001</c:v>
                </c:pt>
                <c:pt idx="295">
                  <c:v>3.2869999999999999</c:v>
                </c:pt>
                <c:pt idx="296">
                  <c:v>3.32</c:v>
                </c:pt>
                <c:pt idx="297">
                  <c:v>3.3069999999999999</c:v>
                </c:pt>
                <c:pt idx="298">
                  <c:v>3.2450000000000001</c:v>
                </c:pt>
                <c:pt idx="299">
                  <c:v>3.258</c:v>
                </c:pt>
                <c:pt idx="300">
                  <c:v>3.214</c:v>
                </c:pt>
                <c:pt idx="301">
                  <c:v>3.177</c:v>
                </c:pt>
                <c:pt idx="302">
                  <c:v>3.238</c:v>
                </c:pt>
                <c:pt idx="303">
                  <c:v>3.2120000000000002</c:v>
                </c:pt>
                <c:pt idx="304">
                  <c:v>3.2109999999999999</c:v>
                </c:pt>
                <c:pt idx="305">
                  <c:v>3.3260000000000001</c:v>
                </c:pt>
                <c:pt idx="306">
                  <c:v>3.4209999999999998</c:v>
                </c:pt>
                <c:pt idx="307">
                  <c:v>3.4049999999999998</c:v>
                </c:pt>
                <c:pt idx="308">
                  <c:v>3.5379999999999998</c:v>
                </c:pt>
                <c:pt idx="309">
                  <c:v>3.472</c:v>
                </c:pt>
                <c:pt idx="310">
                  <c:v>3.4710000000000001</c:v>
                </c:pt>
                <c:pt idx="311">
                  <c:v>3.4950000000000001</c:v>
                </c:pt>
                <c:pt idx="312">
                  <c:v>3.6539999999999999</c:v>
                </c:pt>
                <c:pt idx="313">
                  <c:v>3.6909999999999998</c:v>
                </c:pt>
                <c:pt idx="314">
                  <c:v>3.7949999999999999</c:v>
                </c:pt>
                <c:pt idx="315">
                  <c:v>3.7669999999999999</c:v>
                </c:pt>
                <c:pt idx="316">
                  <c:v>3.7949999999999999</c:v>
                </c:pt>
                <c:pt idx="317">
                  <c:v>3.7839999999999998</c:v>
                </c:pt>
                <c:pt idx="318">
                  <c:v>3.7749999999999999</c:v>
                </c:pt>
                <c:pt idx="319">
                  <c:v>3.6819999999999999</c:v>
                </c:pt>
                <c:pt idx="320">
                  <c:v>3.726</c:v>
                </c:pt>
                <c:pt idx="321">
                  <c:v>3.6349999999999998</c:v>
                </c:pt>
                <c:pt idx="322">
                  <c:v>3.72</c:v>
                </c:pt>
                <c:pt idx="323">
                  <c:v>3.68</c:v>
                </c:pt>
                <c:pt idx="324">
                  <c:v>3.6669999999999998</c:v>
                </c:pt>
                <c:pt idx="325">
                  <c:v>3.6360000000000001</c:v>
                </c:pt>
                <c:pt idx="326">
                  <c:v>3.49</c:v>
                </c:pt>
                <c:pt idx="327">
                  <c:v>3.4889999999999999</c:v>
                </c:pt>
                <c:pt idx="328">
                  <c:v>3.379</c:v>
                </c:pt>
                <c:pt idx="329">
                  <c:v>3.2949999999999999</c:v>
                </c:pt>
                <c:pt idx="330">
                  <c:v>3.3069999999999999</c:v>
                </c:pt>
                <c:pt idx="331">
                  <c:v>3.36</c:v>
                </c:pt>
                <c:pt idx="332">
                  <c:v>3.3849999999999998</c:v>
                </c:pt>
                <c:pt idx="333">
                  <c:v>3.3490000000000002</c:v>
                </c:pt>
                <c:pt idx="334">
                  <c:v>3.3010000000000002</c:v>
                </c:pt>
                <c:pt idx="335">
                  <c:v>3.2949999999999999</c:v>
                </c:pt>
                <c:pt idx="336">
                  <c:v>3.242</c:v>
                </c:pt>
                <c:pt idx="337">
                  <c:v>3.27</c:v>
                </c:pt>
                <c:pt idx="338">
                  <c:v>3.2530000000000001</c:v>
                </c:pt>
                <c:pt idx="339">
                  <c:v>3.36</c:v>
                </c:pt>
                <c:pt idx="340">
                  <c:v>3.3740000000000001</c:v>
                </c:pt>
                <c:pt idx="341">
                  <c:v>3.302</c:v>
                </c:pt>
                <c:pt idx="342">
                  <c:v>3.2109999999999999</c:v>
                </c:pt>
                <c:pt idx="343">
                  <c:v>3.1829999999999998</c:v>
                </c:pt>
                <c:pt idx="344">
                  <c:v>3.121</c:v>
                </c:pt>
                <c:pt idx="345">
                  <c:v>3.2010000000000001</c:v>
                </c:pt>
                <c:pt idx="346">
                  <c:v>3.1269999999999998</c:v>
                </c:pt>
                <c:pt idx="347">
                  <c:v>3.1840000000000002</c:v>
                </c:pt>
                <c:pt idx="348">
                  <c:v>3.0880000000000001</c:v>
                </c:pt>
                <c:pt idx="349">
                  <c:v>3.1309999999999998</c:v>
                </c:pt>
                <c:pt idx="350">
                  <c:v>3.1520000000000001</c:v>
                </c:pt>
                <c:pt idx="351">
                  <c:v>3.1240000000000001</c:v>
                </c:pt>
                <c:pt idx="352">
                  <c:v>3.177</c:v>
                </c:pt>
                <c:pt idx="353">
                  <c:v>3.1659999999999999</c:v>
                </c:pt>
                <c:pt idx="354">
                  <c:v>3.2069999999999999</c:v>
                </c:pt>
                <c:pt idx="355">
                  <c:v>3.2189999999999999</c:v>
                </c:pt>
                <c:pt idx="356">
                  <c:v>3.282</c:v>
                </c:pt>
                <c:pt idx="357">
                  <c:v>3.1560000000000001</c:v>
                </c:pt>
                <c:pt idx="358">
                  <c:v>3.1880000000000002</c:v>
                </c:pt>
                <c:pt idx="359">
                  <c:v>3.2210000000000001</c:v>
                </c:pt>
                <c:pt idx="360">
                  <c:v>3.31</c:v>
                </c:pt>
                <c:pt idx="361">
                  <c:v>3.3420000000000001</c:v>
                </c:pt>
                <c:pt idx="362">
                  <c:v>3.3610000000000002</c:v>
                </c:pt>
                <c:pt idx="363">
                  <c:v>3.4329999999999998</c:v>
                </c:pt>
                <c:pt idx="364">
                  <c:v>3.593</c:v>
                </c:pt>
                <c:pt idx="365">
                  <c:v>3.6160000000000001</c:v>
                </c:pt>
                <c:pt idx="366">
                  <c:v>3.7149999999999999</c:v>
                </c:pt>
                <c:pt idx="367">
                  <c:v>3.6949999999999998</c:v>
                </c:pt>
                <c:pt idx="368">
                  <c:v>3.7210000000000001</c:v>
                </c:pt>
                <c:pt idx="369">
                  <c:v>3.8050000000000002</c:v>
                </c:pt>
                <c:pt idx="370">
                  <c:v>3.738</c:v>
                </c:pt>
                <c:pt idx="371">
                  <c:v>3.67</c:v>
                </c:pt>
                <c:pt idx="372">
                  <c:v>3.7120000000000002</c:v>
                </c:pt>
                <c:pt idx="373">
                  <c:v>3.7360000000000002</c:v>
                </c:pt>
                <c:pt idx="374">
                  <c:v>3.6219999999999999</c:v>
                </c:pt>
                <c:pt idx="375">
                  <c:v>3.62</c:v>
                </c:pt>
                <c:pt idx="376">
                  <c:v>3.6509999999999998</c:v>
                </c:pt>
                <c:pt idx="377">
                  <c:v>3.7909999999999999</c:v>
                </c:pt>
                <c:pt idx="378">
                  <c:v>3.7719999999999998</c:v>
                </c:pt>
                <c:pt idx="379">
                  <c:v>3.794</c:v>
                </c:pt>
                <c:pt idx="380">
                  <c:v>3.8359999999999999</c:v>
                </c:pt>
                <c:pt idx="381">
                  <c:v>3.891</c:v>
                </c:pt>
                <c:pt idx="382">
                  <c:v>3.9969999999999999</c:v>
                </c:pt>
                <c:pt idx="383">
                  <c:v>4.1120000000000001</c:v>
                </c:pt>
                <c:pt idx="384">
                  <c:v>4.335</c:v>
                </c:pt>
                <c:pt idx="385">
                  <c:v>4.2080000000000002</c:v>
                </c:pt>
                <c:pt idx="386">
                  <c:v>4.3319999999999999</c:v>
                </c:pt>
                <c:pt idx="387">
                  <c:v>4.2290000000000001</c:v>
                </c:pt>
                <c:pt idx="388">
                  <c:v>4.0960000000000001</c:v>
                </c:pt>
                <c:pt idx="389">
                  <c:v>4.0060000000000002</c:v>
                </c:pt>
                <c:pt idx="390">
                  <c:v>4.1020000000000003</c:v>
                </c:pt>
                <c:pt idx="391">
                  <c:v>4.1020000000000003</c:v>
                </c:pt>
                <c:pt idx="392">
                  <c:v>4.2140000000000004</c:v>
                </c:pt>
                <c:pt idx="393">
                  <c:v>4.306</c:v>
                </c:pt>
                <c:pt idx="394">
                  <c:v>4.1100000000000003</c:v>
                </c:pt>
                <c:pt idx="395">
                  <c:v>4.2389999999999999</c:v>
                </c:pt>
                <c:pt idx="396">
                  <c:v>4.181</c:v>
                </c:pt>
                <c:pt idx="397">
                  <c:v>4.2149999999999999</c:v>
                </c:pt>
                <c:pt idx="398">
                  <c:v>4.2770000000000001</c:v>
                </c:pt>
                <c:pt idx="399">
                  <c:v>4.3959999999999999</c:v>
                </c:pt>
                <c:pt idx="400">
                  <c:v>4.4390000000000001</c:v>
                </c:pt>
                <c:pt idx="401">
                  <c:v>4.6319999999999997</c:v>
                </c:pt>
                <c:pt idx="402">
                  <c:v>4.5030000000000001</c:v>
                </c:pt>
                <c:pt idx="403">
                  <c:v>4.3460000000000001</c:v>
                </c:pt>
                <c:pt idx="404">
                  <c:v>4.2789999999999999</c:v>
                </c:pt>
                <c:pt idx="405">
                  <c:v>4.3129999999999997</c:v>
                </c:pt>
                <c:pt idx="406">
                  <c:v>4.1669999999999998</c:v>
                </c:pt>
                <c:pt idx="407">
                  <c:v>4.242</c:v>
                </c:pt>
                <c:pt idx="408">
                  <c:v>4.1349999999999998</c:v>
                </c:pt>
                <c:pt idx="409">
                  <c:v>4.1429999999999998</c:v>
                </c:pt>
                <c:pt idx="410">
                  <c:v>4.1970000000000001</c:v>
                </c:pt>
                <c:pt idx="411">
                  <c:v>4.1820000000000004</c:v>
                </c:pt>
                <c:pt idx="412">
                  <c:v>4.258</c:v>
                </c:pt>
                <c:pt idx="413">
                  <c:v>4.2359999999999998</c:v>
                </c:pt>
                <c:pt idx="414">
                  <c:v>4.1769999999999996</c:v>
                </c:pt>
                <c:pt idx="415">
                  <c:v>4.07</c:v>
                </c:pt>
                <c:pt idx="416">
                  <c:v>3.8940000000000001</c:v>
                </c:pt>
                <c:pt idx="417">
                  <c:v>3.9279999999999999</c:v>
                </c:pt>
                <c:pt idx="418">
                  <c:v>3.8610000000000002</c:v>
                </c:pt>
                <c:pt idx="419">
                  <c:v>3.8959999999999999</c:v>
                </c:pt>
                <c:pt idx="420">
                  <c:v>3.8530000000000002</c:v>
                </c:pt>
                <c:pt idx="421">
                  <c:v>3.8010000000000002</c:v>
                </c:pt>
                <c:pt idx="422">
                  <c:v>3.7639999999999998</c:v>
                </c:pt>
                <c:pt idx="423">
                  <c:v>3.7730000000000001</c:v>
                </c:pt>
                <c:pt idx="424">
                  <c:v>3.774</c:v>
                </c:pt>
                <c:pt idx="425">
                  <c:v>3.6219999999999999</c:v>
                </c:pt>
                <c:pt idx="426">
                  <c:v>3.6230000000000002</c:v>
                </c:pt>
                <c:pt idx="427">
                  <c:v>3.6059999999999999</c:v>
                </c:pt>
                <c:pt idx="428">
                  <c:v>3.673</c:v>
                </c:pt>
                <c:pt idx="429">
                  <c:v>3.6669999999999998</c:v>
                </c:pt>
                <c:pt idx="430">
                  <c:v>3.6629999999999998</c:v>
                </c:pt>
                <c:pt idx="431">
                  <c:v>3.5830000000000002</c:v>
                </c:pt>
                <c:pt idx="432">
                  <c:v>3.5489999999999999</c:v>
                </c:pt>
                <c:pt idx="433">
                  <c:v>3.504</c:v>
                </c:pt>
                <c:pt idx="434">
                  <c:v>3.5230000000000001</c:v>
                </c:pt>
                <c:pt idx="435">
                  <c:v>3.53</c:v>
                </c:pt>
                <c:pt idx="436">
                  <c:v>3.4910000000000001</c:v>
                </c:pt>
                <c:pt idx="437">
                  <c:v>3.448</c:v>
                </c:pt>
                <c:pt idx="438">
                  <c:v>3.4689999999999999</c:v>
                </c:pt>
                <c:pt idx="439">
                  <c:v>3.4060000000000001</c:v>
                </c:pt>
                <c:pt idx="440">
                  <c:v>3.38</c:v>
                </c:pt>
                <c:pt idx="441">
                  <c:v>3.36</c:v>
                </c:pt>
                <c:pt idx="442">
                  <c:v>3.395</c:v>
                </c:pt>
                <c:pt idx="443">
                  <c:v>3.6030000000000002</c:v>
                </c:pt>
                <c:pt idx="444">
                  <c:v>3.5659999999999998</c:v>
                </c:pt>
                <c:pt idx="445">
                  <c:v>3.4950000000000001</c:v>
                </c:pt>
                <c:pt idx="446">
                  <c:v>3.552</c:v>
                </c:pt>
                <c:pt idx="447">
                  <c:v>3.6389999999999998</c:v>
                </c:pt>
                <c:pt idx="448">
                  <c:v>3.6110000000000002</c:v>
                </c:pt>
                <c:pt idx="449">
                  <c:v>3.673</c:v>
                </c:pt>
                <c:pt idx="450">
                  <c:v>3.726</c:v>
                </c:pt>
                <c:pt idx="451">
                  <c:v>3.73</c:v>
                </c:pt>
                <c:pt idx="452">
                  <c:v>3.8109999999999999</c:v>
                </c:pt>
                <c:pt idx="453">
                  <c:v>3.661</c:v>
                </c:pt>
                <c:pt idx="454">
                  <c:v>3.597</c:v>
                </c:pt>
                <c:pt idx="455">
                  <c:v>3.5710000000000002</c:v>
                </c:pt>
                <c:pt idx="456">
                  <c:v>3.573</c:v>
                </c:pt>
                <c:pt idx="457">
                  <c:v>3.4769999999999999</c:v>
                </c:pt>
                <c:pt idx="458">
                  <c:v>3.4620000000000002</c:v>
                </c:pt>
                <c:pt idx="459">
                  <c:v>3.4169999999999998</c:v>
                </c:pt>
                <c:pt idx="460">
                  <c:v>3.4119999999999999</c:v>
                </c:pt>
                <c:pt idx="461">
                  <c:v>3.3</c:v>
                </c:pt>
                <c:pt idx="462">
                  <c:v>3.383</c:v>
                </c:pt>
                <c:pt idx="463">
                  <c:v>3.444</c:v>
                </c:pt>
                <c:pt idx="464">
                  <c:v>3.3370000000000002</c:v>
                </c:pt>
                <c:pt idx="465">
                  <c:v>3.222</c:v>
                </c:pt>
                <c:pt idx="466">
                  <c:v>3.2789999999999999</c:v>
                </c:pt>
                <c:pt idx="467">
                  <c:v>3.2290000000000001</c:v>
                </c:pt>
                <c:pt idx="468">
                  <c:v>3.2309999999999999</c:v>
                </c:pt>
                <c:pt idx="469">
                  <c:v>3.2829999999999999</c:v>
                </c:pt>
                <c:pt idx="470">
                  <c:v>3.238</c:v>
                </c:pt>
                <c:pt idx="471">
                  <c:v>3.2970000000000002</c:v>
                </c:pt>
                <c:pt idx="472">
                  <c:v>3.2389999999999999</c:v>
                </c:pt>
                <c:pt idx="473">
                  <c:v>3.2069999999999999</c:v>
                </c:pt>
                <c:pt idx="474">
                  <c:v>3.1480000000000001</c:v>
                </c:pt>
                <c:pt idx="475">
                  <c:v>3.2829999999999999</c:v>
                </c:pt>
                <c:pt idx="476">
                  <c:v>3.2970000000000002</c:v>
                </c:pt>
                <c:pt idx="477">
                  <c:v>3.32</c:v>
                </c:pt>
                <c:pt idx="478">
                  <c:v>3.3620000000000001</c:v>
                </c:pt>
                <c:pt idx="479">
                  <c:v>3.3650000000000002</c:v>
                </c:pt>
                <c:pt idx="480">
                  <c:v>3.43</c:v>
                </c:pt>
                <c:pt idx="481">
                  <c:v>3.3980000000000001</c:v>
                </c:pt>
                <c:pt idx="482">
                  <c:v>3.4710000000000001</c:v>
                </c:pt>
                <c:pt idx="483">
                  <c:v>3.476</c:v>
                </c:pt>
                <c:pt idx="484">
                  <c:v>3.6259999999999999</c:v>
                </c:pt>
                <c:pt idx="485">
                  <c:v>3.641</c:v>
                </c:pt>
                <c:pt idx="486">
                  <c:v>3.6</c:v>
                </c:pt>
                <c:pt idx="487">
                  <c:v>3.6389999999999998</c:v>
                </c:pt>
                <c:pt idx="488">
                  <c:v>3.5950000000000002</c:v>
                </c:pt>
                <c:pt idx="489">
                  <c:v>3.5249999999999999</c:v>
                </c:pt>
                <c:pt idx="490">
                  <c:v>3.6190000000000002</c:v>
                </c:pt>
                <c:pt idx="491">
                  <c:v>3.7530000000000001</c:v>
                </c:pt>
                <c:pt idx="492">
                  <c:v>3.84</c:v>
                </c:pt>
                <c:pt idx="493">
                  <c:v>3.7759999999999998</c:v>
                </c:pt>
                <c:pt idx="494">
                  <c:v>3.7309999999999999</c:v>
                </c:pt>
                <c:pt idx="495">
                  <c:v>3.661</c:v>
                </c:pt>
                <c:pt idx="496">
                  <c:v>3.72</c:v>
                </c:pt>
                <c:pt idx="497">
                  <c:v>3.7389999999999999</c:v>
                </c:pt>
                <c:pt idx="498">
                  <c:v>3.5840000000000001</c:v>
                </c:pt>
                <c:pt idx="499">
                  <c:v>3.4049999999999998</c:v>
                </c:pt>
                <c:pt idx="500">
                  <c:v>3.3370000000000002</c:v>
                </c:pt>
                <c:pt idx="501">
                  <c:v>3.4180000000000001</c:v>
                </c:pt>
                <c:pt idx="502">
                  <c:v>3.3940000000000001</c:v>
                </c:pt>
                <c:pt idx="503">
                  <c:v>3.4060000000000001</c:v>
                </c:pt>
                <c:pt idx="504">
                  <c:v>3.3039999999999998</c:v>
                </c:pt>
                <c:pt idx="505">
                  <c:v>3.3039999999999998</c:v>
                </c:pt>
                <c:pt idx="506">
                  <c:v>3.2869999999999999</c:v>
                </c:pt>
                <c:pt idx="507">
                  <c:v>3.266</c:v>
                </c:pt>
                <c:pt idx="508">
                  <c:v>3.21</c:v>
                </c:pt>
                <c:pt idx="509">
                  <c:v>3.258</c:v>
                </c:pt>
                <c:pt idx="510">
                  <c:v>3.2810000000000001</c:v>
                </c:pt>
                <c:pt idx="511">
                  <c:v>3.28</c:v>
                </c:pt>
                <c:pt idx="512">
                  <c:v>3.3050000000000002</c:v>
                </c:pt>
                <c:pt idx="513">
                  <c:v>3.34</c:v>
                </c:pt>
                <c:pt idx="514">
                  <c:v>3.3889999999999998</c:v>
                </c:pt>
                <c:pt idx="515">
                  <c:v>3.3159999999999998</c:v>
                </c:pt>
                <c:pt idx="516">
                  <c:v>3.3260000000000001</c:v>
                </c:pt>
                <c:pt idx="517">
                  <c:v>3.278</c:v>
                </c:pt>
                <c:pt idx="518">
                  <c:v>3.2890000000000001</c:v>
                </c:pt>
                <c:pt idx="519">
                  <c:v>3.2360000000000002</c:v>
                </c:pt>
                <c:pt idx="520">
                  <c:v>3.2549999999999999</c:v>
                </c:pt>
                <c:pt idx="521">
                  <c:v>3.262</c:v>
                </c:pt>
                <c:pt idx="522">
                  <c:v>3.2730000000000001</c:v>
                </c:pt>
                <c:pt idx="523">
                  <c:v>3.286</c:v>
                </c:pt>
                <c:pt idx="524">
                  <c:v>3.3490000000000002</c:v>
                </c:pt>
                <c:pt idx="525">
                  <c:v>3.3519999999999999</c:v>
                </c:pt>
                <c:pt idx="526">
                  <c:v>3.37</c:v>
                </c:pt>
                <c:pt idx="527">
                  <c:v>3.4089999999999998</c:v>
                </c:pt>
                <c:pt idx="528">
                  <c:v>3.343</c:v>
                </c:pt>
                <c:pt idx="529">
                  <c:v>3.306</c:v>
                </c:pt>
                <c:pt idx="530">
                  <c:v>3.323</c:v>
                </c:pt>
                <c:pt idx="531">
                  <c:v>3.3090000000000002</c:v>
                </c:pt>
                <c:pt idx="532">
                  <c:v>3.3420000000000001</c:v>
                </c:pt>
                <c:pt idx="533">
                  <c:v>3.36</c:v>
                </c:pt>
                <c:pt idx="534">
                  <c:v>3.3719999999999999</c:v>
                </c:pt>
                <c:pt idx="535">
                  <c:v>3.3239999999999998</c:v>
                </c:pt>
                <c:pt idx="536">
                  <c:v>3.278</c:v>
                </c:pt>
                <c:pt idx="537">
                  <c:v>3.31</c:v>
                </c:pt>
                <c:pt idx="538">
                  <c:v>3.3180000000000001</c:v>
                </c:pt>
                <c:pt idx="539">
                  <c:v>3.3410000000000002</c:v>
                </c:pt>
                <c:pt idx="540">
                  <c:v>3.2919999999999998</c:v>
                </c:pt>
                <c:pt idx="541">
                  <c:v>3.274</c:v>
                </c:pt>
                <c:pt idx="542">
                  <c:v>3.3319999999999999</c:v>
                </c:pt>
                <c:pt idx="543">
                  <c:v>3.3029999999999999</c:v>
                </c:pt>
                <c:pt idx="544">
                  <c:v>3.319</c:v>
                </c:pt>
                <c:pt idx="545">
                  <c:v>3.367</c:v>
                </c:pt>
                <c:pt idx="546">
                  <c:v>3.419</c:v>
                </c:pt>
                <c:pt idx="547">
                  <c:v>3.3980000000000001</c:v>
                </c:pt>
                <c:pt idx="548">
                  <c:v>3.4729999999999999</c:v>
                </c:pt>
                <c:pt idx="549">
                  <c:v>3.5019999999999998</c:v>
                </c:pt>
                <c:pt idx="550">
                  <c:v>3.597</c:v>
                </c:pt>
                <c:pt idx="551">
                  <c:v>3.6389999999999998</c:v>
                </c:pt>
                <c:pt idx="552">
                  <c:v>3.6509999999999998</c:v>
                </c:pt>
                <c:pt idx="553">
                  <c:v>3.532</c:v>
                </c:pt>
                <c:pt idx="554">
                  <c:v>3.5489999999999999</c:v>
                </c:pt>
                <c:pt idx="555">
                  <c:v>3.4950000000000001</c:v>
                </c:pt>
                <c:pt idx="556">
                  <c:v>3.5609999999999999</c:v>
                </c:pt>
                <c:pt idx="557">
                  <c:v>3.5219999999999998</c:v>
                </c:pt>
                <c:pt idx="558">
                  <c:v>3.6320000000000001</c:v>
                </c:pt>
                <c:pt idx="559">
                  <c:v>3.613</c:v>
                </c:pt>
                <c:pt idx="560">
                  <c:v>3.5760000000000001</c:v>
                </c:pt>
                <c:pt idx="561">
                  <c:v>3.5779999999999998</c:v>
                </c:pt>
                <c:pt idx="562">
                  <c:v>3.6349999999999998</c:v>
                </c:pt>
                <c:pt idx="563">
                  <c:v>3.6850000000000001</c:v>
                </c:pt>
                <c:pt idx="564">
                  <c:v>3.657</c:v>
                </c:pt>
                <c:pt idx="565">
                  <c:v>3.633</c:v>
                </c:pt>
                <c:pt idx="566">
                  <c:v>3.6419999999999999</c:v>
                </c:pt>
                <c:pt idx="567">
                  <c:v>3.621</c:v>
                </c:pt>
                <c:pt idx="568">
                  <c:v>3.6469999999999998</c:v>
                </c:pt>
                <c:pt idx="569">
                  <c:v>3.6629999999999998</c:v>
                </c:pt>
                <c:pt idx="570">
                  <c:v>3.6110000000000002</c:v>
                </c:pt>
                <c:pt idx="571">
                  <c:v>3.6030000000000002</c:v>
                </c:pt>
                <c:pt idx="572">
                  <c:v>3.6110000000000002</c:v>
                </c:pt>
                <c:pt idx="573">
                  <c:v>3.6259999999999999</c:v>
                </c:pt>
                <c:pt idx="574">
                  <c:v>3.6749999999999998</c:v>
                </c:pt>
                <c:pt idx="575">
                  <c:v>3.6070000000000002</c:v>
                </c:pt>
                <c:pt idx="576">
                  <c:v>3.6230000000000002</c:v>
                </c:pt>
                <c:pt idx="577">
                  <c:v>3.6440000000000001</c:v>
                </c:pt>
                <c:pt idx="578">
                  <c:v>3.7130000000000001</c:v>
                </c:pt>
                <c:pt idx="579">
                  <c:v>3.7610000000000001</c:v>
                </c:pt>
                <c:pt idx="580">
                  <c:v>3.863</c:v>
                </c:pt>
                <c:pt idx="581">
                  <c:v>3.758</c:v>
                </c:pt>
                <c:pt idx="582">
                  <c:v>3.7559999999999998</c:v>
                </c:pt>
                <c:pt idx="583">
                  <c:v>3.657</c:v>
                </c:pt>
                <c:pt idx="584">
                  <c:v>3.6850000000000001</c:v>
                </c:pt>
                <c:pt idx="585">
                  <c:v>3.66</c:v>
                </c:pt>
                <c:pt idx="586">
                  <c:v>3.6509999999999998</c:v>
                </c:pt>
                <c:pt idx="587">
                  <c:v>3.5750000000000002</c:v>
                </c:pt>
                <c:pt idx="588">
                  <c:v>3.6059999999999999</c:v>
                </c:pt>
                <c:pt idx="589">
                  <c:v>3.6360000000000001</c:v>
                </c:pt>
                <c:pt idx="590">
                  <c:v>3.64</c:v>
                </c:pt>
                <c:pt idx="591">
                  <c:v>3.6840000000000002</c:v>
                </c:pt>
                <c:pt idx="592">
                  <c:v>3.6579999999999999</c:v>
                </c:pt>
                <c:pt idx="593">
                  <c:v>3.637</c:v>
                </c:pt>
                <c:pt idx="594">
                  <c:v>3.7280000000000002</c:v>
                </c:pt>
                <c:pt idx="595">
                  <c:v>3.7610000000000001</c:v>
                </c:pt>
                <c:pt idx="596">
                  <c:v>3.7269999999999999</c:v>
                </c:pt>
                <c:pt idx="597">
                  <c:v>3.7930000000000001</c:v>
                </c:pt>
                <c:pt idx="598">
                  <c:v>3.8610000000000002</c:v>
                </c:pt>
                <c:pt idx="599">
                  <c:v>3.8759999999999999</c:v>
                </c:pt>
                <c:pt idx="600">
                  <c:v>3.8140000000000001</c:v>
                </c:pt>
                <c:pt idx="601">
                  <c:v>3.74</c:v>
                </c:pt>
                <c:pt idx="602">
                  <c:v>3.774</c:v>
                </c:pt>
                <c:pt idx="603">
                  <c:v>3.786</c:v>
                </c:pt>
                <c:pt idx="604">
                  <c:v>3.8239999999999998</c:v>
                </c:pt>
                <c:pt idx="605">
                  <c:v>3.8889999999999998</c:v>
                </c:pt>
                <c:pt idx="606">
                  <c:v>3.867</c:v>
                </c:pt>
                <c:pt idx="607">
                  <c:v>3.976</c:v>
                </c:pt>
                <c:pt idx="608">
                  <c:v>3.9140000000000001</c:v>
                </c:pt>
                <c:pt idx="609">
                  <c:v>3.9729999999999999</c:v>
                </c:pt>
                <c:pt idx="610">
                  <c:v>3.9860000000000002</c:v>
                </c:pt>
                <c:pt idx="611">
                  <c:v>3.92</c:v>
                </c:pt>
                <c:pt idx="612">
                  <c:v>3.8780000000000001</c:v>
                </c:pt>
                <c:pt idx="613">
                  <c:v>3.9350000000000001</c:v>
                </c:pt>
                <c:pt idx="614">
                  <c:v>3.8719999999999999</c:v>
                </c:pt>
                <c:pt idx="615">
                  <c:v>3.8439999999999999</c:v>
                </c:pt>
                <c:pt idx="616">
                  <c:v>3.85</c:v>
                </c:pt>
                <c:pt idx="617">
                  <c:v>3.8210000000000002</c:v>
                </c:pt>
                <c:pt idx="618">
                  <c:v>3.778</c:v>
                </c:pt>
                <c:pt idx="619">
                  <c:v>3.8559999999999999</c:v>
                </c:pt>
                <c:pt idx="620">
                  <c:v>3.8860000000000001</c:v>
                </c:pt>
                <c:pt idx="621">
                  <c:v>3.8929999999999998</c:v>
                </c:pt>
                <c:pt idx="622">
                  <c:v>3.9689999999999999</c:v>
                </c:pt>
                <c:pt idx="623">
                  <c:v>3.895</c:v>
                </c:pt>
                <c:pt idx="624">
                  <c:v>3.9609999999999999</c:v>
                </c:pt>
                <c:pt idx="625">
                  <c:v>3.9649999999999999</c:v>
                </c:pt>
                <c:pt idx="626">
                  <c:v>3.9489999999999998</c:v>
                </c:pt>
                <c:pt idx="627">
                  <c:v>3.9169999999999998</c:v>
                </c:pt>
                <c:pt idx="628">
                  <c:v>3.9279999999999999</c:v>
                </c:pt>
                <c:pt idx="629">
                  <c:v>3.9820000000000002</c:v>
                </c:pt>
                <c:pt idx="630">
                  <c:v>3.952</c:v>
                </c:pt>
                <c:pt idx="631">
                  <c:v>3.9630000000000001</c:v>
                </c:pt>
                <c:pt idx="632">
                  <c:v>4.0309999999999997</c:v>
                </c:pt>
                <c:pt idx="633">
                  <c:v>4.0010000000000003</c:v>
                </c:pt>
                <c:pt idx="634">
                  <c:v>4.0119999999999996</c:v>
                </c:pt>
                <c:pt idx="635">
                  <c:v>4.0540000000000003</c:v>
                </c:pt>
                <c:pt idx="636">
                  <c:v>4.03</c:v>
                </c:pt>
                <c:pt idx="637">
                  <c:v>4.351</c:v>
                </c:pt>
                <c:pt idx="638">
                  <c:v>4.3220000000000001</c:v>
                </c:pt>
                <c:pt idx="639">
                  <c:v>4.24</c:v>
                </c:pt>
                <c:pt idx="640">
                  <c:v>4.2190000000000003</c:v>
                </c:pt>
                <c:pt idx="641">
                  <c:v>4.1420000000000003</c:v>
                </c:pt>
                <c:pt idx="642">
                  <c:v>4.101</c:v>
                </c:pt>
                <c:pt idx="643">
                  <c:v>4.1689999999999996</c:v>
                </c:pt>
                <c:pt idx="644">
                  <c:v>4.1909999999999998</c:v>
                </c:pt>
                <c:pt idx="645">
                  <c:v>4.2240000000000002</c:v>
                </c:pt>
                <c:pt idx="646">
                  <c:v>4.2869999999999999</c:v>
                </c:pt>
                <c:pt idx="647">
                  <c:v>4.3620000000000001</c:v>
                </c:pt>
                <c:pt idx="648">
                  <c:v>4.327</c:v>
                </c:pt>
                <c:pt idx="649">
                  <c:v>4.3739999999999997</c:v>
                </c:pt>
                <c:pt idx="650">
                  <c:v>4.2690000000000001</c:v>
                </c:pt>
                <c:pt idx="651">
                  <c:v>4.2809999999999997</c:v>
                </c:pt>
                <c:pt idx="652">
                  <c:v>4.3920000000000003</c:v>
                </c:pt>
                <c:pt idx="653">
                  <c:v>4.28</c:v>
                </c:pt>
                <c:pt idx="654">
                  <c:v>4.3120000000000003</c:v>
                </c:pt>
                <c:pt idx="655">
                  <c:v>4.3250000000000002</c:v>
                </c:pt>
                <c:pt idx="656">
                  <c:v>4.2880000000000003</c:v>
                </c:pt>
                <c:pt idx="657">
                  <c:v>4.1680000000000001</c:v>
                </c:pt>
                <c:pt idx="658">
                  <c:v>4.1050000000000004</c:v>
                </c:pt>
                <c:pt idx="659">
                  <c:v>4.056</c:v>
                </c:pt>
                <c:pt idx="660">
                  <c:v>4.0549999999999997</c:v>
                </c:pt>
                <c:pt idx="661">
                  <c:v>4.0220000000000002</c:v>
                </c:pt>
                <c:pt idx="662">
                  <c:v>3.9449999999999998</c:v>
                </c:pt>
                <c:pt idx="663">
                  <c:v>3.9689999999999999</c:v>
                </c:pt>
                <c:pt idx="664">
                  <c:v>4.0049999999999999</c:v>
                </c:pt>
                <c:pt idx="665">
                  <c:v>3.98</c:v>
                </c:pt>
                <c:pt idx="666">
                  <c:v>3.8149999999999999</c:v>
                </c:pt>
                <c:pt idx="667">
                  <c:v>3.7989999999999999</c:v>
                </c:pt>
                <c:pt idx="668">
                  <c:v>3.7959999999999998</c:v>
                </c:pt>
                <c:pt idx="669">
                  <c:v>3.7549999999999999</c:v>
                </c:pt>
                <c:pt idx="670">
                  <c:v>3.726</c:v>
                </c:pt>
                <c:pt idx="671">
                  <c:v>3.762</c:v>
                </c:pt>
                <c:pt idx="672">
                  <c:v>3.7120000000000002</c:v>
                </c:pt>
                <c:pt idx="673">
                  <c:v>3.7789999999999999</c:v>
                </c:pt>
                <c:pt idx="674">
                  <c:v>3.7669999999999999</c:v>
                </c:pt>
                <c:pt idx="675">
                  <c:v>3.726</c:v>
                </c:pt>
                <c:pt idx="676">
                  <c:v>3.641</c:v>
                </c:pt>
                <c:pt idx="677">
                  <c:v>3.6989999999999998</c:v>
                </c:pt>
                <c:pt idx="678">
                  <c:v>3.6989999999999998</c:v>
                </c:pt>
                <c:pt idx="679">
                  <c:v>3.6259999999999999</c:v>
                </c:pt>
                <c:pt idx="680">
                  <c:v>3.5790000000000002</c:v>
                </c:pt>
                <c:pt idx="681">
                  <c:v>3.5329999999999999</c:v>
                </c:pt>
                <c:pt idx="682">
                  <c:v>3.5760000000000001</c:v>
                </c:pt>
                <c:pt idx="683">
                  <c:v>3.5339999999999998</c:v>
                </c:pt>
                <c:pt idx="684">
                  <c:v>3.5659999999999998</c:v>
                </c:pt>
                <c:pt idx="685">
                  <c:v>3.5270000000000001</c:v>
                </c:pt>
                <c:pt idx="686">
                  <c:v>3.5249999999999999</c:v>
                </c:pt>
                <c:pt idx="687">
                  <c:v>3.3319999999999999</c:v>
                </c:pt>
                <c:pt idx="688">
                  <c:v>3.3580000000000001</c:v>
                </c:pt>
                <c:pt idx="689">
                  <c:v>3.3359999999999999</c:v>
                </c:pt>
                <c:pt idx="690">
                  <c:v>3.3279999999999998</c:v>
                </c:pt>
                <c:pt idx="691">
                  <c:v>3.28</c:v>
                </c:pt>
                <c:pt idx="692">
                  <c:v>3.2970000000000002</c:v>
                </c:pt>
                <c:pt idx="693">
                  <c:v>3.3010000000000002</c:v>
                </c:pt>
                <c:pt idx="694">
                  <c:v>3.2709999999999999</c:v>
                </c:pt>
                <c:pt idx="695">
                  <c:v>3.26</c:v>
                </c:pt>
                <c:pt idx="696">
                  <c:v>3.1829999999999998</c:v>
                </c:pt>
                <c:pt idx="697">
                  <c:v>3.1829999999999998</c:v>
                </c:pt>
                <c:pt idx="698">
                  <c:v>3.306</c:v>
                </c:pt>
                <c:pt idx="699">
                  <c:v>3.3380000000000001</c:v>
                </c:pt>
                <c:pt idx="700">
                  <c:v>3.2879999999999998</c:v>
                </c:pt>
                <c:pt idx="701">
                  <c:v>3.3439999999999999</c:v>
                </c:pt>
                <c:pt idx="702">
                  <c:v>3.3439999999999999</c:v>
                </c:pt>
                <c:pt idx="703">
                  <c:v>3.323</c:v>
                </c:pt>
                <c:pt idx="704">
                  <c:v>3.3460000000000001</c:v>
                </c:pt>
                <c:pt idx="705">
                  <c:v>3.3069999999999999</c:v>
                </c:pt>
                <c:pt idx="706">
                  <c:v>3.306</c:v>
                </c:pt>
                <c:pt idx="707">
                  <c:v>3.2930000000000001</c:v>
                </c:pt>
                <c:pt idx="708">
                  <c:v>3.3220000000000001</c:v>
                </c:pt>
                <c:pt idx="709">
                  <c:v>3.3690000000000002</c:v>
                </c:pt>
                <c:pt idx="710">
                  <c:v>3.38</c:v>
                </c:pt>
                <c:pt idx="711">
                  <c:v>3.4220000000000002</c:v>
                </c:pt>
                <c:pt idx="712">
                  <c:v>3.3719999999999999</c:v>
                </c:pt>
                <c:pt idx="713">
                  <c:v>3.3719999999999999</c:v>
                </c:pt>
                <c:pt idx="714">
                  <c:v>3.4</c:v>
                </c:pt>
                <c:pt idx="715">
                  <c:v>3.419</c:v>
                </c:pt>
                <c:pt idx="716">
                  <c:v>3.3860000000000001</c:v>
                </c:pt>
                <c:pt idx="717">
                  <c:v>3.4359999999999999</c:v>
                </c:pt>
                <c:pt idx="718">
                  <c:v>3.35</c:v>
                </c:pt>
                <c:pt idx="719">
                  <c:v>3.3450000000000002</c:v>
                </c:pt>
                <c:pt idx="720">
                  <c:v>3.339</c:v>
                </c:pt>
                <c:pt idx="721">
                  <c:v>3.2869999999999999</c:v>
                </c:pt>
                <c:pt idx="722">
                  <c:v>3.3740000000000001</c:v>
                </c:pt>
                <c:pt idx="723">
                  <c:v>3.3820000000000001</c:v>
                </c:pt>
                <c:pt idx="724">
                  <c:v>3.3780000000000001</c:v>
                </c:pt>
                <c:pt idx="725">
                  <c:v>3.4</c:v>
                </c:pt>
                <c:pt idx="726">
                  <c:v>3.4529999999999998</c:v>
                </c:pt>
                <c:pt idx="727">
                  <c:v>3.5019999999999998</c:v>
                </c:pt>
                <c:pt idx="728">
                  <c:v>3.4769999999999999</c:v>
                </c:pt>
                <c:pt idx="729">
                  <c:v>3.4820000000000002</c:v>
                </c:pt>
                <c:pt idx="730">
                  <c:v>3.4670000000000001</c:v>
                </c:pt>
                <c:pt idx="731">
                  <c:v>3.4889999999999999</c:v>
                </c:pt>
                <c:pt idx="732">
                  <c:v>3.4740000000000002</c:v>
                </c:pt>
                <c:pt idx="733">
                  <c:v>3.4239999999999999</c:v>
                </c:pt>
                <c:pt idx="734">
                  <c:v>3.468</c:v>
                </c:pt>
                <c:pt idx="735">
                  <c:v>3.4020000000000001</c:v>
                </c:pt>
                <c:pt idx="736">
                  <c:v>3.43</c:v>
                </c:pt>
                <c:pt idx="737">
                  <c:v>3.4420000000000002</c:v>
                </c:pt>
                <c:pt idx="738">
                  <c:v>3.4750000000000001</c:v>
                </c:pt>
                <c:pt idx="739">
                  <c:v>3.4340000000000002</c:v>
                </c:pt>
                <c:pt idx="740">
                  <c:v>3.4089999999999998</c:v>
                </c:pt>
                <c:pt idx="741">
                  <c:v>3.3809999999999998</c:v>
                </c:pt>
                <c:pt idx="742">
                  <c:v>3.399</c:v>
                </c:pt>
                <c:pt idx="743">
                  <c:v>3.3340000000000001</c:v>
                </c:pt>
                <c:pt idx="744">
                  <c:v>3.3420000000000001</c:v>
                </c:pt>
                <c:pt idx="745">
                  <c:v>3.335</c:v>
                </c:pt>
                <c:pt idx="746">
                  <c:v>3.331</c:v>
                </c:pt>
                <c:pt idx="747">
                  <c:v>3.3540000000000001</c:v>
                </c:pt>
                <c:pt idx="748">
                  <c:v>3.41</c:v>
                </c:pt>
                <c:pt idx="749">
                  <c:v>3.4350000000000001</c:v>
                </c:pt>
                <c:pt idx="750">
                  <c:v>3.472</c:v>
                </c:pt>
                <c:pt idx="751">
                  <c:v>3.4510000000000001</c:v>
                </c:pt>
                <c:pt idx="752">
                  <c:v>3.411</c:v>
                </c:pt>
                <c:pt idx="753">
                  <c:v>3.3620000000000001</c:v>
                </c:pt>
                <c:pt idx="754">
                  <c:v>3.37</c:v>
                </c:pt>
                <c:pt idx="755">
                  <c:v>3.3969999999999998</c:v>
                </c:pt>
                <c:pt idx="756">
                  <c:v>3.3730000000000002</c:v>
                </c:pt>
                <c:pt idx="757">
                  <c:v>3.3769999999999998</c:v>
                </c:pt>
                <c:pt idx="758">
                  <c:v>3.4129999999999998</c:v>
                </c:pt>
                <c:pt idx="759">
                  <c:v>3.3809999999999998</c:v>
                </c:pt>
                <c:pt idx="760">
                  <c:v>3.4249999999999998</c:v>
                </c:pt>
                <c:pt idx="761">
                  <c:v>3.452</c:v>
                </c:pt>
                <c:pt idx="762">
                  <c:v>3.4569999999999999</c:v>
                </c:pt>
                <c:pt idx="763">
                  <c:v>3.4329999999999998</c:v>
                </c:pt>
                <c:pt idx="764">
                  <c:v>3.488</c:v>
                </c:pt>
                <c:pt idx="765">
                  <c:v>3.5030000000000001</c:v>
                </c:pt>
                <c:pt idx="766">
                  <c:v>3.585</c:v>
                </c:pt>
                <c:pt idx="767">
                  <c:v>3.5379999999999998</c:v>
                </c:pt>
                <c:pt idx="768">
                  <c:v>3.5609999999999999</c:v>
                </c:pt>
                <c:pt idx="769">
                  <c:v>3.6179999999999999</c:v>
                </c:pt>
                <c:pt idx="770">
                  <c:v>3.6320000000000001</c:v>
                </c:pt>
                <c:pt idx="771">
                  <c:v>3.5619999999999998</c:v>
                </c:pt>
                <c:pt idx="772">
                  <c:v>3.5830000000000002</c:v>
                </c:pt>
                <c:pt idx="773">
                  <c:v>3.65</c:v>
                </c:pt>
                <c:pt idx="774">
                  <c:v>3.625</c:v>
                </c:pt>
                <c:pt idx="775">
                  <c:v>3.645</c:v>
                </c:pt>
                <c:pt idx="776">
                  <c:v>3.7069999999999999</c:v>
                </c:pt>
                <c:pt idx="777">
                  <c:v>3.694</c:v>
                </c:pt>
                <c:pt idx="778">
                  <c:v>3.7040000000000002</c:v>
                </c:pt>
                <c:pt idx="779">
                  <c:v>3.6560000000000001</c:v>
                </c:pt>
                <c:pt idx="780">
                  <c:v>3.6379999999999999</c:v>
                </c:pt>
                <c:pt idx="781">
                  <c:v>3.6139999999999999</c:v>
                </c:pt>
                <c:pt idx="782">
                  <c:v>3.536</c:v>
                </c:pt>
                <c:pt idx="783">
                  <c:v>3.53</c:v>
                </c:pt>
                <c:pt idx="784">
                  <c:v>3.556</c:v>
                </c:pt>
                <c:pt idx="785">
                  <c:v>3.5379999999999998</c:v>
                </c:pt>
                <c:pt idx="786">
                  <c:v>3.5539999999999998</c:v>
                </c:pt>
                <c:pt idx="787">
                  <c:v>3.5459999999999998</c:v>
                </c:pt>
                <c:pt idx="788">
                  <c:v>3.4580000000000002</c:v>
                </c:pt>
                <c:pt idx="789">
                  <c:v>3.4540000000000002</c:v>
                </c:pt>
                <c:pt idx="790">
                  <c:v>3.4969999999999999</c:v>
                </c:pt>
                <c:pt idx="791">
                  <c:v>3.4910000000000001</c:v>
                </c:pt>
                <c:pt idx="792">
                  <c:v>3.4780000000000002</c:v>
                </c:pt>
                <c:pt idx="793">
                  <c:v>3.472</c:v>
                </c:pt>
                <c:pt idx="794">
                  <c:v>3.5150000000000001</c:v>
                </c:pt>
                <c:pt idx="795">
                  <c:v>3.4980000000000002</c:v>
                </c:pt>
                <c:pt idx="796">
                  <c:v>3.4809999999999999</c:v>
                </c:pt>
                <c:pt idx="797">
                  <c:v>3.536</c:v>
                </c:pt>
                <c:pt idx="798">
                  <c:v>3.5640000000000001</c:v>
                </c:pt>
                <c:pt idx="799">
                  <c:v>3.5779999999999998</c:v>
                </c:pt>
                <c:pt idx="800">
                  <c:v>3.532</c:v>
                </c:pt>
                <c:pt idx="801">
                  <c:v>3.47</c:v>
                </c:pt>
                <c:pt idx="802">
                  <c:v>3.43</c:v>
                </c:pt>
                <c:pt idx="803">
                  <c:v>3.3849999999999998</c:v>
                </c:pt>
                <c:pt idx="804">
                  <c:v>3.4329999999999998</c:v>
                </c:pt>
                <c:pt idx="805">
                  <c:v>3.4249999999999998</c:v>
                </c:pt>
                <c:pt idx="806">
                  <c:v>3.3820000000000001</c:v>
                </c:pt>
                <c:pt idx="807">
                  <c:v>3.3450000000000002</c:v>
                </c:pt>
                <c:pt idx="808">
                  <c:v>3.302</c:v>
                </c:pt>
                <c:pt idx="809">
                  <c:v>3.2829999999999999</c:v>
                </c:pt>
                <c:pt idx="810">
                  <c:v>3.2789999999999999</c:v>
                </c:pt>
                <c:pt idx="811">
                  <c:v>3.2309999999999999</c:v>
                </c:pt>
                <c:pt idx="812">
                  <c:v>3.2690000000000001</c:v>
                </c:pt>
                <c:pt idx="813">
                  <c:v>3.2549999999999999</c:v>
                </c:pt>
                <c:pt idx="814">
                  <c:v>3.2639999999999998</c:v>
                </c:pt>
                <c:pt idx="815">
                  <c:v>3.2709999999999999</c:v>
                </c:pt>
                <c:pt idx="816">
                  <c:v>3.278</c:v>
                </c:pt>
                <c:pt idx="817">
                  <c:v>3.3</c:v>
                </c:pt>
                <c:pt idx="818">
                  <c:v>3.266</c:v>
                </c:pt>
                <c:pt idx="819">
                  <c:v>3.3119999999999998</c:v>
                </c:pt>
                <c:pt idx="820">
                  <c:v>3.2890000000000001</c:v>
                </c:pt>
                <c:pt idx="821">
                  <c:v>3.274</c:v>
                </c:pt>
                <c:pt idx="822">
                  <c:v>3.234</c:v>
                </c:pt>
                <c:pt idx="823">
                  <c:v>3.2269999999999999</c:v>
                </c:pt>
                <c:pt idx="824">
                  <c:v>3.2120000000000002</c:v>
                </c:pt>
                <c:pt idx="825">
                  <c:v>3.1909999999999998</c:v>
                </c:pt>
                <c:pt idx="826">
                  <c:v>3.198</c:v>
                </c:pt>
                <c:pt idx="827">
                  <c:v>3.234</c:v>
                </c:pt>
                <c:pt idx="828">
                  <c:v>3.177</c:v>
                </c:pt>
                <c:pt idx="829">
                  <c:v>3.177</c:v>
                </c:pt>
                <c:pt idx="830">
                  <c:v>3.137</c:v>
                </c:pt>
                <c:pt idx="831">
                  <c:v>3.1389999999999998</c:v>
                </c:pt>
                <c:pt idx="832">
                  <c:v>3.1379999999999999</c:v>
                </c:pt>
                <c:pt idx="833">
                  <c:v>3.1560000000000001</c:v>
                </c:pt>
                <c:pt idx="834">
                  <c:v>3.145</c:v>
                </c:pt>
                <c:pt idx="835">
                  <c:v>3.1709999999999998</c:v>
                </c:pt>
                <c:pt idx="836">
                  <c:v>3.1309999999999998</c:v>
                </c:pt>
                <c:pt idx="837">
                  <c:v>3.1280000000000001</c:v>
                </c:pt>
                <c:pt idx="838">
                  <c:v>3.1080000000000001</c:v>
                </c:pt>
                <c:pt idx="839">
                  <c:v>3.0459999999999998</c:v>
                </c:pt>
                <c:pt idx="840">
                  <c:v>3.052</c:v>
                </c:pt>
                <c:pt idx="841">
                  <c:v>3.0640000000000001</c:v>
                </c:pt>
                <c:pt idx="842">
                  <c:v>3.01</c:v>
                </c:pt>
                <c:pt idx="843">
                  <c:v>2.976</c:v>
                </c:pt>
                <c:pt idx="844">
                  <c:v>2.8780000000000001</c:v>
                </c:pt>
                <c:pt idx="845">
                  <c:v>2.9929999999999999</c:v>
                </c:pt>
                <c:pt idx="846">
                  <c:v>3.0009999999999999</c:v>
                </c:pt>
                <c:pt idx="847">
                  <c:v>2.9969999999999999</c:v>
                </c:pt>
                <c:pt idx="848">
                  <c:v>3.012</c:v>
                </c:pt>
                <c:pt idx="849">
                  <c:v>3</c:v>
                </c:pt>
                <c:pt idx="850">
                  <c:v>2.9740000000000002</c:v>
                </c:pt>
                <c:pt idx="851">
                  <c:v>2.9449999999999998</c:v>
                </c:pt>
                <c:pt idx="852">
                  <c:v>2.9729999999999999</c:v>
                </c:pt>
                <c:pt idx="853">
                  <c:v>2.9849999999999999</c:v>
                </c:pt>
                <c:pt idx="854">
                  <c:v>2.9990000000000001</c:v>
                </c:pt>
                <c:pt idx="855">
                  <c:v>2.9969999999999999</c:v>
                </c:pt>
                <c:pt idx="856">
                  <c:v>2.98</c:v>
                </c:pt>
                <c:pt idx="857">
                  <c:v>3.0049999999999999</c:v>
                </c:pt>
                <c:pt idx="858">
                  <c:v>2.9740000000000002</c:v>
                </c:pt>
                <c:pt idx="859">
                  <c:v>3.073</c:v>
                </c:pt>
                <c:pt idx="860">
                  <c:v>3.0539999999999998</c:v>
                </c:pt>
                <c:pt idx="861">
                  <c:v>3.0750000000000002</c:v>
                </c:pt>
                <c:pt idx="862">
                  <c:v>3.0880000000000001</c:v>
                </c:pt>
                <c:pt idx="863">
                  <c:v>3.121</c:v>
                </c:pt>
                <c:pt idx="864">
                  <c:v>3.12</c:v>
                </c:pt>
                <c:pt idx="865">
                  <c:v>3.052</c:v>
                </c:pt>
                <c:pt idx="866">
                  <c:v>3.03</c:v>
                </c:pt>
                <c:pt idx="867">
                  <c:v>2.99</c:v>
                </c:pt>
                <c:pt idx="868">
                  <c:v>3.032</c:v>
                </c:pt>
                <c:pt idx="869">
                  <c:v>3.01</c:v>
                </c:pt>
                <c:pt idx="870">
                  <c:v>2.9430000000000001</c:v>
                </c:pt>
                <c:pt idx="871">
                  <c:v>2.97</c:v>
                </c:pt>
                <c:pt idx="872">
                  <c:v>2.9279999999999999</c:v>
                </c:pt>
                <c:pt idx="873">
                  <c:v>2.9790000000000001</c:v>
                </c:pt>
                <c:pt idx="874">
                  <c:v>2.9889999999999999</c:v>
                </c:pt>
                <c:pt idx="875">
                  <c:v>3.0219999999999998</c:v>
                </c:pt>
                <c:pt idx="876">
                  <c:v>3.0259999999999998</c:v>
                </c:pt>
                <c:pt idx="877">
                  <c:v>2.9969999999999999</c:v>
                </c:pt>
                <c:pt idx="878">
                  <c:v>3.0009999999999999</c:v>
                </c:pt>
                <c:pt idx="879">
                  <c:v>3</c:v>
                </c:pt>
                <c:pt idx="880">
                  <c:v>2.992</c:v>
                </c:pt>
                <c:pt idx="881">
                  <c:v>2.9319999999999999</c:v>
                </c:pt>
                <c:pt idx="882">
                  <c:v>2.996</c:v>
                </c:pt>
                <c:pt idx="883">
                  <c:v>3.101</c:v>
                </c:pt>
                <c:pt idx="884">
                  <c:v>3.077</c:v>
                </c:pt>
                <c:pt idx="885">
                  <c:v>3.0880000000000001</c:v>
                </c:pt>
                <c:pt idx="886">
                  <c:v>3.085</c:v>
                </c:pt>
                <c:pt idx="887">
                  <c:v>3.0870000000000002</c:v>
                </c:pt>
                <c:pt idx="888">
                  <c:v>3.05</c:v>
                </c:pt>
                <c:pt idx="889">
                  <c:v>3.008</c:v>
                </c:pt>
                <c:pt idx="890">
                  <c:v>3.028</c:v>
                </c:pt>
                <c:pt idx="891">
                  <c:v>3.0720000000000001</c:v>
                </c:pt>
                <c:pt idx="892">
                  <c:v>3.0539999999999998</c:v>
                </c:pt>
                <c:pt idx="893">
                  <c:v>3.13</c:v>
                </c:pt>
                <c:pt idx="894">
                  <c:v>3.1280000000000001</c:v>
                </c:pt>
                <c:pt idx="895">
                  <c:v>3.0739999999999998</c:v>
                </c:pt>
                <c:pt idx="896">
                  <c:v>3.0539999999999998</c:v>
                </c:pt>
                <c:pt idx="897">
                  <c:v>3.117</c:v>
                </c:pt>
                <c:pt idx="898">
                  <c:v>3.1179999999999999</c:v>
                </c:pt>
                <c:pt idx="899">
                  <c:v>3.105</c:v>
                </c:pt>
                <c:pt idx="900">
                  <c:v>3.1</c:v>
                </c:pt>
                <c:pt idx="901">
                  <c:v>3.09</c:v>
                </c:pt>
                <c:pt idx="902">
                  <c:v>3.0960000000000001</c:v>
                </c:pt>
                <c:pt idx="903">
                  <c:v>3.073</c:v>
                </c:pt>
                <c:pt idx="904">
                  <c:v>3.1339999999999999</c:v>
                </c:pt>
                <c:pt idx="905">
                  <c:v>3.0979999999999999</c:v>
                </c:pt>
                <c:pt idx="906">
                  <c:v>3.0489999999999999</c:v>
                </c:pt>
                <c:pt idx="907">
                  <c:v>3.0379999999999998</c:v>
                </c:pt>
                <c:pt idx="908">
                  <c:v>3.0139999999999998</c:v>
                </c:pt>
                <c:pt idx="909">
                  <c:v>3.0670000000000002</c:v>
                </c:pt>
                <c:pt idx="910">
                  <c:v>3.0739999999999998</c:v>
                </c:pt>
                <c:pt idx="911">
                  <c:v>3.0840000000000001</c:v>
                </c:pt>
                <c:pt idx="912">
                  <c:v>3.0630000000000002</c:v>
                </c:pt>
                <c:pt idx="913">
                  <c:v>3.036</c:v>
                </c:pt>
                <c:pt idx="914">
                  <c:v>3.0169999999999999</c:v>
                </c:pt>
                <c:pt idx="915">
                  <c:v>2.9780000000000002</c:v>
                </c:pt>
                <c:pt idx="916">
                  <c:v>2.976</c:v>
                </c:pt>
                <c:pt idx="917">
                  <c:v>2.92</c:v>
                </c:pt>
                <c:pt idx="918">
                  <c:v>2.903</c:v>
                </c:pt>
                <c:pt idx="919">
                  <c:v>2.88</c:v>
                </c:pt>
                <c:pt idx="920">
                  <c:v>2.7879999999999998</c:v>
                </c:pt>
                <c:pt idx="921">
                  <c:v>2.7509999999999999</c:v>
                </c:pt>
                <c:pt idx="922">
                  <c:v>2.6970000000000001</c:v>
                </c:pt>
                <c:pt idx="923">
                  <c:v>2.7130000000000001</c:v>
                </c:pt>
                <c:pt idx="924">
                  <c:v>2.7650000000000001</c:v>
                </c:pt>
                <c:pt idx="925">
                  <c:v>2.738</c:v>
                </c:pt>
                <c:pt idx="926">
                  <c:v>2.7440000000000002</c:v>
                </c:pt>
                <c:pt idx="927">
                  <c:v>2.677</c:v>
                </c:pt>
                <c:pt idx="928">
                  <c:v>2.645</c:v>
                </c:pt>
                <c:pt idx="929">
                  <c:v>2.6920000000000002</c:v>
                </c:pt>
                <c:pt idx="930">
                  <c:v>2.7</c:v>
                </c:pt>
                <c:pt idx="931">
                  <c:v>2.6760000000000002</c:v>
                </c:pt>
                <c:pt idx="932">
                  <c:v>2.7210000000000001</c:v>
                </c:pt>
                <c:pt idx="933">
                  <c:v>2.79</c:v>
                </c:pt>
                <c:pt idx="934">
                  <c:v>2.738</c:v>
                </c:pt>
                <c:pt idx="935">
                  <c:v>2.8140000000000001</c:v>
                </c:pt>
                <c:pt idx="936">
                  <c:v>2.8730000000000002</c:v>
                </c:pt>
                <c:pt idx="937">
                  <c:v>2.8439999999999999</c:v>
                </c:pt>
                <c:pt idx="938">
                  <c:v>2.8759999999999999</c:v>
                </c:pt>
                <c:pt idx="939">
                  <c:v>2.9039999999999999</c:v>
                </c:pt>
                <c:pt idx="940">
                  <c:v>2.8759999999999999</c:v>
                </c:pt>
                <c:pt idx="941">
                  <c:v>2.855</c:v>
                </c:pt>
                <c:pt idx="942">
                  <c:v>2.855</c:v>
                </c:pt>
                <c:pt idx="943">
                  <c:v>2.7490000000000001</c:v>
                </c:pt>
                <c:pt idx="944">
                  <c:v>2.754</c:v>
                </c:pt>
                <c:pt idx="945">
                  <c:v>2.8170000000000002</c:v>
                </c:pt>
                <c:pt idx="946">
                  <c:v>2.794</c:v>
                </c:pt>
                <c:pt idx="947">
                  <c:v>2.7959999999999998</c:v>
                </c:pt>
                <c:pt idx="948">
                  <c:v>2.778</c:v>
                </c:pt>
                <c:pt idx="949">
                  <c:v>2.8370000000000002</c:v>
                </c:pt>
                <c:pt idx="950">
                  <c:v>2.871</c:v>
                </c:pt>
                <c:pt idx="951">
                  <c:v>2.8410000000000002</c:v>
                </c:pt>
                <c:pt idx="952">
                  <c:v>2.86</c:v>
                </c:pt>
                <c:pt idx="953">
                  <c:v>2.802</c:v>
                </c:pt>
                <c:pt idx="954">
                  <c:v>2.8130000000000002</c:v>
                </c:pt>
                <c:pt idx="955">
                  <c:v>2.8679999999999999</c:v>
                </c:pt>
                <c:pt idx="956">
                  <c:v>2.8180000000000001</c:v>
                </c:pt>
                <c:pt idx="957">
                  <c:v>2.827</c:v>
                </c:pt>
                <c:pt idx="958">
                  <c:v>2.8370000000000002</c:v>
                </c:pt>
                <c:pt idx="959">
                  <c:v>2.859</c:v>
                </c:pt>
                <c:pt idx="960">
                  <c:v>2.859</c:v>
                </c:pt>
                <c:pt idx="961">
                  <c:v>2.835</c:v>
                </c:pt>
                <c:pt idx="962">
                  <c:v>2.8439999999999999</c:v>
                </c:pt>
                <c:pt idx="963">
                  <c:v>2.8180000000000001</c:v>
                </c:pt>
                <c:pt idx="964">
                  <c:v>2.7959999999999998</c:v>
                </c:pt>
                <c:pt idx="965">
                  <c:v>2.8359999999999999</c:v>
                </c:pt>
                <c:pt idx="966">
                  <c:v>2.83</c:v>
                </c:pt>
                <c:pt idx="967">
                  <c:v>2.8490000000000002</c:v>
                </c:pt>
                <c:pt idx="968">
                  <c:v>2.879</c:v>
                </c:pt>
                <c:pt idx="969">
                  <c:v>2.8719999999999999</c:v>
                </c:pt>
                <c:pt idx="970">
                  <c:v>2.8460000000000001</c:v>
                </c:pt>
                <c:pt idx="971">
                  <c:v>2.8690000000000002</c:v>
                </c:pt>
                <c:pt idx="972">
                  <c:v>2.8780000000000001</c:v>
                </c:pt>
                <c:pt idx="973">
                  <c:v>2.8730000000000002</c:v>
                </c:pt>
                <c:pt idx="974">
                  <c:v>2.8879999999999999</c:v>
                </c:pt>
                <c:pt idx="975">
                  <c:v>2.8559999999999999</c:v>
                </c:pt>
                <c:pt idx="976">
                  <c:v>2.8250000000000002</c:v>
                </c:pt>
                <c:pt idx="977">
                  <c:v>2.7970000000000002</c:v>
                </c:pt>
                <c:pt idx="978">
                  <c:v>2.7519999999999998</c:v>
                </c:pt>
                <c:pt idx="979">
                  <c:v>2.754</c:v>
                </c:pt>
                <c:pt idx="980">
                  <c:v>2.706</c:v>
                </c:pt>
                <c:pt idx="981">
                  <c:v>2.7029999999999998</c:v>
                </c:pt>
                <c:pt idx="982">
                  <c:v>2.7730000000000001</c:v>
                </c:pt>
                <c:pt idx="983">
                  <c:v>2.806</c:v>
                </c:pt>
                <c:pt idx="984">
                  <c:v>2.7730000000000001</c:v>
                </c:pt>
                <c:pt idx="985">
                  <c:v>2.8010000000000002</c:v>
                </c:pt>
                <c:pt idx="986">
                  <c:v>2.76</c:v>
                </c:pt>
                <c:pt idx="987">
                  <c:v>2.7629999999999999</c:v>
                </c:pt>
                <c:pt idx="988">
                  <c:v>2.77</c:v>
                </c:pt>
                <c:pt idx="989">
                  <c:v>2.8130000000000002</c:v>
                </c:pt>
                <c:pt idx="990">
                  <c:v>2.8050000000000002</c:v>
                </c:pt>
                <c:pt idx="991">
                  <c:v>2.7879999999999998</c:v>
                </c:pt>
                <c:pt idx="992">
                  <c:v>2.8109999999999999</c:v>
                </c:pt>
                <c:pt idx="993">
                  <c:v>2.7919999999999998</c:v>
                </c:pt>
                <c:pt idx="994">
                  <c:v>2.8050000000000002</c:v>
                </c:pt>
                <c:pt idx="995">
                  <c:v>2.8159999999999998</c:v>
                </c:pt>
                <c:pt idx="996">
                  <c:v>2.8210000000000002</c:v>
                </c:pt>
                <c:pt idx="997">
                  <c:v>2.839</c:v>
                </c:pt>
                <c:pt idx="998">
                  <c:v>2.8380000000000001</c:v>
                </c:pt>
                <c:pt idx="999">
                  <c:v>2.8420000000000001</c:v>
                </c:pt>
                <c:pt idx="1000">
                  <c:v>2.7709999999999999</c:v>
                </c:pt>
                <c:pt idx="1001">
                  <c:v>2.7869999999999999</c:v>
                </c:pt>
                <c:pt idx="1002">
                  <c:v>2.7669999999999999</c:v>
                </c:pt>
                <c:pt idx="1003">
                  <c:v>2.738</c:v>
                </c:pt>
                <c:pt idx="1004">
                  <c:v>2.6920000000000002</c:v>
                </c:pt>
                <c:pt idx="1005">
                  <c:v>2.6480000000000001</c:v>
                </c:pt>
                <c:pt idx="1006">
                  <c:v>2.6859999999999999</c:v>
                </c:pt>
                <c:pt idx="1007">
                  <c:v>2.7320000000000002</c:v>
                </c:pt>
                <c:pt idx="1008">
                  <c:v>2.702</c:v>
                </c:pt>
                <c:pt idx="1009">
                  <c:v>2.6960000000000002</c:v>
                </c:pt>
                <c:pt idx="1010">
                  <c:v>2.6909999999999998</c:v>
                </c:pt>
                <c:pt idx="1011">
                  <c:v>2.6640000000000001</c:v>
                </c:pt>
                <c:pt idx="1012">
                  <c:v>2.629</c:v>
                </c:pt>
                <c:pt idx="1013">
                  <c:v>2.645</c:v>
                </c:pt>
                <c:pt idx="1014">
                  <c:v>2.62</c:v>
                </c:pt>
                <c:pt idx="1015">
                  <c:v>2.6019999999999999</c:v>
                </c:pt>
                <c:pt idx="1016">
                  <c:v>2.621</c:v>
                </c:pt>
                <c:pt idx="1017">
                  <c:v>2.5979999999999999</c:v>
                </c:pt>
                <c:pt idx="1018">
                  <c:v>2.6230000000000002</c:v>
                </c:pt>
                <c:pt idx="1019">
                  <c:v>2.5760000000000001</c:v>
                </c:pt>
                <c:pt idx="1020">
                  <c:v>2.5880000000000001</c:v>
                </c:pt>
                <c:pt idx="1021">
                  <c:v>2.6030000000000002</c:v>
                </c:pt>
                <c:pt idx="1022">
                  <c:v>2.5630000000000002</c:v>
                </c:pt>
                <c:pt idx="1023">
                  <c:v>2.593</c:v>
                </c:pt>
                <c:pt idx="1024">
                  <c:v>2.6030000000000002</c:v>
                </c:pt>
                <c:pt idx="1025">
                  <c:v>2.6219999999999999</c:v>
                </c:pt>
                <c:pt idx="1026">
                  <c:v>2.67</c:v>
                </c:pt>
                <c:pt idx="1027">
                  <c:v>2.6850000000000001</c:v>
                </c:pt>
                <c:pt idx="1028">
                  <c:v>2.722</c:v>
                </c:pt>
                <c:pt idx="1029">
                  <c:v>2.718</c:v>
                </c:pt>
                <c:pt idx="1030">
                  <c:v>2.7269999999999999</c:v>
                </c:pt>
                <c:pt idx="1031">
                  <c:v>2.6760000000000002</c:v>
                </c:pt>
                <c:pt idx="1032">
                  <c:v>2.7469999999999999</c:v>
                </c:pt>
                <c:pt idx="1033">
                  <c:v>2.7130000000000001</c:v>
                </c:pt>
                <c:pt idx="1034">
                  <c:v>2.76</c:v>
                </c:pt>
                <c:pt idx="1035">
                  <c:v>2.7549999999999999</c:v>
                </c:pt>
                <c:pt idx="1036">
                  <c:v>2.766</c:v>
                </c:pt>
                <c:pt idx="1037">
                  <c:v>2.766</c:v>
                </c:pt>
                <c:pt idx="1038">
                  <c:v>2.7090000000000001</c:v>
                </c:pt>
                <c:pt idx="1039">
                  <c:v>2.706</c:v>
                </c:pt>
                <c:pt idx="1040">
                  <c:v>2.76</c:v>
                </c:pt>
                <c:pt idx="1041">
                  <c:v>2.786</c:v>
                </c:pt>
                <c:pt idx="1042">
                  <c:v>2.7930000000000001</c:v>
                </c:pt>
                <c:pt idx="1043">
                  <c:v>2.8940000000000001</c:v>
                </c:pt>
                <c:pt idx="1044">
                  <c:v>2.891</c:v>
                </c:pt>
                <c:pt idx="1045">
                  <c:v>2.867</c:v>
                </c:pt>
                <c:pt idx="1046">
                  <c:v>2.831</c:v>
                </c:pt>
                <c:pt idx="1047">
                  <c:v>2.8370000000000002</c:v>
                </c:pt>
                <c:pt idx="1048">
                  <c:v>2.827</c:v>
                </c:pt>
                <c:pt idx="1049">
                  <c:v>2.819</c:v>
                </c:pt>
                <c:pt idx="1050">
                  <c:v>2.8639999999999999</c:v>
                </c:pt>
                <c:pt idx="1051">
                  <c:v>2.8679999999999999</c:v>
                </c:pt>
                <c:pt idx="1052">
                  <c:v>2.8759999999999999</c:v>
                </c:pt>
                <c:pt idx="1053">
                  <c:v>2.8740000000000001</c:v>
                </c:pt>
                <c:pt idx="1054">
                  <c:v>2.867</c:v>
                </c:pt>
                <c:pt idx="1055">
                  <c:v>2.8730000000000002</c:v>
                </c:pt>
                <c:pt idx="1056">
                  <c:v>2.823</c:v>
                </c:pt>
                <c:pt idx="1057">
                  <c:v>2.82</c:v>
                </c:pt>
                <c:pt idx="1058">
                  <c:v>2.7879999999999998</c:v>
                </c:pt>
                <c:pt idx="1059">
                  <c:v>2.7850000000000001</c:v>
                </c:pt>
                <c:pt idx="1060">
                  <c:v>2.8050000000000002</c:v>
                </c:pt>
                <c:pt idx="1061">
                  <c:v>2.7839999999999998</c:v>
                </c:pt>
                <c:pt idx="1062">
                  <c:v>2.8319999999999999</c:v>
                </c:pt>
                <c:pt idx="1063">
                  <c:v>2.8140000000000001</c:v>
                </c:pt>
                <c:pt idx="1064">
                  <c:v>2.8279999999999998</c:v>
                </c:pt>
                <c:pt idx="1065">
                  <c:v>2.84</c:v>
                </c:pt>
                <c:pt idx="1066">
                  <c:v>2.847</c:v>
                </c:pt>
                <c:pt idx="1067">
                  <c:v>2.8540000000000001</c:v>
                </c:pt>
                <c:pt idx="1068">
                  <c:v>2.8140000000000001</c:v>
                </c:pt>
                <c:pt idx="1069">
                  <c:v>2.823</c:v>
                </c:pt>
                <c:pt idx="1070">
                  <c:v>2.8860000000000001</c:v>
                </c:pt>
                <c:pt idx="1071">
                  <c:v>2.8769999999999998</c:v>
                </c:pt>
                <c:pt idx="1072">
                  <c:v>2.8769999999999998</c:v>
                </c:pt>
                <c:pt idx="1073">
                  <c:v>2.9049999999999998</c:v>
                </c:pt>
                <c:pt idx="1074">
                  <c:v>2.8730000000000002</c:v>
                </c:pt>
                <c:pt idx="1075">
                  <c:v>2.855</c:v>
                </c:pt>
                <c:pt idx="1076">
                  <c:v>2.839</c:v>
                </c:pt>
                <c:pt idx="1077">
                  <c:v>2.83</c:v>
                </c:pt>
                <c:pt idx="1078">
                  <c:v>2.8490000000000002</c:v>
                </c:pt>
                <c:pt idx="1079">
                  <c:v>2.855</c:v>
                </c:pt>
                <c:pt idx="1080">
                  <c:v>2.8290000000000002</c:v>
                </c:pt>
                <c:pt idx="1081">
                  <c:v>2.823</c:v>
                </c:pt>
                <c:pt idx="1082">
                  <c:v>2.7970000000000002</c:v>
                </c:pt>
                <c:pt idx="1083">
                  <c:v>2.7850000000000001</c:v>
                </c:pt>
                <c:pt idx="1084">
                  <c:v>2.8319999999999999</c:v>
                </c:pt>
                <c:pt idx="1085">
                  <c:v>2.778</c:v>
                </c:pt>
                <c:pt idx="1086">
                  <c:v>2.766</c:v>
                </c:pt>
                <c:pt idx="1087">
                  <c:v>2.7789999999999999</c:v>
                </c:pt>
                <c:pt idx="1088">
                  <c:v>2.7719999999999998</c:v>
                </c:pt>
                <c:pt idx="1089">
                  <c:v>2.7759999999999998</c:v>
                </c:pt>
                <c:pt idx="1090">
                  <c:v>2.7810000000000001</c:v>
                </c:pt>
                <c:pt idx="1091">
                  <c:v>2.8010000000000002</c:v>
                </c:pt>
                <c:pt idx="1092">
                  <c:v>2.8090000000000002</c:v>
                </c:pt>
                <c:pt idx="1093">
                  <c:v>2.7869999999999999</c:v>
                </c:pt>
                <c:pt idx="1094">
                  <c:v>2.8370000000000002</c:v>
                </c:pt>
                <c:pt idx="1095">
                  <c:v>2.8580000000000001</c:v>
                </c:pt>
                <c:pt idx="1096">
                  <c:v>2.8530000000000002</c:v>
                </c:pt>
                <c:pt idx="1097">
                  <c:v>2.8450000000000002</c:v>
                </c:pt>
                <c:pt idx="1098">
                  <c:v>2.86</c:v>
                </c:pt>
                <c:pt idx="1099">
                  <c:v>2.8519999999999999</c:v>
                </c:pt>
                <c:pt idx="1100">
                  <c:v>2.86</c:v>
                </c:pt>
                <c:pt idx="1101">
                  <c:v>2.8250000000000002</c:v>
                </c:pt>
                <c:pt idx="1102">
                  <c:v>2.8149999999999999</c:v>
                </c:pt>
                <c:pt idx="1103">
                  <c:v>2.8149999999999999</c:v>
                </c:pt>
                <c:pt idx="1104">
                  <c:v>2.847</c:v>
                </c:pt>
                <c:pt idx="1105">
                  <c:v>2.87</c:v>
                </c:pt>
                <c:pt idx="1106">
                  <c:v>2.9129999999999998</c:v>
                </c:pt>
                <c:pt idx="1107">
                  <c:v>2.883</c:v>
                </c:pt>
                <c:pt idx="1108">
                  <c:v>2.855</c:v>
                </c:pt>
                <c:pt idx="1109">
                  <c:v>2.8479999999999999</c:v>
                </c:pt>
                <c:pt idx="1110">
                  <c:v>2.8180000000000001</c:v>
                </c:pt>
                <c:pt idx="1111">
                  <c:v>2.8330000000000002</c:v>
                </c:pt>
                <c:pt idx="1112">
                  <c:v>2.8130000000000002</c:v>
                </c:pt>
                <c:pt idx="1113">
                  <c:v>2.8130000000000002</c:v>
                </c:pt>
                <c:pt idx="1114">
                  <c:v>2.8210000000000002</c:v>
                </c:pt>
                <c:pt idx="1115">
                  <c:v>2.8039999999999998</c:v>
                </c:pt>
                <c:pt idx="1116">
                  <c:v>2.7869999999999999</c:v>
                </c:pt>
                <c:pt idx="1117">
                  <c:v>2.7559999999999998</c:v>
                </c:pt>
                <c:pt idx="1118">
                  <c:v>2.8149999999999999</c:v>
                </c:pt>
                <c:pt idx="1119">
                  <c:v>2.8330000000000002</c:v>
                </c:pt>
                <c:pt idx="1120">
                  <c:v>2.8130000000000002</c:v>
                </c:pt>
                <c:pt idx="1121">
                  <c:v>2.8479999999999999</c:v>
                </c:pt>
                <c:pt idx="1122">
                  <c:v>2.8849999999999998</c:v>
                </c:pt>
                <c:pt idx="1123">
                  <c:v>2.9430000000000001</c:v>
                </c:pt>
                <c:pt idx="1124">
                  <c:v>2.9390000000000001</c:v>
                </c:pt>
                <c:pt idx="1125">
                  <c:v>2.9510000000000001</c:v>
                </c:pt>
                <c:pt idx="1126">
                  <c:v>2.96</c:v>
                </c:pt>
                <c:pt idx="1127">
                  <c:v>2.9590000000000001</c:v>
                </c:pt>
                <c:pt idx="1128">
                  <c:v>2.964</c:v>
                </c:pt>
                <c:pt idx="1129">
                  <c:v>2.9039999999999999</c:v>
                </c:pt>
                <c:pt idx="1130">
                  <c:v>2.871</c:v>
                </c:pt>
                <c:pt idx="1131">
                  <c:v>2.8559999999999999</c:v>
                </c:pt>
                <c:pt idx="1132">
                  <c:v>2.9079999999999999</c:v>
                </c:pt>
                <c:pt idx="1133">
                  <c:v>2.8849999999999998</c:v>
                </c:pt>
                <c:pt idx="1134">
                  <c:v>2.8919999999999999</c:v>
                </c:pt>
                <c:pt idx="1135">
                  <c:v>2.9039999999999999</c:v>
                </c:pt>
                <c:pt idx="1136">
                  <c:v>2.8690000000000002</c:v>
                </c:pt>
                <c:pt idx="1137">
                  <c:v>2.9119999999999999</c:v>
                </c:pt>
                <c:pt idx="1138">
                  <c:v>2.9129999999999998</c:v>
                </c:pt>
                <c:pt idx="1139">
                  <c:v>2.9590000000000001</c:v>
                </c:pt>
                <c:pt idx="1140">
                  <c:v>2.9350000000000001</c:v>
                </c:pt>
                <c:pt idx="1141">
                  <c:v>2.984</c:v>
                </c:pt>
                <c:pt idx="1142">
                  <c:v>3.05</c:v>
                </c:pt>
                <c:pt idx="1143">
                  <c:v>3.0609999999999999</c:v>
                </c:pt>
                <c:pt idx="1144">
                  <c:v>3.0859999999999999</c:v>
                </c:pt>
                <c:pt idx="1145">
                  <c:v>3.0819999999999999</c:v>
                </c:pt>
                <c:pt idx="1146">
                  <c:v>3.125</c:v>
                </c:pt>
                <c:pt idx="1147">
                  <c:v>3.2029999999999998</c:v>
                </c:pt>
                <c:pt idx="1148">
                  <c:v>3.226</c:v>
                </c:pt>
                <c:pt idx="1149">
                  <c:v>3.23</c:v>
                </c:pt>
                <c:pt idx="1150">
                  <c:v>3.2010000000000001</c:v>
                </c:pt>
                <c:pt idx="1151">
                  <c:v>3.282</c:v>
                </c:pt>
                <c:pt idx="1152">
                  <c:v>3.2669999999999999</c:v>
                </c:pt>
                <c:pt idx="1153">
                  <c:v>3.3170000000000002</c:v>
                </c:pt>
                <c:pt idx="1154">
                  <c:v>3.3010000000000002</c:v>
                </c:pt>
                <c:pt idx="1155">
                  <c:v>3.2679999999999998</c:v>
                </c:pt>
                <c:pt idx="1156">
                  <c:v>3.2810000000000001</c:v>
                </c:pt>
                <c:pt idx="1157">
                  <c:v>3.3250000000000002</c:v>
                </c:pt>
                <c:pt idx="1158">
                  <c:v>3.2709999999999999</c:v>
                </c:pt>
                <c:pt idx="1159">
                  <c:v>3.2890000000000001</c:v>
                </c:pt>
                <c:pt idx="1160">
                  <c:v>3.2639999999999998</c:v>
                </c:pt>
                <c:pt idx="1161">
                  <c:v>3.2509999999999999</c:v>
                </c:pt>
                <c:pt idx="1162">
                  <c:v>3.351</c:v>
                </c:pt>
                <c:pt idx="1163">
                  <c:v>3.3439999999999999</c:v>
                </c:pt>
                <c:pt idx="1164">
                  <c:v>3.387</c:v>
                </c:pt>
                <c:pt idx="1165">
                  <c:v>3.3460000000000001</c:v>
                </c:pt>
                <c:pt idx="1166">
                  <c:v>3.3679999999999999</c:v>
                </c:pt>
                <c:pt idx="1167">
                  <c:v>3.3759999999999999</c:v>
                </c:pt>
                <c:pt idx="1168">
                  <c:v>3.3580000000000001</c:v>
                </c:pt>
                <c:pt idx="1169">
                  <c:v>3.4009999999999998</c:v>
                </c:pt>
                <c:pt idx="1170">
                  <c:v>3.4529999999999998</c:v>
                </c:pt>
                <c:pt idx="1171">
                  <c:v>3.371</c:v>
                </c:pt>
                <c:pt idx="1172">
                  <c:v>3.3780000000000001</c:v>
                </c:pt>
                <c:pt idx="1173">
                  <c:v>3.4089999999999998</c:v>
                </c:pt>
                <c:pt idx="1174">
                  <c:v>3.3250000000000002</c:v>
                </c:pt>
                <c:pt idx="1175">
                  <c:v>3.3130000000000002</c:v>
                </c:pt>
                <c:pt idx="1176">
                  <c:v>3.3239999999999998</c:v>
                </c:pt>
                <c:pt idx="1177">
                  <c:v>3.3119999999999998</c:v>
                </c:pt>
                <c:pt idx="1178">
                  <c:v>3.3420000000000001</c:v>
                </c:pt>
                <c:pt idx="1179">
                  <c:v>3.359</c:v>
                </c:pt>
                <c:pt idx="1180">
                  <c:v>3.379</c:v>
                </c:pt>
                <c:pt idx="1181">
                  <c:v>3.3450000000000002</c:v>
                </c:pt>
                <c:pt idx="1182">
                  <c:v>3.3740000000000001</c:v>
                </c:pt>
                <c:pt idx="1183">
                  <c:v>3.3540000000000001</c:v>
                </c:pt>
                <c:pt idx="1184">
                  <c:v>3.3849999999999998</c:v>
                </c:pt>
                <c:pt idx="1185">
                  <c:v>3.3849999999999998</c:v>
                </c:pt>
                <c:pt idx="1186">
                  <c:v>3.3860000000000001</c:v>
                </c:pt>
                <c:pt idx="1187">
                  <c:v>3.3959999999999999</c:v>
                </c:pt>
                <c:pt idx="1188">
                  <c:v>3.3980000000000001</c:v>
                </c:pt>
                <c:pt idx="1189">
                  <c:v>3.3540000000000001</c:v>
                </c:pt>
                <c:pt idx="1190">
                  <c:v>3.3410000000000002</c:v>
                </c:pt>
                <c:pt idx="1191">
                  <c:v>3.3860000000000001</c:v>
                </c:pt>
                <c:pt idx="1192">
                  <c:v>3.3919999999999999</c:v>
                </c:pt>
                <c:pt idx="1193">
                  <c:v>3.4119999999999999</c:v>
                </c:pt>
                <c:pt idx="1194">
                  <c:v>3.4180000000000001</c:v>
                </c:pt>
                <c:pt idx="1195">
                  <c:v>3.4929999999999999</c:v>
                </c:pt>
                <c:pt idx="1196">
                  <c:v>3.488</c:v>
                </c:pt>
                <c:pt idx="1197">
                  <c:v>3.5649999999999999</c:v>
                </c:pt>
                <c:pt idx="1198">
                  <c:v>3.653</c:v>
                </c:pt>
                <c:pt idx="1199">
                  <c:v>3.6019999999999999</c:v>
                </c:pt>
                <c:pt idx="1200">
                  <c:v>3.5579999999999998</c:v>
                </c:pt>
                <c:pt idx="1201">
                  <c:v>3.59</c:v>
                </c:pt>
                <c:pt idx="1202">
                  <c:v>3.544</c:v>
                </c:pt>
                <c:pt idx="1203">
                  <c:v>3.53</c:v>
                </c:pt>
                <c:pt idx="1204">
                  <c:v>3.5179999999999998</c:v>
                </c:pt>
                <c:pt idx="1205">
                  <c:v>3.5569999999999999</c:v>
                </c:pt>
                <c:pt idx="1206">
                  <c:v>3.6070000000000002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56C-43CD-8CDF-873E2872647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20Y</c:v>
                </c:pt>
              </c:strCache>
            </c:strRef>
          </c:tx>
          <c:spPr>
            <a:ln w="12700" cap="rnd">
              <a:solidFill>
                <a:schemeClr val="accent6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Sheet1!$A$2:$A$1208</c:f>
              <c:strCache>
                <c:ptCount val="1207"/>
                <c:pt idx="0">
                  <c:v>2021-03-10</c:v>
                </c:pt>
                <c:pt idx="1">
                  <c:v>2021-03-11</c:v>
                </c:pt>
                <c:pt idx="2">
                  <c:v>2021-03-12</c:v>
                </c:pt>
                <c:pt idx="3">
                  <c:v>2021-03-15</c:v>
                </c:pt>
                <c:pt idx="4">
                  <c:v>2021-03-16</c:v>
                </c:pt>
                <c:pt idx="5">
                  <c:v>2021-03-17</c:v>
                </c:pt>
                <c:pt idx="6">
                  <c:v>2021-03-18</c:v>
                </c:pt>
                <c:pt idx="7">
                  <c:v>2021-03-19</c:v>
                </c:pt>
                <c:pt idx="8">
                  <c:v>2021-03-22</c:v>
                </c:pt>
                <c:pt idx="9">
                  <c:v>2021-03-23</c:v>
                </c:pt>
                <c:pt idx="10">
                  <c:v>2021-03-24</c:v>
                </c:pt>
                <c:pt idx="11">
                  <c:v>2021-03-25</c:v>
                </c:pt>
                <c:pt idx="12">
                  <c:v>2021-03-26</c:v>
                </c:pt>
                <c:pt idx="13">
                  <c:v>2021-03-29</c:v>
                </c:pt>
                <c:pt idx="14">
                  <c:v>2021-03-30</c:v>
                </c:pt>
                <c:pt idx="15">
                  <c:v>2021-03-31</c:v>
                </c:pt>
                <c:pt idx="16">
                  <c:v>2021-04-01</c:v>
                </c:pt>
                <c:pt idx="17">
                  <c:v>2021-04-02</c:v>
                </c:pt>
                <c:pt idx="18">
                  <c:v>2021-04-05</c:v>
                </c:pt>
                <c:pt idx="19">
                  <c:v>2021-04-06</c:v>
                </c:pt>
                <c:pt idx="20">
                  <c:v>2021-04-07</c:v>
                </c:pt>
                <c:pt idx="21">
                  <c:v>2021-04-08</c:v>
                </c:pt>
                <c:pt idx="22">
                  <c:v>2021-04-09</c:v>
                </c:pt>
                <c:pt idx="23">
                  <c:v>2021-04-12</c:v>
                </c:pt>
                <c:pt idx="24">
                  <c:v>2021-04-13</c:v>
                </c:pt>
                <c:pt idx="25">
                  <c:v>2021-04-14</c:v>
                </c:pt>
                <c:pt idx="26">
                  <c:v>2021-04-15</c:v>
                </c:pt>
                <c:pt idx="27">
                  <c:v>2021-04-16</c:v>
                </c:pt>
                <c:pt idx="28">
                  <c:v>2021-04-19</c:v>
                </c:pt>
                <c:pt idx="29">
                  <c:v>2021-04-20</c:v>
                </c:pt>
                <c:pt idx="30">
                  <c:v>2021-04-21</c:v>
                </c:pt>
                <c:pt idx="31">
                  <c:v>2021-04-22</c:v>
                </c:pt>
                <c:pt idx="32">
                  <c:v>2021-04-23</c:v>
                </c:pt>
                <c:pt idx="33">
                  <c:v>2021-04-26</c:v>
                </c:pt>
                <c:pt idx="34">
                  <c:v>2021-04-27</c:v>
                </c:pt>
                <c:pt idx="35">
                  <c:v>2021-04-28</c:v>
                </c:pt>
                <c:pt idx="36">
                  <c:v>2021-04-29</c:v>
                </c:pt>
                <c:pt idx="37">
                  <c:v>2021-04-30</c:v>
                </c:pt>
                <c:pt idx="38">
                  <c:v>2021-05-03</c:v>
                </c:pt>
                <c:pt idx="39">
                  <c:v>2021-05-04</c:v>
                </c:pt>
                <c:pt idx="40">
                  <c:v>2021-05-06</c:v>
                </c:pt>
                <c:pt idx="41">
                  <c:v>2021-05-07</c:v>
                </c:pt>
                <c:pt idx="42">
                  <c:v>2021-05-10</c:v>
                </c:pt>
                <c:pt idx="43">
                  <c:v>2021-05-11</c:v>
                </c:pt>
                <c:pt idx="44">
                  <c:v>2021-05-12</c:v>
                </c:pt>
                <c:pt idx="45">
                  <c:v>2021-05-13</c:v>
                </c:pt>
                <c:pt idx="46">
                  <c:v>2021-05-14</c:v>
                </c:pt>
                <c:pt idx="47">
                  <c:v>2021-05-17</c:v>
                </c:pt>
                <c:pt idx="48">
                  <c:v>2021-05-18</c:v>
                </c:pt>
                <c:pt idx="49">
                  <c:v>2021-05-20</c:v>
                </c:pt>
                <c:pt idx="50">
                  <c:v>2021-05-21</c:v>
                </c:pt>
                <c:pt idx="51">
                  <c:v>2021-05-24</c:v>
                </c:pt>
                <c:pt idx="52">
                  <c:v>2021-05-25</c:v>
                </c:pt>
                <c:pt idx="53">
                  <c:v>2021-05-26</c:v>
                </c:pt>
                <c:pt idx="54">
                  <c:v>2021-05-27</c:v>
                </c:pt>
                <c:pt idx="55">
                  <c:v>2021-05-28</c:v>
                </c:pt>
                <c:pt idx="56">
                  <c:v>2021-05-31</c:v>
                </c:pt>
                <c:pt idx="57">
                  <c:v>2021-06-01</c:v>
                </c:pt>
                <c:pt idx="58">
                  <c:v>2021-06-02</c:v>
                </c:pt>
                <c:pt idx="59">
                  <c:v>2021-06-03</c:v>
                </c:pt>
                <c:pt idx="60">
                  <c:v>2021-06-04</c:v>
                </c:pt>
                <c:pt idx="61">
                  <c:v>2021-06-07</c:v>
                </c:pt>
                <c:pt idx="62">
                  <c:v>2021-06-08</c:v>
                </c:pt>
                <c:pt idx="63">
                  <c:v>2021-06-09</c:v>
                </c:pt>
                <c:pt idx="64">
                  <c:v>2021-06-10</c:v>
                </c:pt>
                <c:pt idx="65">
                  <c:v>2021-06-11</c:v>
                </c:pt>
                <c:pt idx="66">
                  <c:v>2021-06-14</c:v>
                </c:pt>
                <c:pt idx="67">
                  <c:v>2021-06-15</c:v>
                </c:pt>
                <c:pt idx="68">
                  <c:v>2021-06-16</c:v>
                </c:pt>
                <c:pt idx="69">
                  <c:v>2021-06-17</c:v>
                </c:pt>
                <c:pt idx="70">
                  <c:v>2021-06-18</c:v>
                </c:pt>
                <c:pt idx="71">
                  <c:v>2021-06-21</c:v>
                </c:pt>
                <c:pt idx="72">
                  <c:v>2021-06-22</c:v>
                </c:pt>
                <c:pt idx="73">
                  <c:v>2021-06-23</c:v>
                </c:pt>
                <c:pt idx="74">
                  <c:v>2021-06-24</c:v>
                </c:pt>
                <c:pt idx="75">
                  <c:v>2021-06-25</c:v>
                </c:pt>
                <c:pt idx="76">
                  <c:v>2021-06-28</c:v>
                </c:pt>
                <c:pt idx="77">
                  <c:v>2021-06-29</c:v>
                </c:pt>
                <c:pt idx="78">
                  <c:v>2021-06-30</c:v>
                </c:pt>
                <c:pt idx="79">
                  <c:v>2021-07-01</c:v>
                </c:pt>
                <c:pt idx="80">
                  <c:v>2021-07-02</c:v>
                </c:pt>
                <c:pt idx="81">
                  <c:v>2021-07-05</c:v>
                </c:pt>
                <c:pt idx="82">
                  <c:v>2021-07-06</c:v>
                </c:pt>
                <c:pt idx="83">
                  <c:v>2021-07-07</c:v>
                </c:pt>
                <c:pt idx="84">
                  <c:v>2021-07-08</c:v>
                </c:pt>
                <c:pt idx="85">
                  <c:v>2021-07-09</c:v>
                </c:pt>
                <c:pt idx="86">
                  <c:v>2021-07-12</c:v>
                </c:pt>
                <c:pt idx="87">
                  <c:v>2021-07-13</c:v>
                </c:pt>
                <c:pt idx="88">
                  <c:v>2021-07-14</c:v>
                </c:pt>
                <c:pt idx="89">
                  <c:v>2021-07-15</c:v>
                </c:pt>
                <c:pt idx="90">
                  <c:v>2021-07-16</c:v>
                </c:pt>
                <c:pt idx="91">
                  <c:v>2021-07-19</c:v>
                </c:pt>
                <c:pt idx="92">
                  <c:v>2021-07-20</c:v>
                </c:pt>
                <c:pt idx="93">
                  <c:v>2021-07-21</c:v>
                </c:pt>
                <c:pt idx="94">
                  <c:v>2021-07-22</c:v>
                </c:pt>
                <c:pt idx="95">
                  <c:v>2021-07-23</c:v>
                </c:pt>
                <c:pt idx="96">
                  <c:v>2021-07-26</c:v>
                </c:pt>
                <c:pt idx="97">
                  <c:v>2021-07-27</c:v>
                </c:pt>
                <c:pt idx="98">
                  <c:v>2021-07-28</c:v>
                </c:pt>
                <c:pt idx="99">
                  <c:v>2021-07-29</c:v>
                </c:pt>
                <c:pt idx="100">
                  <c:v>2021-07-30</c:v>
                </c:pt>
                <c:pt idx="101">
                  <c:v>2021-08-02</c:v>
                </c:pt>
                <c:pt idx="102">
                  <c:v>2021-08-03</c:v>
                </c:pt>
                <c:pt idx="103">
                  <c:v>2021-08-04</c:v>
                </c:pt>
                <c:pt idx="104">
                  <c:v>2021-08-05</c:v>
                </c:pt>
                <c:pt idx="105">
                  <c:v>2021-08-06</c:v>
                </c:pt>
                <c:pt idx="106">
                  <c:v>2021-08-09</c:v>
                </c:pt>
                <c:pt idx="107">
                  <c:v>2021-08-10</c:v>
                </c:pt>
                <c:pt idx="108">
                  <c:v>2021-08-11</c:v>
                </c:pt>
                <c:pt idx="109">
                  <c:v>2021-08-12</c:v>
                </c:pt>
                <c:pt idx="110">
                  <c:v>2021-08-13</c:v>
                </c:pt>
                <c:pt idx="111">
                  <c:v>2021-08-17</c:v>
                </c:pt>
                <c:pt idx="112">
                  <c:v>2021-08-18</c:v>
                </c:pt>
                <c:pt idx="113">
                  <c:v>2021-08-19</c:v>
                </c:pt>
                <c:pt idx="114">
                  <c:v>2021-08-20</c:v>
                </c:pt>
                <c:pt idx="115">
                  <c:v>2021-08-23</c:v>
                </c:pt>
                <c:pt idx="116">
                  <c:v>2021-08-24</c:v>
                </c:pt>
                <c:pt idx="117">
                  <c:v>2021-08-25</c:v>
                </c:pt>
                <c:pt idx="118">
                  <c:v>2021-08-26</c:v>
                </c:pt>
                <c:pt idx="119">
                  <c:v>2021-08-27</c:v>
                </c:pt>
                <c:pt idx="120">
                  <c:v>2021-08-30</c:v>
                </c:pt>
                <c:pt idx="121">
                  <c:v>2021-08-31</c:v>
                </c:pt>
                <c:pt idx="122">
                  <c:v>2021-09-01</c:v>
                </c:pt>
                <c:pt idx="123">
                  <c:v>2021-09-02</c:v>
                </c:pt>
                <c:pt idx="124">
                  <c:v>2021-09-03</c:v>
                </c:pt>
                <c:pt idx="125">
                  <c:v>2021-09-06</c:v>
                </c:pt>
                <c:pt idx="126">
                  <c:v>2021-09-07</c:v>
                </c:pt>
                <c:pt idx="127">
                  <c:v>2021-09-08</c:v>
                </c:pt>
                <c:pt idx="128">
                  <c:v>2021-09-09</c:v>
                </c:pt>
                <c:pt idx="129">
                  <c:v>2021-09-10</c:v>
                </c:pt>
                <c:pt idx="130">
                  <c:v>2021-09-13</c:v>
                </c:pt>
                <c:pt idx="131">
                  <c:v>2021-09-14</c:v>
                </c:pt>
                <c:pt idx="132">
                  <c:v>2021-09-15</c:v>
                </c:pt>
                <c:pt idx="133">
                  <c:v>2021-09-16</c:v>
                </c:pt>
                <c:pt idx="134">
                  <c:v>2021-09-17</c:v>
                </c:pt>
                <c:pt idx="135">
                  <c:v>2021-09-23</c:v>
                </c:pt>
                <c:pt idx="136">
                  <c:v>2021-09-24</c:v>
                </c:pt>
                <c:pt idx="137">
                  <c:v>2021-09-27</c:v>
                </c:pt>
                <c:pt idx="138">
                  <c:v>2021-09-28</c:v>
                </c:pt>
                <c:pt idx="139">
                  <c:v>2021-09-29</c:v>
                </c:pt>
                <c:pt idx="140">
                  <c:v>2021-09-30</c:v>
                </c:pt>
                <c:pt idx="141">
                  <c:v>2021-10-01</c:v>
                </c:pt>
                <c:pt idx="142">
                  <c:v>2021-10-05</c:v>
                </c:pt>
                <c:pt idx="143">
                  <c:v>2021-10-06</c:v>
                </c:pt>
                <c:pt idx="144">
                  <c:v>2021-10-07</c:v>
                </c:pt>
                <c:pt idx="145">
                  <c:v>2021-10-08</c:v>
                </c:pt>
                <c:pt idx="146">
                  <c:v>2021-10-12</c:v>
                </c:pt>
                <c:pt idx="147">
                  <c:v>2021-10-13</c:v>
                </c:pt>
                <c:pt idx="148">
                  <c:v>2021-10-14</c:v>
                </c:pt>
                <c:pt idx="149">
                  <c:v>2021-10-15</c:v>
                </c:pt>
                <c:pt idx="150">
                  <c:v>2021-10-18</c:v>
                </c:pt>
                <c:pt idx="151">
                  <c:v>2021-10-19</c:v>
                </c:pt>
                <c:pt idx="152">
                  <c:v>2021-10-20</c:v>
                </c:pt>
                <c:pt idx="153">
                  <c:v>2021-10-21</c:v>
                </c:pt>
                <c:pt idx="154">
                  <c:v>2021-10-22</c:v>
                </c:pt>
                <c:pt idx="155">
                  <c:v>2021-10-25</c:v>
                </c:pt>
                <c:pt idx="156">
                  <c:v>2021-10-26</c:v>
                </c:pt>
                <c:pt idx="157">
                  <c:v>2021-10-27</c:v>
                </c:pt>
                <c:pt idx="158">
                  <c:v>2021-10-28</c:v>
                </c:pt>
                <c:pt idx="159">
                  <c:v>2021-10-29</c:v>
                </c:pt>
                <c:pt idx="160">
                  <c:v>2021-11-01</c:v>
                </c:pt>
                <c:pt idx="161">
                  <c:v>2021-11-02</c:v>
                </c:pt>
                <c:pt idx="162">
                  <c:v>2021-11-03</c:v>
                </c:pt>
                <c:pt idx="163">
                  <c:v>2021-11-04</c:v>
                </c:pt>
                <c:pt idx="164">
                  <c:v>2021-11-05</c:v>
                </c:pt>
                <c:pt idx="165">
                  <c:v>2021-11-08</c:v>
                </c:pt>
                <c:pt idx="166">
                  <c:v>2021-11-09</c:v>
                </c:pt>
                <c:pt idx="167">
                  <c:v>2021-11-10</c:v>
                </c:pt>
                <c:pt idx="168">
                  <c:v>2021-11-11</c:v>
                </c:pt>
                <c:pt idx="169">
                  <c:v>2021-11-12</c:v>
                </c:pt>
                <c:pt idx="170">
                  <c:v>2021-11-15</c:v>
                </c:pt>
                <c:pt idx="171">
                  <c:v>2021-11-16</c:v>
                </c:pt>
                <c:pt idx="172">
                  <c:v>2021-11-17</c:v>
                </c:pt>
                <c:pt idx="173">
                  <c:v>2021-11-18</c:v>
                </c:pt>
                <c:pt idx="174">
                  <c:v>2021-11-19</c:v>
                </c:pt>
                <c:pt idx="175">
                  <c:v>2021-11-22</c:v>
                </c:pt>
                <c:pt idx="176">
                  <c:v>2021-11-23</c:v>
                </c:pt>
                <c:pt idx="177">
                  <c:v>2021-11-24</c:v>
                </c:pt>
                <c:pt idx="178">
                  <c:v>2021-11-25</c:v>
                </c:pt>
                <c:pt idx="179">
                  <c:v>2021-11-26</c:v>
                </c:pt>
                <c:pt idx="180">
                  <c:v>2021-11-29</c:v>
                </c:pt>
                <c:pt idx="181">
                  <c:v>2021-11-30</c:v>
                </c:pt>
                <c:pt idx="182">
                  <c:v>2021-12-01</c:v>
                </c:pt>
                <c:pt idx="183">
                  <c:v>2021-12-02</c:v>
                </c:pt>
                <c:pt idx="184">
                  <c:v>2021-12-03</c:v>
                </c:pt>
                <c:pt idx="185">
                  <c:v>2021-12-06</c:v>
                </c:pt>
                <c:pt idx="186">
                  <c:v>2021-12-07</c:v>
                </c:pt>
                <c:pt idx="187">
                  <c:v>2021-12-08</c:v>
                </c:pt>
                <c:pt idx="188">
                  <c:v>2021-12-09</c:v>
                </c:pt>
                <c:pt idx="189">
                  <c:v>2021-12-10</c:v>
                </c:pt>
                <c:pt idx="190">
                  <c:v>2021-12-13</c:v>
                </c:pt>
                <c:pt idx="191">
                  <c:v>2021-12-14</c:v>
                </c:pt>
                <c:pt idx="192">
                  <c:v>2021-12-15</c:v>
                </c:pt>
                <c:pt idx="193">
                  <c:v>2021-12-16</c:v>
                </c:pt>
                <c:pt idx="194">
                  <c:v>2021-12-17</c:v>
                </c:pt>
                <c:pt idx="195">
                  <c:v>2021-12-20</c:v>
                </c:pt>
                <c:pt idx="196">
                  <c:v>2021-12-21</c:v>
                </c:pt>
                <c:pt idx="197">
                  <c:v>2021-12-22</c:v>
                </c:pt>
                <c:pt idx="198">
                  <c:v>2021-12-23</c:v>
                </c:pt>
                <c:pt idx="199">
                  <c:v>2021-12-24</c:v>
                </c:pt>
                <c:pt idx="200">
                  <c:v>2021-12-27</c:v>
                </c:pt>
                <c:pt idx="201">
                  <c:v>2021-12-28</c:v>
                </c:pt>
                <c:pt idx="202">
                  <c:v>2021-12-29</c:v>
                </c:pt>
                <c:pt idx="203">
                  <c:v>2021-12-30</c:v>
                </c:pt>
                <c:pt idx="204">
                  <c:v>2021-12-31</c:v>
                </c:pt>
                <c:pt idx="205">
                  <c:v>2022-01-03</c:v>
                </c:pt>
                <c:pt idx="206">
                  <c:v>2022-01-04</c:v>
                </c:pt>
                <c:pt idx="207">
                  <c:v>2022-01-05</c:v>
                </c:pt>
                <c:pt idx="208">
                  <c:v>2022-01-06</c:v>
                </c:pt>
                <c:pt idx="209">
                  <c:v>2022-01-07</c:v>
                </c:pt>
                <c:pt idx="210">
                  <c:v>2022-01-10</c:v>
                </c:pt>
                <c:pt idx="211">
                  <c:v>2022-01-11</c:v>
                </c:pt>
                <c:pt idx="212">
                  <c:v>2022-01-12</c:v>
                </c:pt>
                <c:pt idx="213">
                  <c:v>2022-01-13</c:v>
                </c:pt>
                <c:pt idx="214">
                  <c:v>2022-01-14</c:v>
                </c:pt>
                <c:pt idx="215">
                  <c:v>2022-01-17</c:v>
                </c:pt>
                <c:pt idx="216">
                  <c:v>2022-01-18</c:v>
                </c:pt>
                <c:pt idx="217">
                  <c:v>2022-01-19</c:v>
                </c:pt>
                <c:pt idx="218">
                  <c:v>2022-01-20</c:v>
                </c:pt>
                <c:pt idx="219">
                  <c:v>2022-01-21</c:v>
                </c:pt>
                <c:pt idx="220">
                  <c:v>2022-01-24</c:v>
                </c:pt>
                <c:pt idx="221">
                  <c:v>2022-01-25</c:v>
                </c:pt>
                <c:pt idx="222">
                  <c:v>2022-01-26</c:v>
                </c:pt>
                <c:pt idx="223">
                  <c:v>2022-01-27</c:v>
                </c:pt>
                <c:pt idx="224">
                  <c:v>2022-01-28</c:v>
                </c:pt>
                <c:pt idx="225">
                  <c:v>2022-02-03</c:v>
                </c:pt>
                <c:pt idx="226">
                  <c:v>2022-02-04</c:v>
                </c:pt>
                <c:pt idx="227">
                  <c:v>2022-02-07</c:v>
                </c:pt>
                <c:pt idx="228">
                  <c:v>2022-02-08</c:v>
                </c:pt>
                <c:pt idx="229">
                  <c:v>2022-02-09</c:v>
                </c:pt>
                <c:pt idx="230">
                  <c:v>2022-02-10</c:v>
                </c:pt>
                <c:pt idx="231">
                  <c:v>2022-02-11</c:v>
                </c:pt>
                <c:pt idx="232">
                  <c:v>2022-02-14</c:v>
                </c:pt>
                <c:pt idx="233">
                  <c:v>2022-02-15</c:v>
                </c:pt>
                <c:pt idx="234">
                  <c:v>2022-02-16</c:v>
                </c:pt>
                <c:pt idx="235">
                  <c:v>2022-02-17</c:v>
                </c:pt>
                <c:pt idx="236">
                  <c:v>2022-02-18</c:v>
                </c:pt>
                <c:pt idx="237">
                  <c:v>2022-02-21</c:v>
                </c:pt>
                <c:pt idx="238">
                  <c:v>2022-02-22</c:v>
                </c:pt>
                <c:pt idx="239">
                  <c:v>2022-02-23</c:v>
                </c:pt>
                <c:pt idx="240">
                  <c:v>2022-02-24</c:v>
                </c:pt>
                <c:pt idx="241">
                  <c:v>2022-02-25</c:v>
                </c:pt>
                <c:pt idx="242">
                  <c:v>2022-02-28</c:v>
                </c:pt>
                <c:pt idx="243">
                  <c:v>2022-03-02</c:v>
                </c:pt>
                <c:pt idx="244">
                  <c:v>2022-03-03</c:v>
                </c:pt>
                <c:pt idx="245">
                  <c:v>2022-03-04</c:v>
                </c:pt>
                <c:pt idx="246">
                  <c:v>2022-03-07</c:v>
                </c:pt>
                <c:pt idx="247">
                  <c:v>2022-03-08</c:v>
                </c:pt>
                <c:pt idx="248">
                  <c:v>2022-03-10</c:v>
                </c:pt>
                <c:pt idx="249">
                  <c:v>2022-03-11</c:v>
                </c:pt>
                <c:pt idx="250">
                  <c:v>2022-03-14</c:v>
                </c:pt>
                <c:pt idx="251">
                  <c:v>2022-03-15</c:v>
                </c:pt>
                <c:pt idx="252">
                  <c:v>2022-03-16</c:v>
                </c:pt>
                <c:pt idx="253">
                  <c:v>2022-03-17</c:v>
                </c:pt>
                <c:pt idx="254">
                  <c:v>2022-03-18</c:v>
                </c:pt>
                <c:pt idx="255">
                  <c:v>2022-03-21</c:v>
                </c:pt>
                <c:pt idx="256">
                  <c:v>2022-03-22</c:v>
                </c:pt>
                <c:pt idx="257">
                  <c:v>2022-03-23</c:v>
                </c:pt>
                <c:pt idx="258">
                  <c:v>2022-03-24</c:v>
                </c:pt>
                <c:pt idx="259">
                  <c:v>2022-03-25</c:v>
                </c:pt>
                <c:pt idx="260">
                  <c:v>2022-03-28</c:v>
                </c:pt>
                <c:pt idx="261">
                  <c:v>2022-03-29</c:v>
                </c:pt>
                <c:pt idx="262">
                  <c:v>2022-03-30</c:v>
                </c:pt>
                <c:pt idx="263">
                  <c:v>2022-03-31</c:v>
                </c:pt>
                <c:pt idx="264">
                  <c:v>2022-04-01</c:v>
                </c:pt>
                <c:pt idx="265">
                  <c:v>2022-04-04</c:v>
                </c:pt>
                <c:pt idx="266">
                  <c:v>2022-04-05</c:v>
                </c:pt>
                <c:pt idx="267">
                  <c:v>2022-04-06</c:v>
                </c:pt>
                <c:pt idx="268">
                  <c:v>2022-04-07</c:v>
                </c:pt>
                <c:pt idx="269">
                  <c:v>2022-04-08</c:v>
                </c:pt>
                <c:pt idx="270">
                  <c:v>2022-04-11</c:v>
                </c:pt>
                <c:pt idx="271">
                  <c:v>2022-04-12</c:v>
                </c:pt>
                <c:pt idx="272">
                  <c:v>2022-04-13</c:v>
                </c:pt>
                <c:pt idx="273">
                  <c:v>2022-04-14</c:v>
                </c:pt>
                <c:pt idx="274">
                  <c:v>2022-04-15</c:v>
                </c:pt>
                <c:pt idx="275">
                  <c:v>2022-04-18</c:v>
                </c:pt>
                <c:pt idx="276">
                  <c:v>2022-04-19</c:v>
                </c:pt>
                <c:pt idx="277">
                  <c:v>2022-04-20</c:v>
                </c:pt>
                <c:pt idx="278">
                  <c:v>2022-04-21</c:v>
                </c:pt>
                <c:pt idx="279">
                  <c:v>2022-04-22</c:v>
                </c:pt>
                <c:pt idx="280">
                  <c:v>2022-04-25</c:v>
                </c:pt>
                <c:pt idx="281">
                  <c:v>2022-04-26</c:v>
                </c:pt>
                <c:pt idx="282">
                  <c:v>2022-04-27</c:v>
                </c:pt>
                <c:pt idx="283">
                  <c:v>2022-04-28</c:v>
                </c:pt>
                <c:pt idx="284">
                  <c:v>2022-04-29</c:v>
                </c:pt>
                <c:pt idx="285">
                  <c:v>2022-05-02</c:v>
                </c:pt>
                <c:pt idx="286">
                  <c:v>2022-05-03</c:v>
                </c:pt>
                <c:pt idx="287">
                  <c:v>2022-05-04</c:v>
                </c:pt>
                <c:pt idx="288">
                  <c:v>2022-05-06</c:v>
                </c:pt>
                <c:pt idx="289">
                  <c:v>2022-05-09</c:v>
                </c:pt>
                <c:pt idx="290">
                  <c:v>2022-05-10</c:v>
                </c:pt>
                <c:pt idx="291">
                  <c:v>2022-05-11</c:v>
                </c:pt>
                <c:pt idx="292">
                  <c:v>2022-05-12</c:v>
                </c:pt>
                <c:pt idx="293">
                  <c:v>2022-05-13</c:v>
                </c:pt>
                <c:pt idx="294">
                  <c:v>2022-05-16</c:v>
                </c:pt>
                <c:pt idx="295">
                  <c:v>2022-05-17</c:v>
                </c:pt>
                <c:pt idx="296">
                  <c:v>2022-05-18</c:v>
                </c:pt>
                <c:pt idx="297">
                  <c:v>2022-05-19</c:v>
                </c:pt>
                <c:pt idx="298">
                  <c:v>2022-05-20</c:v>
                </c:pt>
                <c:pt idx="299">
                  <c:v>2022-05-23</c:v>
                </c:pt>
                <c:pt idx="300">
                  <c:v>2022-05-24</c:v>
                </c:pt>
                <c:pt idx="301">
                  <c:v>2022-05-25</c:v>
                </c:pt>
                <c:pt idx="302">
                  <c:v>2022-05-26</c:v>
                </c:pt>
                <c:pt idx="303">
                  <c:v>2022-05-27</c:v>
                </c:pt>
                <c:pt idx="304">
                  <c:v>2022-05-30</c:v>
                </c:pt>
                <c:pt idx="305">
                  <c:v>2022-05-31</c:v>
                </c:pt>
                <c:pt idx="306">
                  <c:v>2022-06-02</c:v>
                </c:pt>
                <c:pt idx="307">
                  <c:v>2022-06-03</c:v>
                </c:pt>
                <c:pt idx="308">
                  <c:v>2022-06-07</c:v>
                </c:pt>
                <c:pt idx="309">
                  <c:v>2022-06-08</c:v>
                </c:pt>
                <c:pt idx="310">
                  <c:v>2022-06-09</c:v>
                </c:pt>
                <c:pt idx="311">
                  <c:v>2022-06-10</c:v>
                </c:pt>
                <c:pt idx="312">
                  <c:v>2022-06-13</c:v>
                </c:pt>
                <c:pt idx="313">
                  <c:v>2022-06-14</c:v>
                </c:pt>
                <c:pt idx="314">
                  <c:v>2022-06-15</c:v>
                </c:pt>
                <c:pt idx="315">
                  <c:v>2022-06-16</c:v>
                </c:pt>
                <c:pt idx="316">
                  <c:v>2022-06-17</c:v>
                </c:pt>
                <c:pt idx="317">
                  <c:v>2022-06-20</c:v>
                </c:pt>
                <c:pt idx="318">
                  <c:v>2022-06-21</c:v>
                </c:pt>
                <c:pt idx="319">
                  <c:v>2022-06-22</c:v>
                </c:pt>
                <c:pt idx="320">
                  <c:v>2022-06-23</c:v>
                </c:pt>
                <c:pt idx="321">
                  <c:v>2022-06-24</c:v>
                </c:pt>
                <c:pt idx="322">
                  <c:v>2022-06-27</c:v>
                </c:pt>
                <c:pt idx="323">
                  <c:v>2022-06-28</c:v>
                </c:pt>
                <c:pt idx="324">
                  <c:v>2022-06-29</c:v>
                </c:pt>
                <c:pt idx="325">
                  <c:v>2022-06-30</c:v>
                </c:pt>
                <c:pt idx="326">
                  <c:v>2022-07-01</c:v>
                </c:pt>
                <c:pt idx="327">
                  <c:v>2022-07-04</c:v>
                </c:pt>
                <c:pt idx="328">
                  <c:v>2022-07-05</c:v>
                </c:pt>
                <c:pt idx="329">
                  <c:v>2022-07-06</c:v>
                </c:pt>
                <c:pt idx="330">
                  <c:v>2022-07-07</c:v>
                </c:pt>
                <c:pt idx="331">
                  <c:v>2022-07-08</c:v>
                </c:pt>
                <c:pt idx="332">
                  <c:v>2022-07-11</c:v>
                </c:pt>
                <c:pt idx="333">
                  <c:v>2022-07-12</c:v>
                </c:pt>
                <c:pt idx="334">
                  <c:v>2022-07-13</c:v>
                </c:pt>
                <c:pt idx="335">
                  <c:v>2022-07-14</c:v>
                </c:pt>
                <c:pt idx="336">
                  <c:v>2022-07-15</c:v>
                </c:pt>
                <c:pt idx="337">
                  <c:v>2022-07-18</c:v>
                </c:pt>
                <c:pt idx="338">
                  <c:v>2022-07-19</c:v>
                </c:pt>
                <c:pt idx="339">
                  <c:v>2022-07-20</c:v>
                </c:pt>
                <c:pt idx="340">
                  <c:v>2022-07-21</c:v>
                </c:pt>
                <c:pt idx="341">
                  <c:v>2022-07-22</c:v>
                </c:pt>
                <c:pt idx="342">
                  <c:v>2022-07-25</c:v>
                </c:pt>
                <c:pt idx="343">
                  <c:v>2022-07-26</c:v>
                </c:pt>
                <c:pt idx="344">
                  <c:v>2022-07-27</c:v>
                </c:pt>
                <c:pt idx="345">
                  <c:v>2022-07-28</c:v>
                </c:pt>
                <c:pt idx="346">
                  <c:v>2022-07-29</c:v>
                </c:pt>
                <c:pt idx="347">
                  <c:v>2022-08-01</c:v>
                </c:pt>
                <c:pt idx="348">
                  <c:v>2022-08-02</c:v>
                </c:pt>
                <c:pt idx="349">
                  <c:v>2022-08-03</c:v>
                </c:pt>
                <c:pt idx="350">
                  <c:v>2022-08-04</c:v>
                </c:pt>
                <c:pt idx="351">
                  <c:v>2022-08-05</c:v>
                </c:pt>
                <c:pt idx="352">
                  <c:v>2022-08-08</c:v>
                </c:pt>
                <c:pt idx="353">
                  <c:v>2022-08-09</c:v>
                </c:pt>
                <c:pt idx="354">
                  <c:v>2022-08-10</c:v>
                </c:pt>
                <c:pt idx="355">
                  <c:v>2022-08-11</c:v>
                </c:pt>
                <c:pt idx="356">
                  <c:v>2022-08-12</c:v>
                </c:pt>
                <c:pt idx="357">
                  <c:v>2022-08-16</c:v>
                </c:pt>
                <c:pt idx="358">
                  <c:v>2022-08-17</c:v>
                </c:pt>
                <c:pt idx="359">
                  <c:v>2022-08-18</c:v>
                </c:pt>
                <c:pt idx="360">
                  <c:v>2022-08-19</c:v>
                </c:pt>
                <c:pt idx="361">
                  <c:v>2022-08-22</c:v>
                </c:pt>
                <c:pt idx="362">
                  <c:v>2022-08-23</c:v>
                </c:pt>
                <c:pt idx="363">
                  <c:v>2022-08-24</c:v>
                </c:pt>
                <c:pt idx="364">
                  <c:v>2022-08-25</c:v>
                </c:pt>
                <c:pt idx="365">
                  <c:v>2022-08-26</c:v>
                </c:pt>
                <c:pt idx="366">
                  <c:v>2022-08-29</c:v>
                </c:pt>
                <c:pt idx="367">
                  <c:v>2022-08-30</c:v>
                </c:pt>
                <c:pt idx="368">
                  <c:v>2022-08-31</c:v>
                </c:pt>
                <c:pt idx="369">
                  <c:v>2022-09-01</c:v>
                </c:pt>
                <c:pt idx="370">
                  <c:v>2022-09-02</c:v>
                </c:pt>
                <c:pt idx="371">
                  <c:v>2022-09-05</c:v>
                </c:pt>
                <c:pt idx="372">
                  <c:v>2022-09-06</c:v>
                </c:pt>
                <c:pt idx="373">
                  <c:v>2022-09-07</c:v>
                </c:pt>
                <c:pt idx="374">
                  <c:v>2022-09-08</c:v>
                </c:pt>
                <c:pt idx="375">
                  <c:v>2022-09-13</c:v>
                </c:pt>
                <c:pt idx="376">
                  <c:v>2022-09-14</c:v>
                </c:pt>
                <c:pt idx="377">
                  <c:v>2022-09-15</c:v>
                </c:pt>
                <c:pt idx="378">
                  <c:v>2022-09-16</c:v>
                </c:pt>
                <c:pt idx="379">
                  <c:v>2022-09-19</c:v>
                </c:pt>
                <c:pt idx="380">
                  <c:v>2022-09-20</c:v>
                </c:pt>
                <c:pt idx="381">
                  <c:v>2022-09-21</c:v>
                </c:pt>
                <c:pt idx="382">
                  <c:v>2022-09-22</c:v>
                </c:pt>
                <c:pt idx="383">
                  <c:v>2022-09-23</c:v>
                </c:pt>
                <c:pt idx="384">
                  <c:v>2022-09-26</c:v>
                </c:pt>
                <c:pt idx="385">
                  <c:v>2022-09-27</c:v>
                </c:pt>
                <c:pt idx="386">
                  <c:v>2022-09-28</c:v>
                </c:pt>
                <c:pt idx="387">
                  <c:v>2022-09-29</c:v>
                </c:pt>
                <c:pt idx="388">
                  <c:v>2022-09-30</c:v>
                </c:pt>
                <c:pt idx="389">
                  <c:v>2022-10-04</c:v>
                </c:pt>
                <c:pt idx="390">
                  <c:v>2022-10-05</c:v>
                </c:pt>
                <c:pt idx="391">
                  <c:v>2022-10-06</c:v>
                </c:pt>
                <c:pt idx="392">
                  <c:v>2022-10-07</c:v>
                </c:pt>
                <c:pt idx="393">
                  <c:v>2022-10-11</c:v>
                </c:pt>
                <c:pt idx="394">
                  <c:v>2022-10-12</c:v>
                </c:pt>
                <c:pt idx="395">
                  <c:v>2022-10-13</c:v>
                </c:pt>
                <c:pt idx="396">
                  <c:v>2022-10-14</c:v>
                </c:pt>
                <c:pt idx="397">
                  <c:v>2022-10-17</c:v>
                </c:pt>
                <c:pt idx="398">
                  <c:v>2022-10-18</c:v>
                </c:pt>
                <c:pt idx="399">
                  <c:v>2022-10-19</c:v>
                </c:pt>
                <c:pt idx="400">
                  <c:v>2022-10-20</c:v>
                </c:pt>
                <c:pt idx="401">
                  <c:v>2022-10-21</c:v>
                </c:pt>
                <c:pt idx="402">
                  <c:v>2022-10-24</c:v>
                </c:pt>
                <c:pt idx="403">
                  <c:v>2022-10-25</c:v>
                </c:pt>
                <c:pt idx="404">
                  <c:v>2022-10-26</c:v>
                </c:pt>
                <c:pt idx="405">
                  <c:v>2022-10-27</c:v>
                </c:pt>
                <c:pt idx="406">
                  <c:v>2022-10-28</c:v>
                </c:pt>
                <c:pt idx="407">
                  <c:v>2022-10-31</c:v>
                </c:pt>
                <c:pt idx="408">
                  <c:v>2022-11-01</c:v>
                </c:pt>
                <c:pt idx="409">
                  <c:v>2022-11-02</c:v>
                </c:pt>
                <c:pt idx="410">
                  <c:v>2022-11-03</c:v>
                </c:pt>
                <c:pt idx="411">
                  <c:v>2022-11-04</c:v>
                </c:pt>
                <c:pt idx="412">
                  <c:v>2022-11-07</c:v>
                </c:pt>
                <c:pt idx="413">
                  <c:v>2022-11-08</c:v>
                </c:pt>
                <c:pt idx="414">
                  <c:v>2022-11-09</c:v>
                </c:pt>
                <c:pt idx="415">
                  <c:v>2022-11-10</c:v>
                </c:pt>
                <c:pt idx="416">
                  <c:v>2022-11-11</c:v>
                </c:pt>
                <c:pt idx="417">
                  <c:v>2022-11-14</c:v>
                </c:pt>
                <c:pt idx="418">
                  <c:v>2022-11-15</c:v>
                </c:pt>
                <c:pt idx="419">
                  <c:v>2022-11-16</c:v>
                </c:pt>
                <c:pt idx="420">
                  <c:v>2022-11-17</c:v>
                </c:pt>
                <c:pt idx="421">
                  <c:v>2022-11-18</c:v>
                </c:pt>
                <c:pt idx="422">
                  <c:v>2022-11-21</c:v>
                </c:pt>
                <c:pt idx="423">
                  <c:v>2022-11-22</c:v>
                </c:pt>
                <c:pt idx="424">
                  <c:v>2022-11-23</c:v>
                </c:pt>
                <c:pt idx="425">
                  <c:v>2022-11-24</c:v>
                </c:pt>
                <c:pt idx="426">
                  <c:v>2022-11-25</c:v>
                </c:pt>
                <c:pt idx="427">
                  <c:v>2022-11-28</c:v>
                </c:pt>
                <c:pt idx="428">
                  <c:v>2022-11-29</c:v>
                </c:pt>
                <c:pt idx="429">
                  <c:v>2022-11-30</c:v>
                </c:pt>
                <c:pt idx="430">
                  <c:v>2022-12-01</c:v>
                </c:pt>
                <c:pt idx="431">
                  <c:v>2022-12-02</c:v>
                </c:pt>
                <c:pt idx="432">
                  <c:v>2022-12-05</c:v>
                </c:pt>
                <c:pt idx="433">
                  <c:v>2022-12-06</c:v>
                </c:pt>
                <c:pt idx="434">
                  <c:v>2022-12-07</c:v>
                </c:pt>
                <c:pt idx="435">
                  <c:v>2022-12-08</c:v>
                </c:pt>
                <c:pt idx="436">
                  <c:v>2022-12-09</c:v>
                </c:pt>
                <c:pt idx="437">
                  <c:v>2022-12-12</c:v>
                </c:pt>
                <c:pt idx="438">
                  <c:v>2022-12-13</c:v>
                </c:pt>
                <c:pt idx="439">
                  <c:v>2022-12-14</c:v>
                </c:pt>
                <c:pt idx="440">
                  <c:v>2022-12-15</c:v>
                </c:pt>
                <c:pt idx="441">
                  <c:v>2022-12-16</c:v>
                </c:pt>
                <c:pt idx="442">
                  <c:v>2022-12-19</c:v>
                </c:pt>
                <c:pt idx="443">
                  <c:v>2022-12-20</c:v>
                </c:pt>
                <c:pt idx="444">
                  <c:v>2022-12-21</c:v>
                </c:pt>
                <c:pt idx="445">
                  <c:v>2022-12-22</c:v>
                </c:pt>
                <c:pt idx="446">
                  <c:v>2022-12-23</c:v>
                </c:pt>
                <c:pt idx="447">
                  <c:v>2022-12-26</c:v>
                </c:pt>
                <c:pt idx="448">
                  <c:v>2022-12-27</c:v>
                </c:pt>
                <c:pt idx="449">
                  <c:v>2022-12-28</c:v>
                </c:pt>
                <c:pt idx="450">
                  <c:v>2022-12-29</c:v>
                </c:pt>
                <c:pt idx="451">
                  <c:v>2022-12-30</c:v>
                </c:pt>
                <c:pt idx="452">
                  <c:v>2023-01-02</c:v>
                </c:pt>
                <c:pt idx="453">
                  <c:v>2023-01-03</c:v>
                </c:pt>
                <c:pt idx="454">
                  <c:v>2023-01-04</c:v>
                </c:pt>
                <c:pt idx="455">
                  <c:v>2023-01-05</c:v>
                </c:pt>
                <c:pt idx="456">
                  <c:v>2023-01-06</c:v>
                </c:pt>
                <c:pt idx="457">
                  <c:v>2023-01-09</c:v>
                </c:pt>
                <c:pt idx="458">
                  <c:v>2023-01-10</c:v>
                </c:pt>
                <c:pt idx="459">
                  <c:v>2023-01-11</c:v>
                </c:pt>
                <c:pt idx="460">
                  <c:v>2023-01-12</c:v>
                </c:pt>
                <c:pt idx="461">
                  <c:v>2023-01-13</c:v>
                </c:pt>
                <c:pt idx="462">
                  <c:v>2023-01-16</c:v>
                </c:pt>
                <c:pt idx="463">
                  <c:v>2023-01-17</c:v>
                </c:pt>
                <c:pt idx="464">
                  <c:v>2023-01-18</c:v>
                </c:pt>
                <c:pt idx="465">
                  <c:v>2023-01-19</c:v>
                </c:pt>
                <c:pt idx="466">
                  <c:v>2023-01-20</c:v>
                </c:pt>
                <c:pt idx="467">
                  <c:v>2023-01-25</c:v>
                </c:pt>
                <c:pt idx="468">
                  <c:v>2023-01-26</c:v>
                </c:pt>
                <c:pt idx="469">
                  <c:v>2023-01-27</c:v>
                </c:pt>
                <c:pt idx="470">
                  <c:v>2023-01-30</c:v>
                </c:pt>
                <c:pt idx="471">
                  <c:v>2023-01-31</c:v>
                </c:pt>
                <c:pt idx="472">
                  <c:v>2023-02-01</c:v>
                </c:pt>
                <c:pt idx="473">
                  <c:v>2023-02-02</c:v>
                </c:pt>
                <c:pt idx="474">
                  <c:v>2023-02-03</c:v>
                </c:pt>
                <c:pt idx="475">
                  <c:v>2023-02-06</c:v>
                </c:pt>
                <c:pt idx="476">
                  <c:v>2023-02-07</c:v>
                </c:pt>
                <c:pt idx="477">
                  <c:v>2023-02-08</c:v>
                </c:pt>
                <c:pt idx="478">
                  <c:v>2023-02-09</c:v>
                </c:pt>
                <c:pt idx="479">
                  <c:v>2023-02-10</c:v>
                </c:pt>
                <c:pt idx="480">
                  <c:v>2023-02-13</c:v>
                </c:pt>
                <c:pt idx="481">
                  <c:v>2023-02-14</c:v>
                </c:pt>
                <c:pt idx="482">
                  <c:v>2023-02-15</c:v>
                </c:pt>
                <c:pt idx="483">
                  <c:v>2023-02-16</c:v>
                </c:pt>
                <c:pt idx="484">
                  <c:v>2023-02-17</c:v>
                </c:pt>
                <c:pt idx="485">
                  <c:v>2023-02-20</c:v>
                </c:pt>
                <c:pt idx="486">
                  <c:v>2023-02-21</c:v>
                </c:pt>
                <c:pt idx="487">
                  <c:v>2023-02-22</c:v>
                </c:pt>
                <c:pt idx="488">
                  <c:v>2023-02-23</c:v>
                </c:pt>
                <c:pt idx="489">
                  <c:v>2023-02-24</c:v>
                </c:pt>
                <c:pt idx="490">
                  <c:v>2023-02-27</c:v>
                </c:pt>
                <c:pt idx="491">
                  <c:v>2023-02-28</c:v>
                </c:pt>
                <c:pt idx="492">
                  <c:v>2023-03-02</c:v>
                </c:pt>
                <c:pt idx="493">
                  <c:v>2023-03-03</c:v>
                </c:pt>
                <c:pt idx="494">
                  <c:v>2023-03-06</c:v>
                </c:pt>
                <c:pt idx="495">
                  <c:v>2023-03-07</c:v>
                </c:pt>
                <c:pt idx="496">
                  <c:v>2023-03-08</c:v>
                </c:pt>
                <c:pt idx="497">
                  <c:v>2023-03-09</c:v>
                </c:pt>
                <c:pt idx="498">
                  <c:v>2023-03-10</c:v>
                </c:pt>
                <c:pt idx="499">
                  <c:v>2023-03-13</c:v>
                </c:pt>
                <c:pt idx="500">
                  <c:v>2023-03-14</c:v>
                </c:pt>
                <c:pt idx="501">
                  <c:v>2023-03-15</c:v>
                </c:pt>
                <c:pt idx="502">
                  <c:v>2023-03-16</c:v>
                </c:pt>
                <c:pt idx="503">
                  <c:v>2023-03-17</c:v>
                </c:pt>
                <c:pt idx="504">
                  <c:v>2023-03-20</c:v>
                </c:pt>
                <c:pt idx="505">
                  <c:v>2023-03-21</c:v>
                </c:pt>
                <c:pt idx="506">
                  <c:v>2023-03-22</c:v>
                </c:pt>
                <c:pt idx="507">
                  <c:v>2023-03-23</c:v>
                </c:pt>
                <c:pt idx="508">
                  <c:v>2023-03-24</c:v>
                </c:pt>
                <c:pt idx="509">
                  <c:v>2023-03-27</c:v>
                </c:pt>
                <c:pt idx="510">
                  <c:v>2023-03-28</c:v>
                </c:pt>
                <c:pt idx="511">
                  <c:v>2023-03-29</c:v>
                </c:pt>
                <c:pt idx="512">
                  <c:v>2023-03-30</c:v>
                </c:pt>
                <c:pt idx="513">
                  <c:v>2023-03-31</c:v>
                </c:pt>
                <c:pt idx="514">
                  <c:v>2023-04-03</c:v>
                </c:pt>
                <c:pt idx="515">
                  <c:v>2023-04-04</c:v>
                </c:pt>
                <c:pt idx="516">
                  <c:v>2023-04-05</c:v>
                </c:pt>
                <c:pt idx="517">
                  <c:v>2023-04-06</c:v>
                </c:pt>
                <c:pt idx="518">
                  <c:v>2023-04-07</c:v>
                </c:pt>
                <c:pt idx="519">
                  <c:v>2023-04-10</c:v>
                </c:pt>
                <c:pt idx="520">
                  <c:v>2023-04-11</c:v>
                </c:pt>
                <c:pt idx="521">
                  <c:v>2023-04-12</c:v>
                </c:pt>
                <c:pt idx="522">
                  <c:v>2023-04-13</c:v>
                </c:pt>
                <c:pt idx="523">
                  <c:v>2023-04-14</c:v>
                </c:pt>
                <c:pt idx="524">
                  <c:v>2023-04-17</c:v>
                </c:pt>
                <c:pt idx="525">
                  <c:v>2023-04-18</c:v>
                </c:pt>
                <c:pt idx="526">
                  <c:v>2023-04-19</c:v>
                </c:pt>
                <c:pt idx="527">
                  <c:v>2023-04-20</c:v>
                </c:pt>
                <c:pt idx="528">
                  <c:v>2023-04-21</c:v>
                </c:pt>
                <c:pt idx="529">
                  <c:v>2023-04-24</c:v>
                </c:pt>
                <c:pt idx="530">
                  <c:v>2023-04-25</c:v>
                </c:pt>
                <c:pt idx="531">
                  <c:v>2023-04-26</c:v>
                </c:pt>
                <c:pt idx="532">
                  <c:v>2023-04-27</c:v>
                </c:pt>
                <c:pt idx="533">
                  <c:v>2023-04-28</c:v>
                </c:pt>
                <c:pt idx="534">
                  <c:v>2023-05-02</c:v>
                </c:pt>
                <c:pt idx="535">
                  <c:v>2023-05-03</c:v>
                </c:pt>
                <c:pt idx="536">
                  <c:v>2023-05-04</c:v>
                </c:pt>
                <c:pt idx="537">
                  <c:v>2023-05-08</c:v>
                </c:pt>
                <c:pt idx="538">
                  <c:v>2023-05-09</c:v>
                </c:pt>
                <c:pt idx="539">
                  <c:v>2023-05-10</c:v>
                </c:pt>
                <c:pt idx="540">
                  <c:v>2023-05-11</c:v>
                </c:pt>
                <c:pt idx="541">
                  <c:v>2023-05-12</c:v>
                </c:pt>
                <c:pt idx="542">
                  <c:v>2023-05-15</c:v>
                </c:pt>
                <c:pt idx="543">
                  <c:v>2023-05-16</c:v>
                </c:pt>
                <c:pt idx="544">
                  <c:v>2023-05-17</c:v>
                </c:pt>
                <c:pt idx="545">
                  <c:v>2023-05-18</c:v>
                </c:pt>
                <c:pt idx="546">
                  <c:v>2023-05-19</c:v>
                </c:pt>
                <c:pt idx="547">
                  <c:v>2023-05-22</c:v>
                </c:pt>
                <c:pt idx="548">
                  <c:v>2023-05-23</c:v>
                </c:pt>
                <c:pt idx="549">
                  <c:v>2023-05-24</c:v>
                </c:pt>
                <c:pt idx="550">
                  <c:v>2023-05-25</c:v>
                </c:pt>
                <c:pt idx="551">
                  <c:v>2023-05-26</c:v>
                </c:pt>
                <c:pt idx="552">
                  <c:v>2023-05-30</c:v>
                </c:pt>
                <c:pt idx="553">
                  <c:v>2023-05-31</c:v>
                </c:pt>
                <c:pt idx="554">
                  <c:v>2023-06-01</c:v>
                </c:pt>
                <c:pt idx="555">
                  <c:v>2023-06-02</c:v>
                </c:pt>
                <c:pt idx="556">
                  <c:v>2023-06-05</c:v>
                </c:pt>
                <c:pt idx="557">
                  <c:v>2023-06-07</c:v>
                </c:pt>
                <c:pt idx="558">
                  <c:v>2023-06-08</c:v>
                </c:pt>
                <c:pt idx="559">
                  <c:v>2023-06-09</c:v>
                </c:pt>
                <c:pt idx="560">
                  <c:v>2023-06-12</c:v>
                </c:pt>
                <c:pt idx="561">
                  <c:v>2023-06-13</c:v>
                </c:pt>
                <c:pt idx="562">
                  <c:v>2023-06-14</c:v>
                </c:pt>
                <c:pt idx="563">
                  <c:v>2023-06-15</c:v>
                </c:pt>
                <c:pt idx="564">
                  <c:v>2023-06-16</c:v>
                </c:pt>
                <c:pt idx="565">
                  <c:v>2023-06-19</c:v>
                </c:pt>
                <c:pt idx="566">
                  <c:v>2023-06-20</c:v>
                </c:pt>
                <c:pt idx="567">
                  <c:v>2023-06-21</c:v>
                </c:pt>
                <c:pt idx="568">
                  <c:v>2023-06-22</c:v>
                </c:pt>
                <c:pt idx="569">
                  <c:v>2023-06-23</c:v>
                </c:pt>
                <c:pt idx="570">
                  <c:v>2023-06-26</c:v>
                </c:pt>
                <c:pt idx="571">
                  <c:v>2023-06-27</c:v>
                </c:pt>
                <c:pt idx="572">
                  <c:v>2023-06-28</c:v>
                </c:pt>
                <c:pt idx="573">
                  <c:v>2023-06-29</c:v>
                </c:pt>
                <c:pt idx="574">
                  <c:v>2023-06-30</c:v>
                </c:pt>
                <c:pt idx="575">
                  <c:v>2023-07-03</c:v>
                </c:pt>
                <c:pt idx="576">
                  <c:v>2023-07-04</c:v>
                </c:pt>
                <c:pt idx="577">
                  <c:v>2023-07-05</c:v>
                </c:pt>
                <c:pt idx="578">
                  <c:v>2023-07-06</c:v>
                </c:pt>
                <c:pt idx="579">
                  <c:v>2023-07-07</c:v>
                </c:pt>
                <c:pt idx="580">
                  <c:v>2023-07-10</c:v>
                </c:pt>
                <c:pt idx="581">
                  <c:v>2023-07-11</c:v>
                </c:pt>
                <c:pt idx="582">
                  <c:v>2023-07-12</c:v>
                </c:pt>
                <c:pt idx="583">
                  <c:v>2023-07-13</c:v>
                </c:pt>
                <c:pt idx="584">
                  <c:v>2023-07-14</c:v>
                </c:pt>
                <c:pt idx="585">
                  <c:v>2023-07-17</c:v>
                </c:pt>
                <c:pt idx="586">
                  <c:v>2023-07-18</c:v>
                </c:pt>
                <c:pt idx="587">
                  <c:v>2023-07-19</c:v>
                </c:pt>
                <c:pt idx="588">
                  <c:v>2023-07-20</c:v>
                </c:pt>
                <c:pt idx="589">
                  <c:v>2023-07-21</c:v>
                </c:pt>
                <c:pt idx="590">
                  <c:v>2023-07-24</c:v>
                </c:pt>
                <c:pt idx="591">
                  <c:v>2023-07-25</c:v>
                </c:pt>
                <c:pt idx="592">
                  <c:v>2023-07-26</c:v>
                </c:pt>
                <c:pt idx="593">
                  <c:v>2023-07-27</c:v>
                </c:pt>
                <c:pt idx="594">
                  <c:v>2023-07-28</c:v>
                </c:pt>
                <c:pt idx="595">
                  <c:v>2023-07-31</c:v>
                </c:pt>
                <c:pt idx="596">
                  <c:v>2023-08-01</c:v>
                </c:pt>
                <c:pt idx="597">
                  <c:v>2023-08-02</c:v>
                </c:pt>
                <c:pt idx="598">
                  <c:v>2023-08-03</c:v>
                </c:pt>
                <c:pt idx="599">
                  <c:v>2023-08-04</c:v>
                </c:pt>
                <c:pt idx="600">
                  <c:v>2023-08-07</c:v>
                </c:pt>
                <c:pt idx="601">
                  <c:v>2023-08-08</c:v>
                </c:pt>
                <c:pt idx="602">
                  <c:v>2023-08-09</c:v>
                </c:pt>
                <c:pt idx="603">
                  <c:v>2023-08-10</c:v>
                </c:pt>
                <c:pt idx="604">
                  <c:v>2023-08-11</c:v>
                </c:pt>
                <c:pt idx="605">
                  <c:v>2023-08-14</c:v>
                </c:pt>
                <c:pt idx="606">
                  <c:v>2023-08-16</c:v>
                </c:pt>
                <c:pt idx="607">
                  <c:v>2023-08-17</c:v>
                </c:pt>
                <c:pt idx="608">
                  <c:v>2023-08-18</c:v>
                </c:pt>
                <c:pt idx="609">
                  <c:v>2023-08-21</c:v>
                </c:pt>
                <c:pt idx="610">
                  <c:v>2023-08-22</c:v>
                </c:pt>
                <c:pt idx="611">
                  <c:v>2023-08-23</c:v>
                </c:pt>
                <c:pt idx="612">
                  <c:v>2023-08-24</c:v>
                </c:pt>
                <c:pt idx="613">
                  <c:v>2023-08-25</c:v>
                </c:pt>
                <c:pt idx="614">
                  <c:v>2023-08-28</c:v>
                </c:pt>
                <c:pt idx="615">
                  <c:v>2023-08-29</c:v>
                </c:pt>
                <c:pt idx="616">
                  <c:v>2023-08-30</c:v>
                </c:pt>
                <c:pt idx="617">
                  <c:v>2023-08-31</c:v>
                </c:pt>
                <c:pt idx="618">
                  <c:v>2023-09-01</c:v>
                </c:pt>
                <c:pt idx="619">
                  <c:v>2023-09-04</c:v>
                </c:pt>
                <c:pt idx="620">
                  <c:v>2023-09-05</c:v>
                </c:pt>
                <c:pt idx="621">
                  <c:v>2023-09-06</c:v>
                </c:pt>
                <c:pt idx="622">
                  <c:v>2023-09-07</c:v>
                </c:pt>
                <c:pt idx="623">
                  <c:v>2023-09-08</c:v>
                </c:pt>
                <c:pt idx="624">
                  <c:v>2023-09-11</c:v>
                </c:pt>
                <c:pt idx="625">
                  <c:v>2023-09-12</c:v>
                </c:pt>
                <c:pt idx="626">
                  <c:v>2023-09-13</c:v>
                </c:pt>
                <c:pt idx="627">
                  <c:v>2023-09-14</c:v>
                </c:pt>
                <c:pt idx="628">
                  <c:v>2023-09-15</c:v>
                </c:pt>
                <c:pt idx="629">
                  <c:v>2023-09-18</c:v>
                </c:pt>
                <c:pt idx="630">
                  <c:v>2023-09-19</c:v>
                </c:pt>
                <c:pt idx="631">
                  <c:v>2023-09-20</c:v>
                </c:pt>
                <c:pt idx="632">
                  <c:v>2023-09-21</c:v>
                </c:pt>
                <c:pt idx="633">
                  <c:v>2023-09-22</c:v>
                </c:pt>
                <c:pt idx="634">
                  <c:v>2023-09-25</c:v>
                </c:pt>
                <c:pt idx="635">
                  <c:v>2023-09-26</c:v>
                </c:pt>
                <c:pt idx="636">
                  <c:v>2023-09-27</c:v>
                </c:pt>
                <c:pt idx="637">
                  <c:v>2023-10-04</c:v>
                </c:pt>
                <c:pt idx="638">
                  <c:v>2023-10-05</c:v>
                </c:pt>
                <c:pt idx="639">
                  <c:v>2023-10-06</c:v>
                </c:pt>
                <c:pt idx="640">
                  <c:v>2023-10-10</c:v>
                </c:pt>
                <c:pt idx="641">
                  <c:v>2023-10-11</c:v>
                </c:pt>
                <c:pt idx="642">
                  <c:v>2023-10-12</c:v>
                </c:pt>
                <c:pt idx="643">
                  <c:v>2023-10-13</c:v>
                </c:pt>
                <c:pt idx="644">
                  <c:v>2023-10-16</c:v>
                </c:pt>
                <c:pt idx="645">
                  <c:v>2023-10-17</c:v>
                </c:pt>
                <c:pt idx="646">
                  <c:v>2023-10-18</c:v>
                </c:pt>
                <c:pt idx="647">
                  <c:v>2023-10-19</c:v>
                </c:pt>
                <c:pt idx="648">
                  <c:v>2023-10-20</c:v>
                </c:pt>
                <c:pt idx="649">
                  <c:v>2023-10-23</c:v>
                </c:pt>
                <c:pt idx="650">
                  <c:v>2023-10-24</c:v>
                </c:pt>
                <c:pt idx="651">
                  <c:v>2023-10-25</c:v>
                </c:pt>
                <c:pt idx="652">
                  <c:v>2023-10-26</c:v>
                </c:pt>
                <c:pt idx="653">
                  <c:v>2023-10-27</c:v>
                </c:pt>
                <c:pt idx="654">
                  <c:v>2023-10-30</c:v>
                </c:pt>
                <c:pt idx="655">
                  <c:v>2023-10-31</c:v>
                </c:pt>
                <c:pt idx="656">
                  <c:v>2023-11-01</c:v>
                </c:pt>
                <c:pt idx="657">
                  <c:v>2023-11-02</c:v>
                </c:pt>
                <c:pt idx="658">
                  <c:v>2023-11-03</c:v>
                </c:pt>
                <c:pt idx="659">
                  <c:v>2023-11-06</c:v>
                </c:pt>
                <c:pt idx="660">
                  <c:v>2023-11-07</c:v>
                </c:pt>
                <c:pt idx="661">
                  <c:v>2023-11-08</c:v>
                </c:pt>
                <c:pt idx="662">
                  <c:v>2023-11-09</c:v>
                </c:pt>
                <c:pt idx="663">
                  <c:v>2023-11-10</c:v>
                </c:pt>
                <c:pt idx="664">
                  <c:v>2023-11-13</c:v>
                </c:pt>
                <c:pt idx="665">
                  <c:v>2023-11-14</c:v>
                </c:pt>
                <c:pt idx="666">
                  <c:v>2023-11-15</c:v>
                </c:pt>
                <c:pt idx="667">
                  <c:v>2023-11-16</c:v>
                </c:pt>
                <c:pt idx="668">
                  <c:v>2023-11-17</c:v>
                </c:pt>
                <c:pt idx="669">
                  <c:v>2023-11-20</c:v>
                </c:pt>
                <c:pt idx="670">
                  <c:v>2023-11-21</c:v>
                </c:pt>
                <c:pt idx="671">
                  <c:v>2023-11-22</c:v>
                </c:pt>
                <c:pt idx="672">
                  <c:v>2023-11-23</c:v>
                </c:pt>
                <c:pt idx="673">
                  <c:v>2023-11-24</c:v>
                </c:pt>
                <c:pt idx="674">
                  <c:v>2023-11-27</c:v>
                </c:pt>
                <c:pt idx="675">
                  <c:v>2023-11-28</c:v>
                </c:pt>
                <c:pt idx="676">
                  <c:v>2023-11-29</c:v>
                </c:pt>
                <c:pt idx="677">
                  <c:v>2023-11-30</c:v>
                </c:pt>
                <c:pt idx="678">
                  <c:v>2023-12-01</c:v>
                </c:pt>
                <c:pt idx="679">
                  <c:v>2023-12-04</c:v>
                </c:pt>
                <c:pt idx="680">
                  <c:v>2023-12-05</c:v>
                </c:pt>
                <c:pt idx="681">
                  <c:v>2023-12-06</c:v>
                </c:pt>
                <c:pt idx="682">
                  <c:v>2023-12-07</c:v>
                </c:pt>
                <c:pt idx="683">
                  <c:v>2023-12-08</c:v>
                </c:pt>
                <c:pt idx="684">
                  <c:v>2023-12-11</c:v>
                </c:pt>
                <c:pt idx="685">
                  <c:v>2023-12-12</c:v>
                </c:pt>
                <c:pt idx="686">
                  <c:v>2023-12-13</c:v>
                </c:pt>
                <c:pt idx="687">
                  <c:v>2023-12-14</c:v>
                </c:pt>
                <c:pt idx="688">
                  <c:v>2023-12-15</c:v>
                </c:pt>
                <c:pt idx="689">
                  <c:v>2023-12-18</c:v>
                </c:pt>
                <c:pt idx="690">
                  <c:v>2023-12-19</c:v>
                </c:pt>
                <c:pt idx="691">
                  <c:v>2023-12-20</c:v>
                </c:pt>
                <c:pt idx="692">
                  <c:v>2023-12-21</c:v>
                </c:pt>
                <c:pt idx="693">
                  <c:v>2023-12-22</c:v>
                </c:pt>
                <c:pt idx="694">
                  <c:v>2023-12-26</c:v>
                </c:pt>
                <c:pt idx="695">
                  <c:v>2023-12-27</c:v>
                </c:pt>
                <c:pt idx="696">
                  <c:v>2023-12-28</c:v>
                </c:pt>
                <c:pt idx="697">
                  <c:v>2023-12-29</c:v>
                </c:pt>
                <c:pt idx="698">
                  <c:v>2024-01-02</c:v>
                </c:pt>
                <c:pt idx="699">
                  <c:v>2024-01-03</c:v>
                </c:pt>
                <c:pt idx="700">
                  <c:v>2024-01-04</c:v>
                </c:pt>
                <c:pt idx="701">
                  <c:v>2024-01-05</c:v>
                </c:pt>
                <c:pt idx="702">
                  <c:v>2024-01-08</c:v>
                </c:pt>
                <c:pt idx="703">
                  <c:v>2024-01-09</c:v>
                </c:pt>
                <c:pt idx="704">
                  <c:v>2024-01-10</c:v>
                </c:pt>
                <c:pt idx="705">
                  <c:v>2024-01-11</c:v>
                </c:pt>
                <c:pt idx="706">
                  <c:v>2024-01-12</c:v>
                </c:pt>
                <c:pt idx="707">
                  <c:v>2024-01-15</c:v>
                </c:pt>
                <c:pt idx="708">
                  <c:v>2024-01-16</c:v>
                </c:pt>
                <c:pt idx="709">
                  <c:v>2024-01-17</c:v>
                </c:pt>
                <c:pt idx="710">
                  <c:v>2024-01-18</c:v>
                </c:pt>
                <c:pt idx="711">
                  <c:v>2024-01-19</c:v>
                </c:pt>
                <c:pt idx="712">
                  <c:v>2024-01-22</c:v>
                </c:pt>
                <c:pt idx="713">
                  <c:v>2024-01-23</c:v>
                </c:pt>
                <c:pt idx="714">
                  <c:v>2024-01-24</c:v>
                </c:pt>
                <c:pt idx="715">
                  <c:v>2024-01-25</c:v>
                </c:pt>
                <c:pt idx="716">
                  <c:v>2024-01-26</c:v>
                </c:pt>
                <c:pt idx="717">
                  <c:v>2024-01-29</c:v>
                </c:pt>
                <c:pt idx="718">
                  <c:v>2024-01-30</c:v>
                </c:pt>
                <c:pt idx="719">
                  <c:v>2024-01-31</c:v>
                </c:pt>
                <c:pt idx="720">
                  <c:v>2024-02-01</c:v>
                </c:pt>
                <c:pt idx="721">
                  <c:v>2024-02-02</c:v>
                </c:pt>
                <c:pt idx="722">
                  <c:v>2024-02-05</c:v>
                </c:pt>
                <c:pt idx="723">
                  <c:v>2024-02-06</c:v>
                </c:pt>
                <c:pt idx="724">
                  <c:v>2024-02-07</c:v>
                </c:pt>
                <c:pt idx="725">
                  <c:v>2024-02-08</c:v>
                </c:pt>
                <c:pt idx="726">
                  <c:v>2024-02-13</c:v>
                </c:pt>
                <c:pt idx="727">
                  <c:v>2024-02-14</c:v>
                </c:pt>
                <c:pt idx="728">
                  <c:v>2024-02-15</c:v>
                </c:pt>
                <c:pt idx="729">
                  <c:v>2024-02-16</c:v>
                </c:pt>
                <c:pt idx="730">
                  <c:v>2024-02-19</c:v>
                </c:pt>
                <c:pt idx="731">
                  <c:v>2024-02-20</c:v>
                </c:pt>
                <c:pt idx="732">
                  <c:v>2024-02-21</c:v>
                </c:pt>
                <c:pt idx="733">
                  <c:v>2024-02-22</c:v>
                </c:pt>
                <c:pt idx="734">
                  <c:v>2024-02-23</c:v>
                </c:pt>
                <c:pt idx="735">
                  <c:v>2024-02-26</c:v>
                </c:pt>
                <c:pt idx="736">
                  <c:v>2024-02-27</c:v>
                </c:pt>
                <c:pt idx="737">
                  <c:v>2024-02-28</c:v>
                </c:pt>
                <c:pt idx="738">
                  <c:v>2024-02-29</c:v>
                </c:pt>
                <c:pt idx="739">
                  <c:v>2024-03-04</c:v>
                </c:pt>
                <c:pt idx="740">
                  <c:v>2024-03-05</c:v>
                </c:pt>
                <c:pt idx="741">
                  <c:v>2024-03-06</c:v>
                </c:pt>
                <c:pt idx="742">
                  <c:v>2024-03-07</c:v>
                </c:pt>
                <c:pt idx="743">
                  <c:v>2024-03-08</c:v>
                </c:pt>
                <c:pt idx="744">
                  <c:v>2024-03-11</c:v>
                </c:pt>
                <c:pt idx="745">
                  <c:v>2024-03-12</c:v>
                </c:pt>
                <c:pt idx="746">
                  <c:v>2024-03-13</c:v>
                </c:pt>
                <c:pt idx="747">
                  <c:v>2024-03-14</c:v>
                </c:pt>
                <c:pt idx="748">
                  <c:v>2024-03-15</c:v>
                </c:pt>
                <c:pt idx="749">
                  <c:v>2024-03-18</c:v>
                </c:pt>
                <c:pt idx="750">
                  <c:v>2024-03-19</c:v>
                </c:pt>
                <c:pt idx="751">
                  <c:v>2024-03-20</c:v>
                </c:pt>
                <c:pt idx="752">
                  <c:v>2024-03-21</c:v>
                </c:pt>
                <c:pt idx="753">
                  <c:v>2024-03-22</c:v>
                </c:pt>
                <c:pt idx="754">
                  <c:v>2024-03-25</c:v>
                </c:pt>
                <c:pt idx="755">
                  <c:v>2024-03-26</c:v>
                </c:pt>
                <c:pt idx="756">
                  <c:v>2024-03-27</c:v>
                </c:pt>
                <c:pt idx="757">
                  <c:v>2024-03-28</c:v>
                </c:pt>
                <c:pt idx="758">
                  <c:v>2024-03-29</c:v>
                </c:pt>
                <c:pt idx="759">
                  <c:v>2024-04-01</c:v>
                </c:pt>
                <c:pt idx="760">
                  <c:v>2024-04-02</c:v>
                </c:pt>
                <c:pt idx="761">
                  <c:v>2024-04-03</c:v>
                </c:pt>
                <c:pt idx="762">
                  <c:v>2024-04-04</c:v>
                </c:pt>
                <c:pt idx="763">
                  <c:v>2024-04-05</c:v>
                </c:pt>
                <c:pt idx="764">
                  <c:v>2024-04-08</c:v>
                </c:pt>
                <c:pt idx="765">
                  <c:v>2024-04-09</c:v>
                </c:pt>
                <c:pt idx="766">
                  <c:v>2024-04-11</c:v>
                </c:pt>
                <c:pt idx="767">
                  <c:v>2024-04-12</c:v>
                </c:pt>
                <c:pt idx="768">
                  <c:v>2024-04-15</c:v>
                </c:pt>
                <c:pt idx="769">
                  <c:v>2024-04-16</c:v>
                </c:pt>
                <c:pt idx="770">
                  <c:v>2024-04-17</c:v>
                </c:pt>
                <c:pt idx="771">
                  <c:v>2024-04-18</c:v>
                </c:pt>
                <c:pt idx="772">
                  <c:v>2024-04-19</c:v>
                </c:pt>
                <c:pt idx="773">
                  <c:v>2024-04-22</c:v>
                </c:pt>
                <c:pt idx="774">
                  <c:v>2024-04-23</c:v>
                </c:pt>
                <c:pt idx="775">
                  <c:v>2024-04-24</c:v>
                </c:pt>
                <c:pt idx="776">
                  <c:v>2024-04-25</c:v>
                </c:pt>
                <c:pt idx="777">
                  <c:v>2024-04-26</c:v>
                </c:pt>
                <c:pt idx="778">
                  <c:v>2024-04-29</c:v>
                </c:pt>
                <c:pt idx="779">
                  <c:v>2024-04-30</c:v>
                </c:pt>
                <c:pt idx="780">
                  <c:v>2024-05-02</c:v>
                </c:pt>
                <c:pt idx="781">
                  <c:v>2024-05-03</c:v>
                </c:pt>
                <c:pt idx="782">
                  <c:v>2024-05-07</c:v>
                </c:pt>
                <c:pt idx="783">
                  <c:v>2024-05-08</c:v>
                </c:pt>
                <c:pt idx="784">
                  <c:v>2024-05-09</c:v>
                </c:pt>
                <c:pt idx="785">
                  <c:v>2024-05-10</c:v>
                </c:pt>
                <c:pt idx="786">
                  <c:v>2024-05-13</c:v>
                </c:pt>
                <c:pt idx="787">
                  <c:v>2024-05-14</c:v>
                </c:pt>
                <c:pt idx="788">
                  <c:v>2024-05-16</c:v>
                </c:pt>
                <c:pt idx="789">
                  <c:v>2024-05-17</c:v>
                </c:pt>
                <c:pt idx="790">
                  <c:v>2024-05-20</c:v>
                </c:pt>
                <c:pt idx="791">
                  <c:v>2024-05-21</c:v>
                </c:pt>
                <c:pt idx="792">
                  <c:v>2024-05-22</c:v>
                </c:pt>
                <c:pt idx="793">
                  <c:v>2024-05-23</c:v>
                </c:pt>
                <c:pt idx="794">
                  <c:v>2024-05-24</c:v>
                </c:pt>
                <c:pt idx="795">
                  <c:v>2024-05-27</c:v>
                </c:pt>
                <c:pt idx="796">
                  <c:v>2024-05-28</c:v>
                </c:pt>
                <c:pt idx="797">
                  <c:v>2024-05-29</c:v>
                </c:pt>
                <c:pt idx="798">
                  <c:v>2024-05-30</c:v>
                </c:pt>
                <c:pt idx="799">
                  <c:v>2024-05-31</c:v>
                </c:pt>
                <c:pt idx="800">
                  <c:v>2024-06-03</c:v>
                </c:pt>
                <c:pt idx="801">
                  <c:v>2024-06-04</c:v>
                </c:pt>
                <c:pt idx="802">
                  <c:v>2024-06-05</c:v>
                </c:pt>
                <c:pt idx="803">
                  <c:v>2024-06-07</c:v>
                </c:pt>
                <c:pt idx="804">
                  <c:v>2024-06-10</c:v>
                </c:pt>
                <c:pt idx="805">
                  <c:v>2024-06-11</c:v>
                </c:pt>
                <c:pt idx="806">
                  <c:v>2024-06-12</c:v>
                </c:pt>
                <c:pt idx="807">
                  <c:v>2024-06-13</c:v>
                </c:pt>
                <c:pt idx="808">
                  <c:v>2024-06-14</c:v>
                </c:pt>
                <c:pt idx="809">
                  <c:v>2024-06-17</c:v>
                </c:pt>
                <c:pt idx="810">
                  <c:v>2024-06-18</c:v>
                </c:pt>
                <c:pt idx="811">
                  <c:v>2024-06-19</c:v>
                </c:pt>
                <c:pt idx="812">
                  <c:v>2024-06-20</c:v>
                </c:pt>
                <c:pt idx="813">
                  <c:v>2024-06-21</c:v>
                </c:pt>
                <c:pt idx="814">
                  <c:v>2024-06-24</c:v>
                </c:pt>
                <c:pt idx="815">
                  <c:v>2024-06-25</c:v>
                </c:pt>
                <c:pt idx="816">
                  <c:v>2024-06-26</c:v>
                </c:pt>
                <c:pt idx="817">
                  <c:v>2024-06-27</c:v>
                </c:pt>
                <c:pt idx="818">
                  <c:v>2024-06-28</c:v>
                </c:pt>
                <c:pt idx="819">
                  <c:v>2024-07-01</c:v>
                </c:pt>
                <c:pt idx="820">
                  <c:v>2024-07-02</c:v>
                </c:pt>
                <c:pt idx="821">
                  <c:v>2024-07-03</c:v>
                </c:pt>
                <c:pt idx="822">
                  <c:v>2024-07-04</c:v>
                </c:pt>
                <c:pt idx="823">
                  <c:v>2024-07-05</c:v>
                </c:pt>
                <c:pt idx="824">
                  <c:v>2024-07-08</c:v>
                </c:pt>
                <c:pt idx="825">
                  <c:v>2024-07-09</c:v>
                </c:pt>
                <c:pt idx="826">
                  <c:v>2024-07-10</c:v>
                </c:pt>
                <c:pt idx="827">
                  <c:v>2024-07-11</c:v>
                </c:pt>
                <c:pt idx="828">
                  <c:v>2024-07-12</c:v>
                </c:pt>
                <c:pt idx="829">
                  <c:v>2024-07-15</c:v>
                </c:pt>
                <c:pt idx="830">
                  <c:v>2024-07-16</c:v>
                </c:pt>
                <c:pt idx="831">
                  <c:v>2024-07-17</c:v>
                </c:pt>
                <c:pt idx="832">
                  <c:v>2024-07-18</c:v>
                </c:pt>
                <c:pt idx="833">
                  <c:v>2024-07-19</c:v>
                </c:pt>
                <c:pt idx="834">
                  <c:v>2024-07-22</c:v>
                </c:pt>
                <c:pt idx="835">
                  <c:v>2024-07-23</c:v>
                </c:pt>
                <c:pt idx="836">
                  <c:v>2024-07-24</c:v>
                </c:pt>
                <c:pt idx="837">
                  <c:v>2024-07-25</c:v>
                </c:pt>
                <c:pt idx="838">
                  <c:v>2024-07-26</c:v>
                </c:pt>
                <c:pt idx="839">
                  <c:v>2024-07-29</c:v>
                </c:pt>
                <c:pt idx="840">
                  <c:v>2024-07-30</c:v>
                </c:pt>
                <c:pt idx="841">
                  <c:v>2024-07-31</c:v>
                </c:pt>
                <c:pt idx="842">
                  <c:v>2024-08-01</c:v>
                </c:pt>
                <c:pt idx="843">
                  <c:v>2024-08-02</c:v>
                </c:pt>
                <c:pt idx="844">
                  <c:v>2024-08-05</c:v>
                </c:pt>
                <c:pt idx="845">
                  <c:v>2024-08-06</c:v>
                </c:pt>
                <c:pt idx="846">
                  <c:v>2024-08-07</c:v>
                </c:pt>
                <c:pt idx="847">
                  <c:v>2024-08-08</c:v>
                </c:pt>
                <c:pt idx="848">
                  <c:v>2024-08-09</c:v>
                </c:pt>
                <c:pt idx="849">
                  <c:v>2024-08-12</c:v>
                </c:pt>
                <c:pt idx="850">
                  <c:v>2024-08-13</c:v>
                </c:pt>
                <c:pt idx="851">
                  <c:v>2024-08-14</c:v>
                </c:pt>
                <c:pt idx="852">
                  <c:v>2024-08-16</c:v>
                </c:pt>
                <c:pt idx="853">
                  <c:v>2024-08-19</c:v>
                </c:pt>
                <c:pt idx="854">
                  <c:v>2024-08-20</c:v>
                </c:pt>
                <c:pt idx="855">
                  <c:v>2024-08-21</c:v>
                </c:pt>
                <c:pt idx="856">
                  <c:v>2024-08-22</c:v>
                </c:pt>
                <c:pt idx="857">
                  <c:v>2024-08-23</c:v>
                </c:pt>
                <c:pt idx="858">
                  <c:v>2024-08-26</c:v>
                </c:pt>
                <c:pt idx="859">
                  <c:v>2024-08-27</c:v>
                </c:pt>
                <c:pt idx="860">
                  <c:v>2024-08-28</c:v>
                </c:pt>
                <c:pt idx="861">
                  <c:v>2024-08-29</c:v>
                </c:pt>
                <c:pt idx="862">
                  <c:v>2024-08-30</c:v>
                </c:pt>
                <c:pt idx="863">
                  <c:v>2024-09-02</c:v>
                </c:pt>
                <c:pt idx="864">
                  <c:v>2024-09-03</c:v>
                </c:pt>
                <c:pt idx="865">
                  <c:v>2024-09-04</c:v>
                </c:pt>
                <c:pt idx="866">
                  <c:v>2024-09-05</c:v>
                </c:pt>
                <c:pt idx="867">
                  <c:v>2024-09-06</c:v>
                </c:pt>
                <c:pt idx="868">
                  <c:v>2024-09-09</c:v>
                </c:pt>
                <c:pt idx="869">
                  <c:v>2024-09-10</c:v>
                </c:pt>
                <c:pt idx="870">
                  <c:v>2024-09-11</c:v>
                </c:pt>
                <c:pt idx="871">
                  <c:v>2024-09-12</c:v>
                </c:pt>
                <c:pt idx="872">
                  <c:v>2024-09-13</c:v>
                </c:pt>
                <c:pt idx="873">
                  <c:v>2024-09-19</c:v>
                </c:pt>
                <c:pt idx="874">
                  <c:v>2024-09-20</c:v>
                </c:pt>
                <c:pt idx="875">
                  <c:v>2024-09-23</c:v>
                </c:pt>
                <c:pt idx="876">
                  <c:v>2024-09-24</c:v>
                </c:pt>
                <c:pt idx="877">
                  <c:v>2024-09-25</c:v>
                </c:pt>
                <c:pt idx="878">
                  <c:v>2024-09-26</c:v>
                </c:pt>
                <c:pt idx="879">
                  <c:v>2024-09-27</c:v>
                </c:pt>
                <c:pt idx="880">
                  <c:v>2024-09-30</c:v>
                </c:pt>
                <c:pt idx="881">
                  <c:v>2024-10-02</c:v>
                </c:pt>
                <c:pt idx="882">
                  <c:v>2024-10-04</c:v>
                </c:pt>
                <c:pt idx="883">
                  <c:v>2024-10-07</c:v>
                </c:pt>
                <c:pt idx="884">
                  <c:v>2024-10-08</c:v>
                </c:pt>
                <c:pt idx="885">
                  <c:v>2024-10-10</c:v>
                </c:pt>
                <c:pt idx="886">
                  <c:v>2024-10-11</c:v>
                </c:pt>
                <c:pt idx="887">
                  <c:v>2024-10-14</c:v>
                </c:pt>
                <c:pt idx="888">
                  <c:v>2024-10-15</c:v>
                </c:pt>
                <c:pt idx="889">
                  <c:v>2024-10-16</c:v>
                </c:pt>
                <c:pt idx="890">
                  <c:v>2024-10-17</c:v>
                </c:pt>
                <c:pt idx="891">
                  <c:v>2024-10-18</c:v>
                </c:pt>
                <c:pt idx="892">
                  <c:v>2024-10-21</c:v>
                </c:pt>
                <c:pt idx="893">
                  <c:v>2024-10-22</c:v>
                </c:pt>
                <c:pt idx="894">
                  <c:v>2024-10-23</c:v>
                </c:pt>
                <c:pt idx="895">
                  <c:v>2024-10-24</c:v>
                </c:pt>
                <c:pt idx="896">
                  <c:v>2024-10-25</c:v>
                </c:pt>
                <c:pt idx="897">
                  <c:v>2024-10-28</c:v>
                </c:pt>
                <c:pt idx="898">
                  <c:v>2024-10-29</c:v>
                </c:pt>
                <c:pt idx="899">
                  <c:v>2024-10-30</c:v>
                </c:pt>
                <c:pt idx="900">
                  <c:v>2024-10-31</c:v>
                </c:pt>
                <c:pt idx="901">
                  <c:v>2024-11-01</c:v>
                </c:pt>
                <c:pt idx="902">
                  <c:v>2024-11-04</c:v>
                </c:pt>
                <c:pt idx="903">
                  <c:v>2024-11-05</c:v>
                </c:pt>
                <c:pt idx="904">
                  <c:v>2024-11-06</c:v>
                </c:pt>
                <c:pt idx="905">
                  <c:v>2024-11-07</c:v>
                </c:pt>
                <c:pt idx="906">
                  <c:v>2024-11-08</c:v>
                </c:pt>
                <c:pt idx="907">
                  <c:v>2024-11-11</c:v>
                </c:pt>
                <c:pt idx="908">
                  <c:v>2024-11-12</c:v>
                </c:pt>
                <c:pt idx="909">
                  <c:v>2024-11-13</c:v>
                </c:pt>
                <c:pt idx="910">
                  <c:v>2024-11-14</c:v>
                </c:pt>
                <c:pt idx="911">
                  <c:v>2024-11-15</c:v>
                </c:pt>
                <c:pt idx="912">
                  <c:v>2024-11-18</c:v>
                </c:pt>
                <c:pt idx="913">
                  <c:v>2024-11-19</c:v>
                </c:pt>
                <c:pt idx="914">
                  <c:v>2024-11-20</c:v>
                </c:pt>
                <c:pt idx="915">
                  <c:v>2024-11-21</c:v>
                </c:pt>
                <c:pt idx="916">
                  <c:v>2024-11-22</c:v>
                </c:pt>
                <c:pt idx="917">
                  <c:v>2024-11-25</c:v>
                </c:pt>
                <c:pt idx="918">
                  <c:v>2024-11-26</c:v>
                </c:pt>
                <c:pt idx="919">
                  <c:v>2024-11-27</c:v>
                </c:pt>
                <c:pt idx="920">
                  <c:v>2024-11-28</c:v>
                </c:pt>
                <c:pt idx="921">
                  <c:v>2024-11-29</c:v>
                </c:pt>
                <c:pt idx="922">
                  <c:v>2024-12-02</c:v>
                </c:pt>
                <c:pt idx="923">
                  <c:v>2024-12-03</c:v>
                </c:pt>
                <c:pt idx="924">
                  <c:v>2024-12-04</c:v>
                </c:pt>
                <c:pt idx="925">
                  <c:v>2024-12-05</c:v>
                </c:pt>
                <c:pt idx="926">
                  <c:v>2024-12-06</c:v>
                </c:pt>
                <c:pt idx="927">
                  <c:v>2024-12-09</c:v>
                </c:pt>
                <c:pt idx="928">
                  <c:v>2024-12-10</c:v>
                </c:pt>
                <c:pt idx="929">
                  <c:v>2024-12-11</c:v>
                </c:pt>
                <c:pt idx="930">
                  <c:v>2024-12-12</c:v>
                </c:pt>
                <c:pt idx="931">
                  <c:v>2024-12-13</c:v>
                </c:pt>
                <c:pt idx="932">
                  <c:v>2024-12-16</c:v>
                </c:pt>
                <c:pt idx="933">
                  <c:v>2024-12-17</c:v>
                </c:pt>
                <c:pt idx="934">
                  <c:v>2024-12-18</c:v>
                </c:pt>
                <c:pt idx="935">
                  <c:v>2024-12-19</c:v>
                </c:pt>
                <c:pt idx="936">
                  <c:v>2024-12-20</c:v>
                </c:pt>
                <c:pt idx="937">
                  <c:v>2024-12-23</c:v>
                </c:pt>
                <c:pt idx="938">
                  <c:v>2024-12-24</c:v>
                </c:pt>
                <c:pt idx="939">
                  <c:v>2024-12-26</c:v>
                </c:pt>
                <c:pt idx="940">
                  <c:v>2024-12-27</c:v>
                </c:pt>
                <c:pt idx="941">
                  <c:v>2024-12-30</c:v>
                </c:pt>
                <c:pt idx="942">
                  <c:v>2024-12-31</c:v>
                </c:pt>
                <c:pt idx="943">
                  <c:v>2025-01-02</c:v>
                </c:pt>
                <c:pt idx="944">
                  <c:v>2025-01-03</c:v>
                </c:pt>
                <c:pt idx="945">
                  <c:v>2025-01-06</c:v>
                </c:pt>
                <c:pt idx="946">
                  <c:v>2025-01-07</c:v>
                </c:pt>
                <c:pt idx="947">
                  <c:v>2025-01-08</c:v>
                </c:pt>
                <c:pt idx="948">
                  <c:v>2025-01-09</c:v>
                </c:pt>
                <c:pt idx="949">
                  <c:v>2025-01-10</c:v>
                </c:pt>
                <c:pt idx="950">
                  <c:v>2025-01-13</c:v>
                </c:pt>
                <c:pt idx="951">
                  <c:v>2025-01-14</c:v>
                </c:pt>
                <c:pt idx="952">
                  <c:v>2025-01-15</c:v>
                </c:pt>
                <c:pt idx="953">
                  <c:v>2025-01-16</c:v>
                </c:pt>
                <c:pt idx="954">
                  <c:v>2025-01-17</c:v>
                </c:pt>
                <c:pt idx="955">
                  <c:v>2025-01-20</c:v>
                </c:pt>
                <c:pt idx="956">
                  <c:v>2025-01-21</c:v>
                </c:pt>
                <c:pt idx="957">
                  <c:v>2025-01-22</c:v>
                </c:pt>
                <c:pt idx="958">
                  <c:v>2025-01-23</c:v>
                </c:pt>
                <c:pt idx="959">
                  <c:v>2025-01-24</c:v>
                </c:pt>
                <c:pt idx="960">
                  <c:v>2025-01-31</c:v>
                </c:pt>
                <c:pt idx="961">
                  <c:v>2025-02-03</c:v>
                </c:pt>
                <c:pt idx="962">
                  <c:v>2025-02-04</c:v>
                </c:pt>
                <c:pt idx="963">
                  <c:v>2025-02-05</c:v>
                </c:pt>
                <c:pt idx="964">
                  <c:v>2025-02-06</c:v>
                </c:pt>
                <c:pt idx="965">
                  <c:v>2025-02-07</c:v>
                </c:pt>
                <c:pt idx="966">
                  <c:v>2025-02-10</c:v>
                </c:pt>
                <c:pt idx="967">
                  <c:v>2025-02-11</c:v>
                </c:pt>
                <c:pt idx="968">
                  <c:v>2025-02-12</c:v>
                </c:pt>
                <c:pt idx="969">
                  <c:v>2025-02-13</c:v>
                </c:pt>
                <c:pt idx="970">
                  <c:v>2025-02-14</c:v>
                </c:pt>
                <c:pt idx="971">
                  <c:v>2025-02-17</c:v>
                </c:pt>
                <c:pt idx="972">
                  <c:v>2025-02-18</c:v>
                </c:pt>
                <c:pt idx="973">
                  <c:v>2025-02-19</c:v>
                </c:pt>
                <c:pt idx="974">
                  <c:v>2025-02-20</c:v>
                </c:pt>
                <c:pt idx="975">
                  <c:v>2025-02-21</c:v>
                </c:pt>
                <c:pt idx="976">
                  <c:v>2025-02-24</c:v>
                </c:pt>
                <c:pt idx="977">
                  <c:v>2025-02-25</c:v>
                </c:pt>
                <c:pt idx="978">
                  <c:v>2025-02-26</c:v>
                </c:pt>
                <c:pt idx="979">
                  <c:v>2025-02-27</c:v>
                </c:pt>
                <c:pt idx="980">
                  <c:v>2025-02-28</c:v>
                </c:pt>
                <c:pt idx="981">
                  <c:v>2025-03-04</c:v>
                </c:pt>
                <c:pt idx="982">
                  <c:v>2025-03-05</c:v>
                </c:pt>
                <c:pt idx="983">
                  <c:v>2025-03-06</c:v>
                </c:pt>
                <c:pt idx="984">
                  <c:v>2025-03-07</c:v>
                </c:pt>
                <c:pt idx="985">
                  <c:v>2025-03-10</c:v>
                </c:pt>
                <c:pt idx="986">
                  <c:v>2025-03-11</c:v>
                </c:pt>
                <c:pt idx="987">
                  <c:v>2025-03-12</c:v>
                </c:pt>
                <c:pt idx="988">
                  <c:v>2025-03-13</c:v>
                </c:pt>
                <c:pt idx="989">
                  <c:v>2025-03-14</c:v>
                </c:pt>
                <c:pt idx="990">
                  <c:v>2025-03-17</c:v>
                </c:pt>
                <c:pt idx="991">
                  <c:v>2025-03-18</c:v>
                </c:pt>
                <c:pt idx="992">
                  <c:v>2025-03-19</c:v>
                </c:pt>
                <c:pt idx="993">
                  <c:v>2025-03-20</c:v>
                </c:pt>
                <c:pt idx="994">
                  <c:v>2025-03-21</c:v>
                </c:pt>
                <c:pt idx="995">
                  <c:v>2025-03-24</c:v>
                </c:pt>
                <c:pt idx="996">
                  <c:v>2025-03-25</c:v>
                </c:pt>
                <c:pt idx="997">
                  <c:v>2025-03-26</c:v>
                </c:pt>
                <c:pt idx="998">
                  <c:v>2025-03-27</c:v>
                </c:pt>
                <c:pt idx="999">
                  <c:v>2025-03-28</c:v>
                </c:pt>
                <c:pt idx="1000">
                  <c:v>2025-03-31</c:v>
                </c:pt>
                <c:pt idx="1001">
                  <c:v>2025-04-01</c:v>
                </c:pt>
                <c:pt idx="1002">
                  <c:v>2025-04-02</c:v>
                </c:pt>
                <c:pt idx="1003">
                  <c:v>2025-04-03</c:v>
                </c:pt>
                <c:pt idx="1004">
                  <c:v>2025-04-04</c:v>
                </c:pt>
                <c:pt idx="1005">
                  <c:v>2025-04-07</c:v>
                </c:pt>
                <c:pt idx="1006">
                  <c:v>2025-04-08</c:v>
                </c:pt>
                <c:pt idx="1007">
                  <c:v>2025-04-09</c:v>
                </c:pt>
                <c:pt idx="1008">
                  <c:v>2025-04-10</c:v>
                </c:pt>
                <c:pt idx="1009">
                  <c:v>2025-04-11</c:v>
                </c:pt>
                <c:pt idx="1010">
                  <c:v>2025-04-14</c:v>
                </c:pt>
                <c:pt idx="1011">
                  <c:v>2025-04-15</c:v>
                </c:pt>
                <c:pt idx="1012">
                  <c:v>2025-04-16</c:v>
                </c:pt>
                <c:pt idx="1013">
                  <c:v>2025-04-17</c:v>
                </c:pt>
                <c:pt idx="1014">
                  <c:v>2025-04-18</c:v>
                </c:pt>
                <c:pt idx="1015">
                  <c:v>2025-04-21</c:v>
                </c:pt>
                <c:pt idx="1016">
                  <c:v>2025-04-22</c:v>
                </c:pt>
                <c:pt idx="1017">
                  <c:v>2025-04-23</c:v>
                </c:pt>
                <c:pt idx="1018">
                  <c:v>2025-04-24</c:v>
                </c:pt>
                <c:pt idx="1019">
                  <c:v>2025-04-25</c:v>
                </c:pt>
                <c:pt idx="1020">
                  <c:v>2025-04-28</c:v>
                </c:pt>
                <c:pt idx="1021">
                  <c:v>2025-04-29</c:v>
                </c:pt>
                <c:pt idx="1022">
                  <c:v>2025-04-30</c:v>
                </c:pt>
                <c:pt idx="1023">
                  <c:v>2025-05-02</c:v>
                </c:pt>
                <c:pt idx="1024">
                  <c:v>2025-05-07</c:v>
                </c:pt>
                <c:pt idx="1025">
                  <c:v>2025-05-08</c:v>
                </c:pt>
                <c:pt idx="1026">
                  <c:v>2025-05-09</c:v>
                </c:pt>
                <c:pt idx="1027">
                  <c:v>2025-05-12</c:v>
                </c:pt>
                <c:pt idx="1028">
                  <c:v>2025-05-13</c:v>
                </c:pt>
                <c:pt idx="1029">
                  <c:v>2025-05-14</c:v>
                </c:pt>
                <c:pt idx="1030">
                  <c:v>2025-05-15</c:v>
                </c:pt>
                <c:pt idx="1031">
                  <c:v>2025-05-16</c:v>
                </c:pt>
                <c:pt idx="1032">
                  <c:v>2025-05-19</c:v>
                </c:pt>
                <c:pt idx="1033">
                  <c:v>2025-05-20</c:v>
                </c:pt>
                <c:pt idx="1034">
                  <c:v>2025-05-21</c:v>
                </c:pt>
                <c:pt idx="1035">
                  <c:v>2025-05-22</c:v>
                </c:pt>
                <c:pt idx="1036">
                  <c:v>2025-05-23</c:v>
                </c:pt>
                <c:pt idx="1037">
                  <c:v>2025-05-26</c:v>
                </c:pt>
                <c:pt idx="1038">
                  <c:v>2025-05-27</c:v>
                </c:pt>
                <c:pt idx="1039">
                  <c:v>2025-05-28</c:v>
                </c:pt>
                <c:pt idx="1040">
                  <c:v>2025-05-29</c:v>
                </c:pt>
                <c:pt idx="1041">
                  <c:v>2025-05-30</c:v>
                </c:pt>
                <c:pt idx="1042">
                  <c:v>2025-06-02</c:v>
                </c:pt>
                <c:pt idx="1043">
                  <c:v>2025-06-04</c:v>
                </c:pt>
                <c:pt idx="1044">
                  <c:v>2025-06-05</c:v>
                </c:pt>
                <c:pt idx="1045">
                  <c:v>2025-06-09</c:v>
                </c:pt>
                <c:pt idx="1046">
                  <c:v>2025-06-10</c:v>
                </c:pt>
                <c:pt idx="1047">
                  <c:v>2025-06-11</c:v>
                </c:pt>
                <c:pt idx="1048">
                  <c:v>2025-06-12</c:v>
                </c:pt>
                <c:pt idx="1049">
                  <c:v>2025-06-13</c:v>
                </c:pt>
                <c:pt idx="1050">
                  <c:v>2025-06-16</c:v>
                </c:pt>
                <c:pt idx="1051">
                  <c:v>2025-06-17</c:v>
                </c:pt>
                <c:pt idx="1052">
                  <c:v>2025-06-18</c:v>
                </c:pt>
                <c:pt idx="1053">
                  <c:v>2025-06-19</c:v>
                </c:pt>
                <c:pt idx="1054">
                  <c:v>2025-06-20</c:v>
                </c:pt>
                <c:pt idx="1055">
                  <c:v>2025-06-23</c:v>
                </c:pt>
                <c:pt idx="1056">
                  <c:v>2025-06-24</c:v>
                </c:pt>
                <c:pt idx="1057">
                  <c:v>2025-06-25</c:v>
                </c:pt>
                <c:pt idx="1058">
                  <c:v>2025-06-26</c:v>
                </c:pt>
                <c:pt idx="1059">
                  <c:v>2025-06-27</c:v>
                </c:pt>
                <c:pt idx="1060">
                  <c:v>2025-06-30</c:v>
                </c:pt>
                <c:pt idx="1061">
                  <c:v>2025-07-01</c:v>
                </c:pt>
                <c:pt idx="1062">
                  <c:v>2025-07-02</c:v>
                </c:pt>
                <c:pt idx="1063">
                  <c:v>2025-07-03</c:v>
                </c:pt>
                <c:pt idx="1064">
                  <c:v>2025-07-04</c:v>
                </c:pt>
                <c:pt idx="1065">
                  <c:v>2025-07-07</c:v>
                </c:pt>
                <c:pt idx="1066">
                  <c:v>2025-07-08</c:v>
                </c:pt>
                <c:pt idx="1067">
                  <c:v>2025-07-09</c:v>
                </c:pt>
                <c:pt idx="1068">
                  <c:v>2025-07-10</c:v>
                </c:pt>
                <c:pt idx="1069">
                  <c:v>2025-07-11</c:v>
                </c:pt>
                <c:pt idx="1070">
                  <c:v>2025-07-14</c:v>
                </c:pt>
                <c:pt idx="1071">
                  <c:v>2025-07-15</c:v>
                </c:pt>
                <c:pt idx="1072">
                  <c:v>2025-07-16</c:v>
                </c:pt>
                <c:pt idx="1073">
                  <c:v>2025-07-17</c:v>
                </c:pt>
                <c:pt idx="1074">
                  <c:v>2025-07-18</c:v>
                </c:pt>
                <c:pt idx="1075">
                  <c:v>2025-07-21</c:v>
                </c:pt>
                <c:pt idx="1076">
                  <c:v>2025-07-22</c:v>
                </c:pt>
                <c:pt idx="1077">
                  <c:v>2025-07-23</c:v>
                </c:pt>
                <c:pt idx="1078">
                  <c:v>2025-07-24</c:v>
                </c:pt>
                <c:pt idx="1079">
                  <c:v>2025-07-25</c:v>
                </c:pt>
                <c:pt idx="1080">
                  <c:v>2025-07-28</c:v>
                </c:pt>
                <c:pt idx="1081">
                  <c:v>2025-07-29</c:v>
                </c:pt>
                <c:pt idx="1082">
                  <c:v>2025-07-30</c:v>
                </c:pt>
                <c:pt idx="1083">
                  <c:v>2025-07-31</c:v>
                </c:pt>
                <c:pt idx="1084">
                  <c:v>2025-08-01</c:v>
                </c:pt>
                <c:pt idx="1085">
                  <c:v>2025-08-04</c:v>
                </c:pt>
                <c:pt idx="1086">
                  <c:v>2025-08-05</c:v>
                </c:pt>
                <c:pt idx="1087">
                  <c:v>2025-08-06</c:v>
                </c:pt>
                <c:pt idx="1088">
                  <c:v>2025-08-07</c:v>
                </c:pt>
                <c:pt idx="1089">
                  <c:v>2025-08-08</c:v>
                </c:pt>
                <c:pt idx="1090">
                  <c:v>2025-08-11</c:v>
                </c:pt>
                <c:pt idx="1091">
                  <c:v>2025-08-12</c:v>
                </c:pt>
                <c:pt idx="1092">
                  <c:v>2025-08-13</c:v>
                </c:pt>
                <c:pt idx="1093">
                  <c:v>2025-08-14</c:v>
                </c:pt>
                <c:pt idx="1094">
                  <c:v>2025-08-18</c:v>
                </c:pt>
                <c:pt idx="1095">
                  <c:v>2025-08-19</c:v>
                </c:pt>
                <c:pt idx="1096">
                  <c:v>2025-08-20</c:v>
                </c:pt>
                <c:pt idx="1097">
                  <c:v>2025-08-21</c:v>
                </c:pt>
                <c:pt idx="1098">
                  <c:v>2025-08-22</c:v>
                </c:pt>
                <c:pt idx="1099">
                  <c:v>2025-08-25</c:v>
                </c:pt>
                <c:pt idx="1100">
                  <c:v>2025-08-26</c:v>
                </c:pt>
                <c:pt idx="1101">
                  <c:v>2025-08-27</c:v>
                </c:pt>
                <c:pt idx="1102">
                  <c:v>2025-08-28</c:v>
                </c:pt>
                <c:pt idx="1103">
                  <c:v>2025-08-29</c:v>
                </c:pt>
                <c:pt idx="1104">
                  <c:v>2025-09-01</c:v>
                </c:pt>
                <c:pt idx="1105">
                  <c:v>2025-09-02</c:v>
                </c:pt>
                <c:pt idx="1106">
                  <c:v>2025-09-03</c:v>
                </c:pt>
                <c:pt idx="1107">
                  <c:v>2025-09-04</c:v>
                </c:pt>
                <c:pt idx="1108">
                  <c:v>2025-09-05</c:v>
                </c:pt>
                <c:pt idx="1109">
                  <c:v>2025-09-08</c:v>
                </c:pt>
                <c:pt idx="1110">
                  <c:v>2025-09-09</c:v>
                </c:pt>
                <c:pt idx="1111">
                  <c:v>2025-09-10</c:v>
                </c:pt>
                <c:pt idx="1112">
                  <c:v>2025-09-11</c:v>
                </c:pt>
                <c:pt idx="1113">
                  <c:v>2025-09-12</c:v>
                </c:pt>
                <c:pt idx="1114">
                  <c:v>2025-09-15</c:v>
                </c:pt>
                <c:pt idx="1115">
                  <c:v>2025-09-16</c:v>
                </c:pt>
                <c:pt idx="1116">
                  <c:v>2025-09-17</c:v>
                </c:pt>
                <c:pt idx="1117">
                  <c:v>2025-09-18</c:v>
                </c:pt>
                <c:pt idx="1118">
                  <c:v>2025-09-19</c:v>
                </c:pt>
                <c:pt idx="1119">
                  <c:v>2025-09-22</c:v>
                </c:pt>
                <c:pt idx="1120">
                  <c:v>2025-09-23</c:v>
                </c:pt>
                <c:pt idx="1121">
                  <c:v>2025-09-24</c:v>
                </c:pt>
                <c:pt idx="1122">
                  <c:v>2025-09-25</c:v>
                </c:pt>
                <c:pt idx="1123">
                  <c:v>2025-09-26</c:v>
                </c:pt>
                <c:pt idx="1124">
                  <c:v>2025-09-29</c:v>
                </c:pt>
                <c:pt idx="1125">
                  <c:v>2025-09-30</c:v>
                </c:pt>
                <c:pt idx="1126">
                  <c:v>2025-10-01</c:v>
                </c:pt>
                <c:pt idx="1127">
                  <c:v>2025-10-02</c:v>
                </c:pt>
                <c:pt idx="1128">
                  <c:v>2025-10-10</c:v>
                </c:pt>
                <c:pt idx="1129">
                  <c:v>2025-10-13</c:v>
                </c:pt>
                <c:pt idx="1130">
                  <c:v>2025-10-14</c:v>
                </c:pt>
                <c:pt idx="1131">
                  <c:v>2025-10-15</c:v>
                </c:pt>
                <c:pt idx="1132">
                  <c:v>2025-10-16</c:v>
                </c:pt>
                <c:pt idx="1133">
                  <c:v>2025-10-17</c:v>
                </c:pt>
                <c:pt idx="1134">
                  <c:v>2025-10-20</c:v>
                </c:pt>
                <c:pt idx="1135">
                  <c:v>2025-10-21</c:v>
                </c:pt>
                <c:pt idx="1136">
                  <c:v>2025-10-22</c:v>
                </c:pt>
                <c:pt idx="1137">
                  <c:v>2025-10-23</c:v>
                </c:pt>
                <c:pt idx="1138">
                  <c:v>2025-10-24</c:v>
                </c:pt>
                <c:pt idx="1139">
                  <c:v>2025-10-27</c:v>
                </c:pt>
                <c:pt idx="1140">
                  <c:v>2025-10-28</c:v>
                </c:pt>
                <c:pt idx="1141">
                  <c:v>2025-10-29</c:v>
                </c:pt>
                <c:pt idx="1142">
                  <c:v>2025-10-30</c:v>
                </c:pt>
                <c:pt idx="1143">
                  <c:v>2025-10-31</c:v>
                </c:pt>
                <c:pt idx="1144">
                  <c:v>2025-11-03</c:v>
                </c:pt>
                <c:pt idx="1145">
                  <c:v>2025-11-04</c:v>
                </c:pt>
                <c:pt idx="1146">
                  <c:v>2025-11-05</c:v>
                </c:pt>
                <c:pt idx="1147">
                  <c:v>2025-11-06</c:v>
                </c:pt>
                <c:pt idx="1148">
                  <c:v>2025-11-07</c:v>
                </c:pt>
                <c:pt idx="1149">
                  <c:v>2025-11-10</c:v>
                </c:pt>
                <c:pt idx="1150">
                  <c:v>2025-11-11</c:v>
                </c:pt>
                <c:pt idx="1151">
                  <c:v>2025-11-12</c:v>
                </c:pt>
                <c:pt idx="1152">
                  <c:v>2025-11-13</c:v>
                </c:pt>
                <c:pt idx="1153">
                  <c:v>2025-11-14</c:v>
                </c:pt>
                <c:pt idx="1154">
                  <c:v>2025-11-17</c:v>
                </c:pt>
                <c:pt idx="1155">
                  <c:v>2025-11-18</c:v>
                </c:pt>
                <c:pt idx="1156">
                  <c:v>2025-11-19</c:v>
                </c:pt>
                <c:pt idx="1157">
                  <c:v>2025-11-20</c:v>
                </c:pt>
                <c:pt idx="1158">
                  <c:v>2025-11-21</c:v>
                </c:pt>
                <c:pt idx="1159">
                  <c:v>2025-11-24</c:v>
                </c:pt>
                <c:pt idx="1160">
                  <c:v>2025-11-25</c:v>
                </c:pt>
                <c:pt idx="1161">
                  <c:v>2025-11-26</c:v>
                </c:pt>
                <c:pt idx="1162">
                  <c:v>2025-11-27</c:v>
                </c:pt>
                <c:pt idx="1163">
                  <c:v>2025-11-28</c:v>
                </c:pt>
                <c:pt idx="1164">
                  <c:v>2025-12-01</c:v>
                </c:pt>
                <c:pt idx="1165">
                  <c:v>2025-12-02</c:v>
                </c:pt>
                <c:pt idx="1166">
                  <c:v>2025-12-03</c:v>
                </c:pt>
                <c:pt idx="1167">
                  <c:v>2025-12-04</c:v>
                </c:pt>
                <c:pt idx="1168">
                  <c:v>2025-12-05</c:v>
                </c:pt>
                <c:pt idx="1169">
                  <c:v>2025-12-08</c:v>
                </c:pt>
                <c:pt idx="1170">
                  <c:v>2025-12-09</c:v>
                </c:pt>
                <c:pt idx="1171">
                  <c:v>2025-12-10</c:v>
                </c:pt>
                <c:pt idx="1172">
                  <c:v>2025-12-11</c:v>
                </c:pt>
                <c:pt idx="1173">
                  <c:v>2025-12-12</c:v>
                </c:pt>
                <c:pt idx="1174">
                  <c:v>2025-12-15</c:v>
                </c:pt>
                <c:pt idx="1175">
                  <c:v>2025-12-16</c:v>
                </c:pt>
                <c:pt idx="1176">
                  <c:v>2025-12-17</c:v>
                </c:pt>
                <c:pt idx="1177">
                  <c:v>2025-12-18</c:v>
                </c:pt>
                <c:pt idx="1178">
                  <c:v>2025-12-19</c:v>
                </c:pt>
                <c:pt idx="1179">
                  <c:v>2025-12-22</c:v>
                </c:pt>
                <c:pt idx="1180">
                  <c:v>2025-12-23</c:v>
                </c:pt>
                <c:pt idx="1181">
                  <c:v>2025-12-24</c:v>
                </c:pt>
                <c:pt idx="1182">
                  <c:v>2025-12-26</c:v>
                </c:pt>
                <c:pt idx="1183">
                  <c:v>2025-12-29</c:v>
                </c:pt>
                <c:pt idx="1184">
                  <c:v>2025-12-30</c:v>
                </c:pt>
                <c:pt idx="1185">
                  <c:v>2025-12-31</c:v>
                </c:pt>
                <c:pt idx="1186">
                  <c:v>2026-01-02</c:v>
                </c:pt>
                <c:pt idx="1187">
                  <c:v>2026-01-05</c:v>
                </c:pt>
                <c:pt idx="1188">
                  <c:v>2026-01-06</c:v>
                </c:pt>
                <c:pt idx="1189">
                  <c:v>2026-01-07</c:v>
                </c:pt>
                <c:pt idx="1190">
                  <c:v>2026-01-08</c:v>
                </c:pt>
                <c:pt idx="1191">
                  <c:v>2026-01-09</c:v>
                </c:pt>
                <c:pt idx="1192">
                  <c:v>2026-01-12</c:v>
                </c:pt>
                <c:pt idx="1193">
                  <c:v>2026-01-13</c:v>
                </c:pt>
                <c:pt idx="1194">
                  <c:v>2026-01-14</c:v>
                </c:pt>
                <c:pt idx="1195">
                  <c:v>2026-01-15</c:v>
                </c:pt>
                <c:pt idx="1196">
                  <c:v>2026-01-16</c:v>
                </c:pt>
                <c:pt idx="1197">
                  <c:v>2026-01-19</c:v>
                </c:pt>
                <c:pt idx="1198">
                  <c:v>2026-01-20</c:v>
                </c:pt>
                <c:pt idx="1199">
                  <c:v>2026-01-21</c:v>
                </c:pt>
                <c:pt idx="1200">
                  <c:v>2026-01-22</c:v>
                </c:pt>
                <c:pt idx="1201">
                  <c:v>2026-01-23</c:v>
                </c:pt>
                <c:pt idx="1202">
                  <c:v>2026-01-26</c:v>
                </c:pt>
                <c:pt idx="1203">
                  <c:v>2026-01-27</c:v>
                </c:pt>
                <c:pt idx="1204">
                  <c:v>2026-01-28</c:v>
                </c:pt>
                <c:pt idx="1205">
                  <c:v>2026-01-29</c:v>
                </c:pt>
                <c:pt idx="1206">
                  <c:v>2026-01-30</c:v>
                </c:pt>
              </c:strCache>
            </c:strRef>
          </c:cat>
          <c:val>
            <c:numRef>
              <c:f>Sheet1!$G$2:$G$1208</c:f>
              <c:numCache>
                <c:formatCode>General</c:formatCode>
                <c:ptCount val="1207"/>
                <c:pt idx="0">
                  <c:v>2.1190000000000002</c:v>
                </c:pt>
                <c:pt idx="1">
                  <c:v>2.1080000000000001</c:v>
                </c:pt>
                <c:pt idx="2">
                  <c:v>2.1640000000000001</c:v>
                </c:pt>
                <c:pt idx="3">
                  <c:v>2.19</c:v>
                </c:pt>
                <c:pt idx="4">
                  <c:v>2.1579999999999999</c:v>
                </c:pt>
                <c:pt idx="5">
                  <c:v>2.181</c:v>
                </c:pt>
                <c:pt idx="6">
                  <c:v>2.153</c:v>
                </c:pt>
                <c:pt idx="7">
                  <c:v>2.1059999999999999</c:v>
                </c:pt>
                <c:pt idx="8">
                  <c:v>2.08</c:v>
                </c:pt>
                <c:pt idx="9">
                  <c:v>2.0720000000000001</c:v>
                </c:pt>
                <c:pt idx="10">
                  <c:v>2.0449999999999999</c:v>
                </c:pt>
                <c:pt idx="11">
                  <c:v>2.0619999999999998</c:v>
                </c:pt>
                <c:pt idx="12">
                  <c:v>2.0779999999999998</c:v>
                </c:pt>
                <c:pt idx="13">
                  <c:v>2.085</c:v>
                </c:pt>
                <c:pt idx="14">
                  <c:v>2.145</c:v>
                </c:pt>
                <c:pt idx="15">
                  <c:v>2.169</c:v>
                </c:pt>
                <c:pt idx="16">
                  <c:v>2.157</c:v>
                </c:pt>
                <c:pt idx="17">
                  <c:v>2.1869999999999998</c:v>
                </c:pt>
                <c:pt idx="18">
                  <c:v>2.246</c:v>
                </c:pt>
                <c:pt idx="19">
                  <c:v>2.23</c:v>
                </c:pt>
                <c:pt idx="20">
                  <c:v>2.23</c:v>
                </c:pt>
                <c:pt idx="21">
                  <c:v>2.15</c:v>
                </c:pt>
                <c:pt idx="22">
                  <c:v>2.1230000000000002</c:v>
                </c:pt>
                <c:pt idx="23">
                  <c:v>2.1120000000000001</c:v>
                </c:pt>
                <c:pt idx="24">
                  <c:v>2.1320000000000001</c:v>
                </c:pt>
                <c:pt idx="25">
                  <c:v>2.1040000000000001</c:v>
                </c:pt>
                <c:pt idx="26">
                  <c:v>2.1019999999999999</c:v>
                </c:pt>
                <c:pt idx="27">
                  <c:v>2.0950000000000002</c:v>
                </c:pt>
                <c:pt idx="28">
                  <c:v>2.0710000000000002</c:v>
                </c:pt>
                <c:pt idx="29">
                  <c:v>2.093</c:v>
                </c:pt>
                <c:pt idx="30">
                  <c:v>2.0979999999999999</c:v>
                </c:pt>
                <c:pt idx="31">
                  <c:v>2.0960000000000001</c:v>
                </c:pt>
                <c:pt idx="32">
                  <c:v>2.133</c:v>
                </c:pt>
                <c:pt idx="33">
                  <c:v>2.173</c:v>
                </c:pt>
                <c:pt idx="34">
                  <c:v>2.1680000000000001</c:v>
                </c:pt>
                <c:pt idx="35">
                  <c:v>2.177</c:v>
                </c:pt>
                <c:pt idx="36">
                  <c:v>2.198</c:v>
                </c:pt>
                <c:pt idx="37">
                  <c:v>2.2509999999999999</c:v>
                </c:pt>
                <c:pt idx="38">
                  <c:v>2.2629999999999999</c:v>
                </c:pt>
                <c:pt idx="39">
                  <c:v>2.2410000000000001</c:v>
                </c:pt>
                <c:pt idx="40">
                  <c:v>2.2280000000000002</c:v>
                </c:pt>
                <c:pt idx="41">
                  <c:v>2.2410000000000001</c:v>
                </c:pt>
                <c:pt idx="42">
                  <c:v>2.2509999999999999</c:v>
                </c:pt>
                <c:pt idx="43">
                  <c:v>2.2530000000000001</c:v>
                </c:pt>
                <c:pt idx="44">
                  <c:v>2.2269999999999999</c:v>
                </c:pt>
                <c:pt idx="45">
                  <c:v>2.2480000000000002</c:v>
                </c:pt>
                <c:pt idx="46">
                  <c:v>2.2559999999999998</c:v>
                </c:pt>
                <c:pt idx="47">
                  <c:v>2.2320000000000002</c:v>
                </c:pt>
                <c:pt idx="48">
                  <c:v>2.2450000000000001</c:v>
                </c:pt>
                <c:pt idx="49">
                  <c:v>2.2519999999999998</c:v>
                </c:pt>
                <c:pt idx="50">
                  <c:v>2.254</c:v>
                </c:pt>
                <c:pt idx="51">
                  <c:v>2.2589999999999999</c:v>
                </c:pt>
                <c:pt idx="52">
                  <c:v>2.2629999999999999</c:v>
                </c:pt>
                <c:pt idx="53">
                  <c:v>2.254</c:v>
                </c:pt>
                <c:pt idx="54">
                  <c:v>2.254</c:v>
                </c:pt>
                <c:pt idx="55">
                  <c:v>2.266</c:v>
                </c:pt>
                <c:pt idx="56">
                  <c:v>2.294</c:v>
                </c:pt>
                <c:pt idx="57">
                  <c:v>2.2839999999999998</c:v>
                </c:pt>
                <c:pt idx="58">
                  <c:v>2.2919999999999998</c:v>
                </c:pt>
                <c:pt idx="59">
                  <c:v>2.294</c:v>
                </c:pt>
                <c:pt idx="60">
                  <c:v>2.2709999999999999</c:v>
                </c:pt>
                <c:pt idx="61">
                  <c:v>2.258</c:v>
                </c:pt>
                <c:pt idx="62">
                  <c:v>2.2269999999999999</c:v>
                </c:pt>
                <c:pt idx="63">
                  <c:v>2.2090000000000001</c:v>
                </c:pt>
                <c:pt idx="64">
                  <c:v>2.1850000000000001</c:v>
                </c:pt>
                <c:pt idx="65">
                  <c:v>2.1909999999999998</c:v>
                </c:pt>
                <c:pt idx="66">
                  <c:v>2.194</c:v>
                </c:pt>
                <c:pt idx="67">
                  <c:v>2.1669999999999998</c:v>
                </c:pt>
                <c:pt idx="68">
                  <c:v>2.153</c:v>
                </c:pt>
                <c:pt idx="69">
                  <c:v>2.1459999999999999</c:v>
                </c:pt>
                <c:pt idx="70">
                  <c:v>2.13</c:v>
                </c:pt>
                <c:pt idx="71">
                  <c:v>2.0920000000000001</c:v>
                </c:pt>
                <c:pt idx="72">
                  <c:v>2.1469999999999998</c:v>
                </c:pt>
                <c:pt idx="73">
                  <c:v>2.1560000000000001</c:v>
                </c:pt>
                <c:pt idx="74">
                  <c:v>2.1579999999999999</c:v>
                </c:pt>
                <c:pt idx="75">
                  <c:v>2.1930000000000001</c:v>
                </c:pt>
                <c:pt idx="76">
                  <c:v>2.2210000000000001</c:v>
                </c:pt>
                <c:pt idx="77">
                  <c:v>2.21</c:v>
                </c:pt>
                <c:pt idx="78">
                  <c:v>2.1989999999999998</c:v>
                </c:pt>
                <c:pt idx="79">
                  <c:v>2.1779999999999999</c:v>
                </c:pt>
                <c:pt idx="80">
                  <c:v>2.1739999999999999</c:v>
                </c:pt>
                <c:pt idx="81">
                  <c:v>2.161</c:v>
                </c:pt>
                <c:pt idx="82">
                  <c:v>2.1840000000000002</c:v>
                </c:pt>
                <c:pt idx="83">
                  <c:v>2.12</c:v>
                </c:pt>
                <c:pt idx="84">
                  <c:v>2.08</c:v>
                </c:pt>
                <c:pt idx="85">
                  <c:v>2.1</c:v>
                </c:pt>
                <c:pt idx="86">
                  <c:v>2.0960000000000001</c:v>
                </c:pt>
                <c:pt idx="87">
                  <c:v>2.08</c:v>
                </c:pt>
                <c:pt idx="88">
                  <c:v>2.0649999999999999</c:v>
                </c:pt>
                <c:pt idx="89">
                  <c:v>2.081</c:v>
                </c:pt>
                <c:pt idx="90">
                  <c:v>2.073</c:v>
                </c:pt>
                <c:pt idx="91">
                  <c:v>2.052</c:v>
                </c:pt>
                <c:pt idx="92">
                  <c:v>1.974</c:v>
                </c:pt>
                <c:pt idx="93">
                  <c:v>1.962</c:v>
                </c:pt>
                <c:pt idx="94">
                  <c:v>1.994</c:v>
                </c:pt>
                <c:pt idx="95">
                  <c:v>1.9690000000000001</c:v>
                </c:pt>
                <c:pt idx="96">
                  <c:v>1.962</c:v>
                </c:pt>
                <c:pt idx="97">
                  <c:v>1.96</c:v>
                </c:pt>
                <c:pt idx="98">
                  <c:v>1.95</c:v>
                </c:pt>
                <c:pt idx="99">
                  <c:v>1.988</c:v>
                </c:pt>
                <c:pt idx="100">
                  <c:v>1.9530000000000001</c:v>
                </c:pt>
                <c:pt idx="101">
                  <c:v>1.972</c:v>
                </c:pt>
                <c:pt idx="102">
                  <c:v>1.954</c:v>
                </c:pt>
                <c:pt idx="103">
                  <c:v>1.9430000000000001</c:v>
                </c:pt>
                <c:pt idx="104">
                  <c:v>1.95</c:v>
                </c:pt>
                <c:pt idx="105">
                  <c:v>1.946</c:v>
                </c:pt>
                <c:pt idx="106">
                  <c:v>1.9650000000000001</c:v>
                </c:pt>
                <c:pt idx="107">
                  <c:v>1.964</c:v>
                </c:pt>
                <c:pt idx="108">
                  <c:v>1.9750000000000001</c:v>
                </c:pt>
                <c:pt idx="109">
                  <c:v>1.968</c:v>
                </c:pt>
                <c:pt idx="110">
                  <c:v>1.974</c:v>
                </c:pt>
                <c:pt idx="111">
                  <c:v>1.95</c:v>
                </c:pt>
                <c:pt idx="112">
                  <c:v>1.9470000000000001</c:v>
                </c:pt>
                <c:pt idx="113">
                  <c:v>1.944</c:v>
                </c:pt>
                <c:pt idx="114">
                  <c:v>1.9350000000000001</c:v>
                </c:pt>
                <c:pt idx="115">
                  <c:v>1.966</c:v>
                </c:pt>
                <c:pt idx="116">
                  <c:v>2.008</c:v>
                </c:pt>
                <c:pt idx="117">
                  <c:v>2</c:v>
                </c:pt>
                <c:pt idx="118">
                  <c:v>1.998</c:v>
                </c:pt>
                <c:pt idx="119">
                  <c:v>2.0089999999999999</c:v>
                </c:pt>
                <c:pt idx="120">
                  <c:v>1.9850000000000001</c:v>
                </c:pt>
                <c:pt idx="121">
                  <c:v>1.98</c:v>
                </c:pt>
                <c:pt idx="122">
                  <c:v>1.994</c:v>
                </c:pt>
                <c:pt idx="123">
                  <c:v>1.992</c:v>
                </c:pt>
                <c:pt idx="124">
                  <c:v>1.9870000000000001</c:v>
                </c:pt>
                <c:pt idx="125">
                  <c:v>2.0139999999999998</c:v>
                </c:pt>
                <c:pt idx="126">
                  <c:v>2.0179999999999998</c:v>
                </c:pt>
                <c:pt idx="127">
                  <c:v>2.0550000000000002</c:v>
                </c:pt>
                <c:pt idx="128">
                  <c:v>2.0329999999999999</c:v>
                </c:pt>
                <c:pt idx="129">
                  <c:v>2.0150000000000001</c:v>
                </c:pt>
                <c:pt idx="130">
                  <c:v>2.0459999999999998</c:v>
                </c:pt>
                <c:pt idx="131">
                  <c:v>2.0670000000000002</c:v>
                </c:pt>
                <c:pt idx="132">
                  <c:v>2.0539999999999998</c:v>
                </c:pt>
                <c:pt idx="133">
                  <c:v>2.0619999999999998</c:v>
                </c:pt>
                <c:pt idx="134">
                  <c:v>2.089</c:v>
                </c:pt>
                <c:pt idx="135">
                  <c:v>2.0920000000000001</c:v>
                </c:pt>
                <c:pt idx="136">
                  <c:v>2.1520000000000001</c:v>
                </c:pt>
                <c:pt idx="137">
                  <c:v>2.169</c:v>
                </c:pt>
                <c:pt idx="138">
                  <c:v>2.2400000000000002</c:v>
                </c:pt>
                <c:pt idx="139">
                  <c:v>2.2200000000000002</c:v>
                </c:pt>
                <c:pt idx="140">
                  <c:v>2.2440000000000002</c:v>
                </c:pt>
                <c:pt idx="141">
                  <c:v>2.2330000000000001</c:v>
                </c:pt>
                <c:pt idx="142">
                  <c:v>2.2570000000000001</c:v>
                </c:pt>
                <c:pt idx="143">
                  <c:v>2.3260000000000001</c:v>
                </c:pt>
                <c:pt idx="144">
                  <c:v>2.3090000000000002</c:v>
                </c:pt>
                <c:pt idx="145">
                  <c:v>2.327</c:v>
                </c:pt>
                <c:pt idx="146">
                  <c:v>2.3759999999999999</c:v>
                </c:pt>
                <c:pt idx="147">
                  <c:v>2.351</c:v>
                </c:pt>
                <c:pt idx="148">
                  <c:v>2.298</c:v>
                </c:pt>
                <c:pt idx="149">
                  <c:v>2.3119999999999998</c:v>
                </c:pt>
                <c:pt idx="150">
                  <c:v>2.3450000000000002</c:v>
                </c:pt>
                <c:pt idx="151">
                  <c:v>2.3119999999999998</c:v>
                </c:pt>
                <c:pt idx="152">
                  <c:v>2.3140000000000001</c:v>
                </c:pt>
                <c:pt idx="153">
                  <c:v>2.331</c:v>
                </c:pt>
                <c:pt idx="154">
                  <c:v>2.3879999999999999</c:v>
                </c:pt>
                <c:pt idx="155">
                  <c:v>2.4329999999999998</c:v>
                </c:pt>
                <c:pt idx="156">
                  <c:v>2.492</c:v>
                </c:pt>
                <c:pt idx="157">
                  <c:v>2.4870000000000001</c:v>
                </c:pt>
                <c:pt idx="158">
                  <c:v>2.3959999999999999</c:v>
                </c:pt>
                <c:pt idx="159">
                  <c:v>2.5230000000000001</c:v>
                </c:pt>
                <c:pt idx="160">
                  <c:v>2.4580000000000002</c:v>
                </c:pt>
                <c:pt idx="161">
                  <c:v>2.444</c:v>
                </c:pt>
                <c:pt idx="162">
                  <c:v>2.4550000000000001</c:v>
                </c:pt>
                <c:pt idx="163">
                  <c:v>2.4300000000000002</c:v>
                </c:pt>
                <c:pt idx="164">
                  <c:v>2.3490000000000002</c:v>
                </c:pt>
                <c:pt idx="165">
                  <c:v>2.3180000000000001</c:v>
                </c:pt>
                <c:pt idx="166">
                  <c:v>2.302</c:v>
                </c:pt>
                <c:pt idx="167">
                  <c:v>2.3210000000000002</c:v>
                </c:pt>
                <c:pt idx="168">
                  <c:v>2.3340000000000001</c:v>
                </c:pt>
                <c:pt idx="169">
                  <c:v>2.3250000000000002</c:v>
                </c:pt>
                <c:pt idx="170">
                  <c:v>2.2930000000000001</c:v>
                </c:pt>
                <c:pt idx="171">
                  <c:v>2.3109999999999999</c:v>
                </c:pt>
                <c:pt idx="172">
                  <c:v>2.327</c:v>
                </c:pt>
                <c:pt idx="173">
                  <c:v>2.3220000000000001</c:v>
                </c:pt>
                <c:pt idx="174">
                  <c:v>2.3580000000000001</c:v>
                </c:pt>
                <c:pt idx="175">
                  <c:v>2.375</c:v>
                </c:pt>
                <c:pt idx="176">
                  <c:v>2.4140000000000001</c:v>
                </c:pt>
                <c:pt idx="177">
                  <c:v>2.4119999999999999</c:v>
                </c:pt>
                <c:pt idx="178">
                  <c:v>2.379</c:v>
                </c:pt>
                <c:pt idx="179">
                  <c:v>2.2999999999999998</c:v>
                </c:pt>
                <c:pt idx="180">
                  <c:v>2.34</c:v>
                </c:pt>
                <c:pt idx="181">
                  <c:v>2.27</c:v>
                </c:pt>
                <c:pt idx="182">
                  <c:v>2.198</c:v>
                </c:pt>
                <c:pt idx="183">
                  <c:v>2.2029999999999998</c:v>
                </c:pt>
                <c:pt idx="184">
                  <c:v>2.2490000000000001</c:v>
                </c:pt>
                <c:pt idx="185">
                  <c:v>2.246</c:v>
                </c:pt>
                <c:pt idx="186">
                  <c:v>2.2650000000000001</c:v>
                </c:pt>
                <c:pt idx="187">
                  <c:v>2.2200000000000002</c:v>
                </c:pt>
                <c:pt idx="188">
                  <c:v>2.2240000000000002</c:v>
                </c:pt>
                <c:pt idx="189">
                  <c:v>2.242</c:v>
                </c:pt>
                <c:pt idx="190">
                  <c:v>2.2450000000000001</c:v>
                </c:pt>
                <c:pt idx="191">
                  <c:v>2.2400000000000002</c:v>
                </c:pt>
                <c:pt idx="192">
                  <c:v>2.2330000000000001</c:v>
                </c:pt>
                <c:pt idx="193">
                  <c:v>2.2120000000000002</c:v>
                </c:pt>
                <c:pt idx="194">
                  <c:v>2.2200000000000002</c:v>
                </c:pt>
                <c:pt idx="195">
                  <c:v>2.1920000000000002</c:v>
                </c:pt>
                <c:pt idx="196">
                  <c:v>2.1859999999999999</c:v>
                </c:pt>
                <c:pt idx="197">
                  <c:v>2.2090000000000001</c:v>
                </c:pt>
                <c:pt idx="198">
                  <c:v>2.2599999999999998</c:v>
                </c:pt>
                <c:pt idx="199">
                  <c:v>2.2629999999999999</c:v>
                </c:pt>
                <c:pt idx="200">
                  <c:v>2.2839999999999998</c:v>
                </c:pt>
                <c:pt idx="201">
                  <c:v>2.2850000000000001</c:v>
                </c:pt>
                <c:pt idx="202">
                  <c:v>2.2890000000000001</c:v>
                </c:pt>
                <c:pt idx="203">
                  <c:v>2.3250000000000002</c:v>
                </c:pt>
                <c:pt idx="204">
                  <c:v>2.3279999999999998</c:v>
                </c:pt>
                <c:pt idx="205">
                  <c:v>2.3740000000000001</c:v>
                </c:pt>
                <c:pt idx="206">
                  <c:v>2.3610000000000002</c:v>
                </c:pt>
                <c:pt idx="207">
                  <c:v>2.387</c:v>
                </c:pt>
                <c:pt idx="208">
                  <c:v>2.4449999999999998</c:v>
                </c:pt>
                <c:pt idx="209">
                  <c:v>2.4409999999999998</c:v>
                </c:pt>
                <c:pt idx="210">
                  <c:v>2.452</c:v>
                </c:pt>
                <c:pt idx="211">
                  <c:v>2.4510000000000001</c:v>
                </c:pt>
                <c:pt idx="212">
                  <c:v>2.4079999999999999</c:v>
                </c:pt>
                <c:pt idx="213">
                  <c:v>2.3860000000000001</c:v>
                </c:pt>
                <c:pt idx="214">
                  <c:v>2.4260000000000002</c:v>
                </c:pt>
                <c:pt idx="215">
                  <c:v>2.5209999999999999</c:v>
                </c:pt>
                <c:pt idx="216">
                  <c:v>2.516</c:v>
                </c:pt>
                <c:pt idx="217">
                  <c:v>2.5019999999999998</c:v>
                </c:pt>
                <c:pt idx="218">
                  <c:v>2.532</c:v>
                </c:pt>
                <c:pt idx="219">
                  <c:v>2.5299999999999998</c:v>
                </c:pt>
                <c:pt idx="220">
                  <c:v>2.5409999999999999</c:v>
                </c:pt>
                <c:pt idx="221">
                  <c:v>2.5819999999999999</c:v>
                </c:pt>
                <c:pt idx="222">
                  <c:v>2.5649999999999999</c:v>
                </c:pt>
                <c:pt idx="223">
                  <c:v>2.5830000000000002</c:v>
                </c:pt>
                <c:pt idx="224">
                  <c:v>2.5939999999999999</c:v>
                </c:pt>
                <c:pt idx="225">
                  <c:v>2.5840000000000001</c:v>
                </c:pt>
                <c:pt idx="226">
                  <c:v>2.6389999999999998</c:v>
                </c:pt>
                <c:pt idx="227">
                  <c:v>2.6749999999999998</c:v>
                </c:pt>
                <c:pt idx="228">
                  <c:v>2.706</c:v>
                </c:pt>
                <c:pt idx="229">
                  <c:v>2.6819999999999999</c:v>
                </c:pt>
                <c:pt idx="230">
                  <c:v>2.6920000000000002</c:v>
                </c:pt>
                <c:pt idx="231">
                  <c:v>2.7229999999999999</c:v>
                </c:pt>
                <c:pt idx="232">
                  <c:v>2.6880000000000002</c:v>
                </c:pt>
                <c:pt idx="233">
                  <c:v>2.6920000000000002</c:v>
                </c:pt>
                <c:pt idx="234">
                  <c:v>2.702</c:v>
                </c:pt>
                <c:pt idx="235">
                  <c:v>2.7050000000000001</c:v>
                </c:pt>
                <c:pt idx="236">
                  <c:v>2.7250000000000001</c:v>
                </c:pt>
                <c:pt idx="237">
                  <c:v>2.7679999999999998</c:v>
                </c:pt>
                <c:pt idx="238">
                  <c:v>2.7130000000000001</c:v>
                </c:pt>
                <c:pt idx="239">
                  <c:v>2.7109999999999999</c:v>
                </c:pt>
                <c:pt idx="240">
                  <c:v>2.621</c:v>
                </c:pt>
                <c:pt idx="241">
                  <c:v>2.6920000000000002</c:v>
                </c:pt>
                <c:pt idx="242">
                  <c:v>2.6949999999999998</c:v>
                </c:pt>
                <c:pt idx="243">
                  <c:v>2.65</c:v>
                </c:pt>
                <c:pt idx="244">
                  <c:v>2.6850000000000001</c:v>
                </c:pt>
                <c:pt idx="245">
                  <c:v>2.702</c:v>
                </c:pt>
                <c:pt idx="246">
                  <c:v>2.6970000000000001</c:v>
                </c:pt>
                <c:pt idx="247">
                  <c:v>2.7050000000000001</c:v>
                </c:pt>
                <c:pt idx="248">
                  <c:v>2.7050000000000001</c:v>
                </c:pt>
                <c:pt idx="249">
                  <c:v>2.6970000000000001</c:v>
                </c:pt>
                <c:pt idx="250">
                  <c:v>2.7309999999999999</c:v>
                </c:pt>
                <c:pt idx="251">
                  <c:v>2.7549999999999999</c:v>
                </c:pt>
                <c:pt idx="252">
                  <c:v>2.7610000000000001</c:v>
                </c:pt>
                <c:pt idx="253">
                  <c:v>2.7240000000000002</c:v>
                </c:pt>
                <c:pt idx="254">
                  <c:v>2.7480000000000002</c:v>
                </c:pt>
                <c:pt idx="255">
                  <c:v>2.7530000000000001</c:v>
                </c:pt>
                <c:pt idx="256">
                  <c:v>2.8079999999999998</c:v>
                </c:pt>
                <c:pt idx="257">
                  <c:v>2.8109999999999999</c:v>
                </c:pt>
                <c:pt idx="258">
                  <c:v>2.8340000000000001</c:v>
                </c:pt>
                <c:pt idx="259">
                  <c:v>2.8660000000000001</c:v>
                </c:pt>
                <c:pt idx="260">
                  <c:v>3.0089999999999999</c:v>
                </c:pt>
                <c:pt idx="261">
                  <c:v>2.97</c:v>
                </c:pt>
                <c:pt idx="262">
                  <c:v>2.883</c:v>
                </c:pt>
                <c:pt idx="263">
                  <c:v>2.9540000000000002</c:v>
                </c:pt>
                <c:pt idx="264">
                  <c:v>2.9809999999999999</c:v>
                </c:pt>
                <c:pt idx="265">
                  <c:v>3.05</c:v>
                </c:pt>
                <c:pt idx="266">
                  <c:v>3.0779999999999998</c:v>
                </c:pt>
                <c:pt idx="267">
                  <c:v>3.117</c:v>
                </c:pt>
                <c:pt idx="268">
                  <c:v>3.1309999999999998</c:v>
                </c:pt>
                <c:pt idx="269">
                  <c:v>3.1349999999999998</c:v>
                </c:pt>
                <c:pt idx="270">
                  <c:v>3.2549999999999999</c:v>
                </c:pt>
                <c:pt idx="271">
                  <c:v>3.2629999999999999</c:v>
                </c:pt>
                <c:pt idx="272">
                  <c:v>3.2130000000000001</c:v>
                </c:pt>
                <c:pt idx="273">
                  <c:v>3.1949999999999998</c:v>
                </c:pt>
                <c:pt idx="274">
                  <c:v>3.2530000000000001</c:v>
                </c:pt>
                <c:pt idx="275">
                  <c:v>3.3490000000000002</c:v>
                </c:pt>
                <c:pt idx="276">
                  <c:v>3.3119999999999998</c:v>
                </c:pt>
                <c:pt idx="277">
                  <c:v>3.3109999999999999</c:v>
                </c:pt>
                <c:pt idx="278">
                  <c:v>3.2919999999999998</c:v>
                </c:pt>
                <c:pt idx="279">
                  <c:v>3.3290000000000002</c:v>
                </c:pt>
                <c:pt idx="280">
                  <c:v>3.214</c:v>
                </c:pt>
                <c:pt idx="281">
                  <c:v>3.1909999999999998</c:v>
                </c:pt>
                <c:pt idx="282">
                  <c:v>3.1789999999999998</c:v>
                </c:pt>
                <c:pt idx="283">
                  <c:v>3.161</c:v>
                </c:pt>
                <c:pt idx="284">
                  <c:v>3.2309999999999999</c:v>
                </c:pt>
                <c:pt idx="285">
                  <c:v>3.3540000000000001</c:v>
                </c:pt>
                <c:pt idx="286">
                  <c:v>3.3540000000000001</c:v>
                </c:pt>
                <c:pt idx="287">
                  <c:v>3.38</c:v>
                </c:pt>
                <c:pt idx="288">
                  <c:v>3.38</c:v>
                </c:pt>
                <c:pt idx="289">
                  <c:v>3.3849999999999998</c:v>
                </c:pt>
                <c:pt idx="290">
                  <c:v>3.383</c:v>
                </c:pt>
                <c:pt idx="291">
                  <c:v>3.2679999999999998</c:v>
                </c:pt>
                <c:pt idx="292">
                  <c:v>3.165</c:v>
                </c:pt>
                <c:pt idx="293">
                  <c:v>3.1880000000000002</c:v>
                </c:pt>
                <c:pt idx="294">
                  <c:v>3.2149999999999999</c:v>
                </c:pt>
                <c:pt idx="295">
                  <c:v>3.214</c:v>
                </c:pt>
                <c:pt idx="296">
                  <c:v>3.2549999999999999</c:v>
                </c:pt>
                <c:pt idx="297">
                  <c:v>3.2509999999999999</c:v>
                </c:pt>
                <c:pt idx="298">
                  <c:v>3.234</c:v>
                </c:pt>
                <c:pt idx="299">
                  <c:v>3.2349999999999999</c:v>
                </c:pt>
                <c:pt idx="300">
                  <c:v>3.218</c:v>
                </c:pt>
                <c:pt idx="301">
                  <c:v>3.1619999999999999</c:v>
                </c:pt>
                <c:pt idx="302">
                  <c:v>3.2250000000000001</c:v>
                </c:pt>
                <c:pt idx="303">
                  <c:v>3.1970000000000001</c:v>
                </c:pt>
                <c:pt idx="304">
                  <c:v>3.169</c:v>
                </c:pt>
                <c:pt idx="305">
                  <c:v>3.2360000000000002</c:v>
                </c:pt>
                <c:pt idx="306">
                  <c:v>3.3359999999999999</c:v>
                </c:pt>
                <c:pt idx="307">
                  <c:v>3.29</c:v>
                </c:pt>
                <c:pt idx="308">
                  <c:v>3.3849999999999998</c:v>
                </c:pt>
                <c:pt idx="309">
                  <c:v>3.32</c:v>
                </c:pt>
                <c:pt idx="310">
                  <c:v>3.3380000000000001</c:v>
                </c:pt>
                <c:pt idx="311">
                  <c:v>3.4039999999999999</c:v>
                </c:pt>
                <c:pt idx="312">
                  <c:v>3.5459999999999998</c:v>
                </c:pt>
                <c:pt idx="313">
                  <c:v>3.5880000000000001</c:v>
                </c:pt>
                <c:pt idx="314">
                  <c:v>3.665</c:v>
                </c:pt>
                <c:pt idx="315">
                  <c:v>3.6880000000000002</c:v>
                </c:pt>
                <c:pt idx="316">
                  <c:v>3.7170000000000001</c:v>
                </c:pt>
                <c:pt idx="317">
                  <c:v>3.7120000000000002</c:v>
                </c:pt>
                <c:pt idx="318">
                  <c:v>3.694</c:v>
                </c:pt>
                <c:pt idx="319">
                  <c:v>3.6259999999999999</c:v>
                </c:pt>
                <c:pt idx="320">
                  <c:v>3.6480000000000001</c:v>
                </c:pt>
                <c:pt idx="321">
                  <c:v>3.5819999999999999</c:v>
                </c:pt>
                <c:pt idx="322">
                  <c:v>3.6360000000000001</c:v>
                </c:pt>
                <c:pt idx="323">
                  <c:v>3.597</c:v>
                </c:pt>
                <c:pt idx="324">
                  <c:v>3.6059999999999999</c:v>
                </c:pt>
                <c:pt idx="325">
                  <c:v>3.5830000000000002</c:v>
                </c:pt>
                <c:pt idx="326">
                  <c:v>3.4510000000000001</c:v>
                </c:pt>
                <c:pt idx="327">
                  <c:v>3.419</c:v>
                </c:pt>
                <c:pt idx="328">
                  <c:v>3.3</c:v>
                </c:pt>
                <c:pt idx="329">
                  <c:v>3.2309999999999999</c:v>
                </c:pt>
                <c:pt idx="330">
                  <c:v>3.2349999999999999</c:v>
                </c:pt>
                <c:pt idx="331">
                  <c:v>3.28</c:v>
                </c:pt>
                <c:pt idx="332">
                  <c:v>3.3039999999999998</c:v>
                </c:pt>
                <c:pt idx="333">
                  <c:v>3.26</c:v>
                </c:pt>
                <c:pt idx="334">
                  <c:v>3.2010000000000001</c:v>
                </c:pt>
                <c:pt idx="335">
                  <c:v>3.1619999999999999</c:v>
                </c:pt>
                <c:pt idx="336">
                  <c:v>3.169</c:v>
                </c:pt>
                <c:pt idx="337">
                  <c:v>3.2149999999999999</c:v>
                </c:pt>
                <c:pt idx="338">
                  <c:v>3.202</c:v>
                </c:pt>
                <c:pt idx="339">
                  <c:v>3.2869999999999999</c:v>
                </c:pt>
                <c:pt idx="340">
                  <c:v>3.282</c:v>
                </c:pt>
                <c:pt idx="341">
                  <c:v>3.24</c:v>
                </c:pt>
                <c:pt idx="342">
                  <c:v>3.1520000000000001</c:v>
                </c:pt>
                <c:pt idx="343">
                  <c:v>3.1309999999999998</c:v>
                </c:pt>
                <c:pt idx="344">
                  <c:v>3.0950000000000002</c:v>
                </c:pt>
                <c:pt idx="345">
                  <c:v>3.1549999999999998</c:v>
                </c:pt>
                <c:pt idx="346">
                  <c:v>3.105</c:v>
                </c:pt>
                <c:pt idx="347">
                  <c:v>3.1829999999999998</c:v>
                </c:pt>
                <c:pt idx="348">
                  <c:v>3.121</c:v>
                </c:pt>
                <c:pt idx="349">
                  <c:v>3.1349999999999998</c:v>
                </c:pt>
                <c:pt idx="350">
                  <c:v>3.1549999999999998</c:v>
                </c:pt>
                <c:pt idx="351">
                  <c:v>3.1150000000000002</c:v>
                </c:pt>
                <c:pt idx="352">
                  <c:v>3.14</c:v>
                </c:pt>
                <c:pt idx="353">
                  <c:v>3.145</c:v>
                </c:pt>
                <c:pt idx="354">
                  <c:v>3.1989999999999998</c:v>
                </c:pt>
                <c:pt idx="355">
                  <c:v>3.23</c:v>
                </c:pt>
                <c:pt idx="356">
                  <c:v>3.27</c:v>
                </c:pt>
                <c:pt idx="357">
                  <c:v>3.1589999999999998</c:v>
                </c:pt>
                <c:pt idx="358">
                  <c:v>3.177</c:v>
                </c:pt>
                <c:pt idx="359">
                  <c:v>3.198</c:v>
                </c:pt>
                <c:pt idx="360">
                  <c:v>3.2730000000000001</c:v>
                </c:pt>
                <c:pt idx="361">
                  <c:v>3.31</c:v>
                </c:pt>
                <c:pt idx="362">
                  <c:v>3.3380000000000001</c:v>
                </c:pt>
                <c:pt idx="363">
                  <c:v>3.3780000000000001</c:v>
                </c:pt>
                <c:pt idx="364">
                  <c:v>3.524</c:v>
                </c:pt>
                <c:pt idx="365">
                  <c:v>3.552</c:v>
                </c:pt>
                <c:pt idx="366">
                  <c:v>3.6579999999999999</c:v>
                </c:pt>
                <c:pt idx="367">
                  <c:v>3.6110000000000002</c:v>
                </c:pt>
                <c:pt idx="368">
                  <c:v>3.6379999999999999</c:v>
                </c:pt>
                <c:pt idx="369">
                  <c:v>3.7010000000000001</c:v>
                </c:pt>
                <c:pt idx="370">
                  <c:v>3.6720000000000002</c:v>
                </c:pt>
                <c:pt idx="371">
                  <c:v>3.59</c:v>
                </c:pt>
                <c:pt idx="372">
                  <c:v>3.6120000000000001</c:v>
                </c:pt>
                <c:pt idx="373">
                  <c:v>3.653</c:v>
                </c:pt>
                <c:pt idx="374">
                  <c:v>3.5329999999999999</c:v>
                </c:pt>
                <c:pt idx="375">
                  <c:v>3.5059999999999998</c:v>
                </c:pt>
                <c:pt idx="376">
                  <c:v>3.51</c:v>
                </c:pt>
                <c:pt idx="377">
                  <c:v>3.65</c:v>
                </c:pt>
                <c:pt idx="378">
                  <c:v>3.6680000000000001</c:v>
                </c:pt>
                <c:pt idx="379">
                  <c:v>3.6680000000000001</c:v>
                </c:pt>
                <c:pt idx="380">
                  <c:v>3.6669999999999998</c:v>
                </c:pt>
                <c:pt idx="381">
                  <c:v>3.6970000000000001</c:v>
                </c:pt>
                <c:pt idx="382">
                  <c:v>3.7949999999999999</c:v>
                </c:pt>
                <c:pt idx="383">
                  <c:v>3.93</c:v>
                </c:pt>
                <c:pt idx="384">
                  <c:v>4.1349999999999998</c:v>
                </c:pt>
                <c:pt idx="385">
                  <c:v>4.0910000000000002</c:v>
                </c:pt>
                <c:pt idx="386">
                  <c:v>4.2060000000000004</c:v>
                </c:pt>
                <c:pt idx="387">
                  <c:v>4.1029999999999998</c:v>
                </c:pt>
                <c:pt idx="388">
                  <c:v>3.964</c:v>
                </c:pt>
                <c:pt idx="389">
                  <c:v>3.8969999999999998</c:v>
                </c:pt>
                <c:pt idx="390">
                  <c:v>3.95</c:v>
                </c:pt>
                <c:pt idx="391">
                  <c:v>3.976</c:v>
                </c:pt>
                <c:pt idx="392">
                  <c:v>4.0620000000000003</c:v>
                </c:pt>
                <c:pt idx="393">
                  <c:v>4.1500000000000004</c:v>
                </c:pt>
                <c:pt idx="394">
                  <c:v>4.0380000000000003</c:v>
                </c:pt>
                <c:pt idx="395">
                  <c:v>4.1269999999999998</c:v>
                </c:pt>
                <c:pt idx="396">
                  <c:v>4.0970000000000004</c:v>
                </c:pt>
                <c:pt idx="397">
                  <c:v>4.1139999999999999</c:v>
                </c:pt>
                <c:pt idx="398">
                  <c:v>4.1399999999999997</c:v>
                </c:pt>
                <c:pt idx="399">
                  <c:v>4.2569999999999997</c:v>
                </c:pt>
                <c:pt idx="400">
                  <c:v>4.3289999999999997</c:v>
                </c:pt>
                <c:pt idx="401">
                  <c:v>4.5369999999999999</c:v>
                </c:pt>
                <c:pt idx="402">
                  <c:v>4.4729999999999999</c:v>
                </c:pt>
                <c:pt idx="403">
                  <c:v>4.2949999999999999</c:v>
                </c:pt>
                <c:pt idx="404">
                  <c:v>4.1859999999999999</c:v>
                </c:pt>
                <c:pt idx="405">
                  <c:v>4.2329999999999997</c:v>
                </c:pt>
                <c:pt idx="406">
                  <c:v>4.1470000000000002</c:v>
                </c:pt>
                <c:pt idx="407">
                  <c:v>4.1520000000000001</c:v>
                </c:pt>
                <c:pt idx="408">
                  <c:v>4.1020000000000003</c:v>
                </c:pt>
                <c:pt idx="409">
                  <c:v>4.1020000000000003</c:v>
                </c:pt>
                <c:pt idx="410">
                  <c:v>4.1230000000000002</c:v>
                </c:pt>
                <c:pt idx="411">
                  <c:v>4.1349999999999998</c:v>
                </c:pt>
                <c:pt idx="412">
                  <c:v>4.2229999999999999</c:v>
                </c:pt>
                <c:pt idx="413">
                  <c:v>4.2069999999999999</c:v>
                </c:pt>
                <c:pt idx="414">
                  <c:v>4.1630000000000003</c:v>
                </c:pt>
                <c:pt idx="415">
                  <c:v>4.0490000000000004</c:v>
                </c:pt>
                <c:pt idx="416">
                  <c:v>3.8919999999999999</c:v>
                </c:pt>
                <c:pt idx="417">
                  <c:v>3.9359999999999999</c:v>
                </c:pt>
                <c:pt idx="418">
                  <c:v>3.8690000000000002</c:v>
                </c:pt>
                <c:pt idx="419">
                  <c:v>3.8980000000000001</c:v>
                </c:pt>
                <c:pt idx="420">
                  <c:v>3.8479999999999999</c:v>
                </c:pt>
                <c:pt idx="421">
                  <c:v>3.7909999999999999</c:v>
                </c:pt>
                <c:pt idx="422">
                  <c:v>3.7679999999999998</c:v>
                </c:pt>
                <c:pt idx="423">
                  <c:v>3.802</c:v>
                </c:pt>
                <c:pt idx="424">
                  <c:v>3.7970000000000002</c:v>
                </c:pt>
                <c:pt idx="425">
                  <c:v>3.6629999999999998</c:v>
                </c:pt>
                <c:pt idx="426">
                  <c:v>3.68</c:v>
                </c:pt>
                <c:pt idx="427">
                  <c:v>3.6920000000000002</c:v>
                </c:pt>
                <c:pt idx="428">
                  <c:v>3.7149999999999999</c:v>
                </c:pt>
                <c:pt idx="429">
                  <c:v>3.718</c:v>
                </c:pt>
                <c:pt idx="430">
                  <c:v>3.702</c:v>
                </c:pt>
                <c:pt idx="431">
                  <c:v>3.5859999999999999</c:v>
                </c:pt>
                <c:pt idx="432">
                  <c:v>3.5680000000000001</c:v>
                </c:pt>
                <c:pt idx="433">
                  <c:v>3.504</c:v>
                </c:pt>
                <c:pt idx="434">
                  <c:v>3.5169999999999999</c:v>
                </c:pt>
                <c:pt idx="435">
                  <c:v>3.5270000000000001</c:v>
                </c:pt>
                <c:pt idx="436">
                  <c:v>3.4670000000000001</c:v>
                </c:pt>
                <c:pt idx="437">
                  <c:v>3.4710000000000001</c:v>
                </c:pt>
                <c:pt idx="438">
                  <c:v>3.4729999999999999</c:v>
                </c:pt>
                <c:pt idx="439">
                  <c:v>3.4220000000000002</c:v>
                </c:pt>
                <c:pt idx="440">
                  <c:v>3.403</c:v>
                </c:pt>
                <c:pt idx="441">
                  <c:v>3.37</c:v>
                </c:pt>
                <c:pt idx="442">
                  <c:v>3.3969999999999998</c:v>
                </c:pt>
                <c:pt idx="443">
                  <c:v>3.5750000000000002</c:v>
                </c:pt>
                <c:pt idx="444">
                  <c:v>3.5659999999999998</c:v>
                </c:pt>
                <c:pt idx="445">
                  <c:v>3.5350000000000001</c:v>
                </c:pt>
                <c:pt idx="446">
                  <c:v>3.5830000000000002</c:v>
                </c:pt>
                <c:pt idx="447">
                  <c:v>3.6230000000000002</c:v>
                </c:pt>
                <c:pt idx="448">
                  <c:v>3.589</c:v>
                </c:pt>
                <c:pt idx="449">
                  <c:v>3.6240000000000001</c:v>
                </c:pt>
                <c:pt idx="450">
                  <c:v>3.6850000000000001</c:v>
                </c:pt>
                <c:pt idx="451">
                  <c:v>3.6840000000000002</c:v>
                </c:pt>
                <c:pt idx="452">
                  <c:v>3.7450000000000001</c:v>
                </c:pt>
                <c:pt idx="453">
                  <c:v>3.6539999999999999</c:v>
                </c:pt>
                <c:pt idx="454">
                  <c:v>3.609</c:v>
                </c:pt>
                <c:pt idx="455">
                  <c:v>3.5630000000000002</c:v>
                </c:pt>
                <c:pt idx="456">
                  <c:v>3.536</c:v>
                </c:pt>
                <c:pt idx="457">
                  <c:v>3.4750000000000001</c:v>
                </c:pt>
                <c:pt idx="458">
                  <c:v>3.4769999999999999</c:v>
                </c:pt>
                <c:pt idx="459">
                  <c:v>3.444</c:v>
                </c:pt>
                <c:pt idx="460">
                  <c:v>3.4380000000000002</c:v>
                </c:pt>
                <c:pt idx="461">
                  <c:v>3.3530000000000002</c:v>
                </c:pt>
                <c:pt idx="462">
                  <c:v>3.4009999999999998</c:v>
                </c:pt>
                <c:pt idx="463">
                  <c:v>3.43</c:v>
                </c:pt>
                <c:pt idx="464">
                  <c:v>3.3260000000000001</c:v>
                </c:pt>
                <c:pt idx="465">
                  <c:v>3.2130000000000001</c:v>
                </c:pt>
                <c:pt idx="466">
                  <c:v>3.2669999999999999</c:v>
                </c:pt>
                <c:pt idx="467">
                  <c:v>3.2429999999999999</c:v>
                </c:pt>
                <c:pt idx="468">
                  <c:v>3.2669999999999999</c:v>
                </c:pt>
                <c:pt idx="469">
                  <c:v>3.3</c:v>
                </c:pt>
                <c:pt idx="470">
                  <c:v>3.282</c:v>
                </c:pt>
                <c:pt idx="471">
                  <c:v>3.3180000000000001</c:v>
                </c:pt>
                <c:pt idx="472">
                  <c:v>3.2759999999999998</c:v>
                </c:pt>
                <c:pt idx="473">
                  <c:v>3.2450000000000001</c:v>
                </c:pt>
                <c:pt idx="474">
                  <c:v>3.1760000000000002</c:v>
                </c:pt>
                <c:pt idx="475">
                  <c:v>3.294</c:v>
                </c:pt>
                <c:pt idx="476">
                  <c:v>3.294</c:v>
                </c:pt>
                <c:pt idx="477">
                  <c:v>3.3</c:v>
                </c:pt>
                <c:pt idx="478">
                  <c:v>3.32</c:v>
                </c:pt>
                <c:pt idx="479">
                  <c:v>3.331</c:v>
                </c:pt>
                <c:pt idx="480">
                  <c:v>3.3980000000000001</c:v>
                </c:pt>
                <c:pt idx="481">
                  <c:v>3.3490000000000002</c:v>
                </c:pt>
                <c:pt idx="482">
                  <c:v>3.3849999999999998</c:v>
                </c:pt>
                <c:pt idx="483">
                  <c:v>3.4</c:v>
                </c:pt>
                <c:pt idx="484">
                  <c:v>3.5270000000000001</c:v>
                </c:pt>
                <c:pt idx="485">
                  <c:v>3.5630000000000002</c:v>
                </c:pt>
                <c:pt idx="486">
                  <c:v>3.55</c:v>
                </c:pt>
                <c:pt idx="487">
                  <c:v>3.5950000000000002</c:v>
                </c:pt>
                <c:pt idx="488">
                  <c:v>3.5459999999999998</c:v>
                </c:pt>
                <c:pt idx="489">
                  <c:v>3.4670000000000001</c:v>
                </c:pt>
                <c:pt idx="490">
                  <c:v>3.5209999999999999</c:v>
                </c:pt>
                <c:pt idx="491">
                  <c:v>3.637</c:v>
                </c:pt>
                <c:pt idx="492">
                  <c:v>3.734</c:v>
                </c:pt>
                <c:pt idx="493">
                  <c:v>3.69</c:v>
                </c:pt>
                <c:pt idx="494">
                  <c:v>3.649</c:v>
                </c:pt>
                <c:pt idx="495">
                  <c:v>3.6</c:v>
                </c:pt>
                <c:pt idx="496">
                  <c:v>3.6259999999999999</c:v>
                </c:pt>
                <c:pt idx="497">
                  <c:v>3.6389999999999998</c:v>
                </c:pt>
                <c:pt idx="498">
                  <c:v>3.4969999999999999</c:v>
                </c:pt>
                <c:pt idx="499">
                  <c:v>3.375</c:v>
                </c:pt>
                <c:pt idx="500">
                  <c:v>3.3050000000000002</c:v>
                </c:pt>
                <c:pt idx="501">
                  <c:v>3.3759999999999999</c:v>
                </c:pt>
                <c:pt idx="502">
                  <c:v>3.3809999999999998</c:v>
                </c:pt>
                <c:pt idx="503">
                  <c:v>3.391</c:v>
                </c:pt>
                <c:pt idx="504">
                  <c:v>3.3159999999999998</c:v>
                </c:pt>
                <c:pt idx="505">
                  <c:v>3.3029999999999999</c:v>
                </c:pt>
                <c:pt idx="506">
                  <c:v>3.2879999999999998</c:v>
                </c:pt>
                <c:pt idx="507">
                  <c:v>3.27</c:v>
                </c:pt>
                <c:pt idx="508">
                  <c:v>3.2</c:v>
                </c:pt>
                <c:pt idx="509">
                  <c:v>3.242</c:v>
                </c:pt>
                <c:pt idx="510">
                  <c:v>3.2770000000000001</c:v>
                </c:pt>
                <c:pt idx="511">
                  <c:v>3.2759999999999998</c:v>
                </c:pt>
                <c:pt idx="512">
                  <c:v>3.3210000000000002</c:v>
                </c:pt>
                <c:pt idx="513">
                  <c:v>3.3719999999999999</c:v>
                </c:pt>
                <c:pt idx="514">
                  <c:v>3.4209999999999998</c:v>
                </c:pt>
                <c:pt idx="515">
                  <c:v>3.3540000000000001</c:v>
                </c:pt>
                <c:pt idx="516">
                  <c:v>3.3420000000000001</c:v>
                </c:pt>
                <c:pt idx="517">
                  <c:v>3.27</c:v>
                </c:pt>
                <c:pt idx="518">
                  <c:v>3.254</c:v>
                </c:pt>
                <c:pt idx="519">
                  <c:v>3.2290000000000001</c:v>
                </c:pt>
                <c:pt idx="520">
                  <c:v>3.2330000000000001</c:v>
                </c:pt>
                <c:pt idx="521">
                  <c:v>3.2389999999999999</c:v>
                </c:pt>
                <c:pt idx="522">
                  <c:v>3.266</c:v>
                </c:pt>
                <c:pt idx="523">
                  <c:v>3.26</c:v>
                </c:pt>
                <c:pt idx="524">
                  <c:v>3.3159999999999998</c:v>
                </c:pt>
                <c:pt idx="525">
                  <c:v>3.323</c:v>
                </c:pt>
                <c:pt idx="526">
                  <c:v>3.3279999999999998</c:v>
                </c:pt>
                <c:pt idx="527">
                  <c:v>3.387</c:v>
                </c:pt>
                <c:pt idx="528">
                  <c:v>3.31</c:v>
                </c:pt>
                <c:pt idx="529">
                  <c:v>3.3159999999999998</c:v>
                </c:pt>
                <c:pt idx="530">
                  <c:v>3.3460000000000001</c:v>
                </c:pt>
                <c:pt idx="531">
                  <c:v>3.339</c:v>
                </c:pt>
                <c:pt idx="532">
                  <c:v>3.35</c:v>
                </c:pt>
                <c:pt idx="533">
                  <c:v>3.3690000000000002</c:v>
                </c:pt>
                <c:pt idx="534">
                  <c:v>3.3969999999999998</c:v>
                </c:pt>
                <c:pt idx="535">
                  <c:v>3.3650000000000002</c:v>
                </c:pt>
                <c:pt idx="536">
                  <c:v>3.335</c:v>
                </c:pt>
                <c:pt idx="537">
                  <c:v>3.3690000000000002</c:v>
                </c:pt>
                <c:pt idx="538">
                  <c:v>3.3570000000000002</c:v>
                </c:pt>
                <c:pt idx="539">
                  <c:v>3.3580000000000001</c:v>
                </c:pt>
                <c:pt idx="540">
                  <c:v>3.3359999999999999</c:v>
                </c:pt>
                <c:pt idx="541">
                  <c:v>3.3210000000000002</c:v>
                </c:pt>
                <c:pt idx="542">
                  <c:v>3.3780000000000001</c:v>
                </c:pt>
                <c:pt idx="543">
                  <c:v>3.36</c:v>
                </c:pt>
                <c:pt idx="544">
                  <c:v>3.3679999999999999</c:v>
                </c:pt>
                <c:pt idx="545">
                  <c:v>3.407</c:v>
                </c:pt>
                <c:pt idx="546">
                  <c:v>3.4529999999999998</c:v>
                </c:pt>
                <c:pt idx="547">
                  <c:v>3.4359999999999999</c:v>
                </c:pt>
                <c:pt idx="548">
                  <c:v>3.5049999999999999</c:v>
                </c:pt>
                <c:pt idx="549">
                  <c:v>3.5379999999999998</c:v>
                </c:pt>
                <c:pt idx="550">
                  <c:v>3.6230000000000002</c:v>
                </c:pt>
                <c:pt idx="551">
                  <c:v>3.67</c:v>
                </c:pt>
                <c:pt idx="552">
                  <c:v>3.702</c:v>
                </c:pt>
                <c:pt idx="553">
                  <c:v>3.6040000000000001</c:v>
                </c:pt>
                <c:pt idx="554">
                  <c:v>3.61</c:v>
                </c:pt>
                <c:pt idx="555">
                  <c:v>3.556</c:v>
                </c:pt>
                <c:pt idx="556">
                  <c:v>3.6059999999999999</c:v>
                </c:pt>
                <c:pt idx="557">
                  <c:v>3.5880000000000001</c:v>
                </c:pt>
                <c:pt idx="558">
                  <c:v>3.6779999999999999</c:v>
                </c:pt>
                <c:pt idx="559">
                  <c:v>3.6720000000000002</c:v>
                </c:pt>
                <c:pt idx="560">
                  <c:v>3.6589999999999998</c:v>
                </c:pt>
                <c:pt idx="561">
                  <c:v>3.6440000000000001</c:v>
                </c:pt>
                <c:pt idx="562">
                  <c:v>3.6749999999999998</c:v>
                </c:pt>
                <c:pt idx="563">
                  <c:v>3.6920000000000002</c:v>
                </c:pt>
                <c:pt idx="564">
                  <c:v>3.6739999999999999</c:v>
                </c:pt>
                <c:pt idx="565">
                  <c:v>3.68</c:v>
                </c:pt>
                <c:pt idx="566">
                  <c:v>3.694</c:v>
                </c:pt>
                <c:pt idx="567">
                  <c:v>3.6829999999999998</c:v>
                </c:pt>
                <c:pt idx="568">
                  <c:v>3.6949999999999998</c:v>
                </c:pt>
                <c:pt idx="569">
                  <c:v>3.7250000000000001</c:v>
                </c:pt>
                <c:pt idx="570">
                  <c:v>3.6560000000000001</c:v>
                </c:pt>
                <c:pt idx="571">
                  <c:v>3.6389999999999998</c:v>
                </c:pt>
                <c:pt idx="572">
                  <c:v>3.6459999999999999</c:v>
                </c:pt>
                <c:pt idx="573">
                  <c:v>3.6549999999999998</c:v>
                </c:pt>
                <c:pt idx="574">
                  <c:v>3.6909999999999998</c:v>
                </c:pt>
                <c:pt idx="575">
                  <c:v>3.601</c:v>
                </c:pt>
                <c:pt idx="576">
                  <c:v>3.6230000000000002</c:v>
                </c:pt>
                <c:pt idx="577">
                  <c:v>3.625</c:v>
                </c:pt>
                <c:pt idx="578">
                  <c:v>3.6749999999999998</c:v>
                </c:pt>
                <c:pt idx="579">
                  <c:v>3.7</c:v>
                </c:pt>
                <c:pt idx="580">
                  <c:v>3.778</c:v>
                </c:pt>
                <c:pt idx="581">
                  <c:v>3.6920000000000002</c:v>
                </c:pt>
                <c:pt idx="582">
                  <c:v>3.6749999999999998</c:v>
                </c:pt>
                <c:pt idx="583">
                  <c:v>3.6219999999999999</c:v>
                </c:pt>
                <c:pt idx="584">
                  <c:v>3.65</c:v>
                </c:pt>
                <c:pt idx="585">
                  <c:v>3.633</c:v>
                </c:pt>
                <c:pt idx="586">
                  <c:v>3.6440000000000001</c:v>
                </c:pt>
                <c:pt idx="587">
                  <c:v>3.597</c:v>
                </c:pt>
                <c:pt idx="588">
                  <c:v>3.5990000000000002</c:v>
                </c:pt>
                <c:pt idx="589">
                  <c:v>3.6019999999999999</c:v>
                </c:pt>
                <c:pt idx="590">
                  <c:v>3.5950000000000002</c:v>
                </c:pt>
                <c:pt idx="591">
                  <c:v>3.6349999999999998</c:v>
                </c:pt>
                <c:pt idx="592">
                  <c:v>3.637</c:v>
                </c:pt>
                <c:pt idx="593">
                  <c:v>3.6379999999999999</c:v>
                </c:pt>
                <c:pt idx="594">
                  <c:v>3.7029999999999998</c:v>
                </c:pt>
                <c:pt idx="595">
                  <c:v>3.69</c:v>
                </c:pt>
                <c:pt idx="596">
                  <c:v>3.6720000000000002</c:v>
                </c:pt>
                <c:pt idx="597">
                  <c:v>3.7240000000000002</c:v>
                </c:pt>
                <c:pt idx="598">
                  <c:v>3.7530000000000001</c:v>
                </c:pt>
                <c:pt idx="599">
                  <c:v>3.8</c:v>
                </c:pt>
                <c:pt idx="600">
                  <c:v>3.754</c:v>
                </c:pt>
                <c:pt idx="601">
                  <c:v>3.7</c:v>
                </c:pt>
                <c:pt idx="602">
                  <c:v>3.71</c:v>
                </c:pt>
                <c:pt idx="603">
                  <c:v>3.718</c:v>
                </c:pt>
                <c:pt idx="604">
                  <c:v>3.7610000000000001</c:v>
                </c:pt>
                <c:pt idx="605">
                  <c:v>3.8149999999999999</c:v>
                </c:pt>
                <c:pt idx="606">
                  <c:v>3.81</c:v>
                </c:pt>
                <c:pt idx="607">
                  <c:v>3.8940000000000001</c:v>
                </c:pt>
                <c:pt idx="608">
                  <c:v>3.8319999999999999</c:v>
                </c:pt>
                <c:pt idx="609">
                  <c:v>3.871</c:v>
                </c:pt>
                <c:pt idx="610">
                  <c:v>3.9159999999999999</c:v>
                </c:pt>
                <c:pt idx="611">
                  <c:v>3.8679999999999999</c:v>
                </c:pt>
                <c:pt idx="612">
                  <c:v>3.839</c:v>
                </c:pt>
                <c:pt idx="613">
                  <c:v>3.891</c:v>
                </c:pt>
                <c:pt idx="614">
                  <c:v>3.8359999999999999</c:v>
                </c:pt>
                <c:pt idx="615">
                  <c:v>3.8149999999999999</c:v>
                </c:pt>
                <c:pt idx="616">
                  <c:v>3.8170000000000002</c:v>
                </c:pt>
                <c:pt idx="617">
                  <c:v>3.7719999999999998</c:v>
                </c:pt>
                <c:pt idx="618">
                  <c:v>3.7229999999999999</c:v>
                </c:pt>
                <c:pt idx="619">
                  <c:v>3.7719999999999998</c:v>
                </c:pt>
                <c:pt idx="620">
                  <c:v>3.81</c:v>
                </c:pt>
                <c:pt idx="621">
                  <c:v>3.8260000000000001</c:v>
                </c:pt>
                <c:pt idx="622">
                  <c:v>3.875</c:v>
                </c:pt>
                <c:pt idx="623">
                  <c:v>3.8170000000000002</c:v>
                </c:pt>
                <c:pt idx="624">
                  <c:v>3.8559999999999999</c:v>
                </c:pt>
                <c:pt idx="625">
                  <c:v>3.851</c:v>
                </c:pt>
                <c:pt idx="626">
                  <c:v>3.8340000000000001</c:v>
                </c:pt>
                <c:pt idx="627">
                  <c:v>3.7949999999999999</c:v>
                </c:pt>
                <c:pt idx="628">
                  <c:v>3.8140000000000001</c:v>
                </c:pt>
                <c:pt idx="629">
                  <c:v>3.8620000000000001</c:v>
                </c:pt>
                <c:pt idx="630">
                  <c:v>3.86</c:v>
                </c:pt>
                <c:pt idx="631">
                  <c:v>3.863</c:v>
                </c:pt>
                <c:pt idx="632">
                  <c:v>3.907</c:v>
                </c:pt>
                <c:pt idx="633">
                  <c:v>3.8860000000000001</c:v>
                </c:pt>
                <c:pt idx="634">
                  <c:v>3.9180000000000001</c:v>
                </c:pt>
                <c:pt idx="635">
                  <c:v>3.9590000000000001</c:v>
                </c:pt>
                <c:pt idx="636">
                  <c:v>3.9460000000000002</c:v>
                </c:pt>
                <c:pt idx="637">
                  <c:v>4.2460000000000004</c:v>
                </c:pt>
                <c:pt idx="638">
                  <c:v>4.2380000000000004</c:v>
                </c:pt>
                <c:pt idx="639">
                  <c:v>4.1660000000000004</c:v>
                </c:pt>
                <c:pt idx="640">
                  <c:v>4.1669999999999998</c:v>
                </c:pt>
                <c:pt idx="641">
                  <c:v>4.117</c:v>
                </c:pt>
                <c:pt idx="642">
                  <c:v>4.048</c:v>
                </c:pt>
                <c:pt idx="643">
                  <c:v>4.1230000000000002</c:v>
                </c:pt>
                <c:pt idx="644">
                  <c:v>4.1619999999999999</c:v>
                </c:pt>
                <c:pt idx="645">
                  <c:v>4.1840000000000002</c:v>
                </c:pt>
                <c:pt idx="646">
                  <c:v>4.2279999999999998</c:v>
                </c:pt>
                <c:pt idx="647">
                  <c:v>4.3049999999999997</c:v>
                </c:pt>
                <c:pt idx="648">
                  <c:v>4.274</c:v>
                </c:pt>
                <c:pt idx="649">
                  <c:v>4.3250000000000002</c:v>
                </c:pt>
                <c:pt idx="650">
                  <c:v>4.2370000000000001</c:v>
                </c:pt>
                <c:pt idx="651">
                  <c:v>4.2030000000000003</c:v>
                </c:pt>
                <c:pt idx="652">
                  <c:v>4.2679999999999998</c:v>
                </c:pt>
                <c:pt idx="653">
                  <c:v>4.093</c:v>
                </c:pt>
                <c:pt idx="654">
                  <c:v>4.141</c:v>
                </c:pt>
                <c:pt idx="655">
                  <c:v>4.1349999999999998</c:v>
                </c:pt>
                <c:pt idx="656">
                  <c:v>4.0970000000000004</c:v>
                </c:pt>
                <c:pt idx="657">
                  <c:v>4.0529999999999999</c:v>
                </c:pt>
                <c:pt idx="658">
                  <c:v>3.9969999999999999</c:v>
                </c:pt>
                <c:pt idx="659">
                  <c:v>3.9510000000000001</c:v>
                </c:pt>
                <c:pt idx="660">
                  <c:v>3.9329999999999998</c:v>
                </c:pt>
                <c:pt idx="661">
                  <c:v>3.8759999999999999</c:v>
                </c:pt>
                <c:pt idx="662">
                  <c:v>3.8</c:v>
                </c:pt>
                <c:pt idx="663">
                  <c:v>3.802</c:v>
                </c:pt>
                <c:pt idx="664">
                  <c:v>3.823</c:v>
                </c:pt>
                <c:pt idx="665">
                  <c:v>3.8319999999999999</c:v>
                </c:pt>
                <c:pt idx="666">
                  <c:v>3.6840000000000002</c:v>
                </c:pt>
                <c:pt idx="667">
                  <c:v>3.6629999999999998</c:v>
                </c:pt>
                <c:pt idx="668">
                  <c:v>3.6840000000000002</c:v>
                </c:pt>
                <c:pt idx="669">
                  <c:v>3.6669999999999998</c:v>
                </c:pt>
                <c:pt idx="670">
                  <c:v>3.6349999999999998</c:v>
                </c:pt>
                <c:pt idx="671">
                  <c:v>3.67</c:v>
                </c:pt>
                <c:pt idx="672">
                  <c:v>3.6459999999999999</c:v>
                </c:pt>
                <c:pt idx="673">
                  <c:v>3.7</c:v>
                </c:pt>
                <c:pt idx="674">
                  <c:v>3.7</c:v>
                </c:pt>
                <c:pt idx="675">
                  <c:v>3.6429999999999998</c:v>
                </c:pt>
                <c:pt idx="676">
                  <c:v>3.55</c:v>
                </c:pt>
                <c:pt idx="677">
                  <c:v>3.589</c:v>
                </c:pt>
                <c:pt idx="678">
                  <c:v>3.58</c:v>
                </c:pt>
                <c:pt idx="679">
                  <c:v>3.524</c:v>
                </c:pt>
                <c:pt idx="680">
                  <c:v>3.4950000000000001</c:v>
                </c:pt>
                <c:pt idx="681">
                  <c:v>3.444</c:v>
                </c:pt>
                <c:pt idx="682">
                  <c:v>3.4780000000000002</c:v>
                </c:pt>
                <c:pt idx="683">
                  <c:v>3.4620000000000002</c:v>
                </c:pt>
                <c:pt idx="684">
                  <c:v>3.4950000000000001</c:v>
                </c:pt>
                <c:pt idx="685">
                  <c:v>3.4470000000000001</c:v>
                </c:pt>
                <c:pt idx="686">
                  <c:v>3.4129999999999998</c:v>
                </c:pt>
                <c:pt idx="687">
                  <c:v>3.242</c:v>
                </c:pt>
                <c:pt idx="688">
                  <c:v>3.29</c:v>
                </c:pt>
                <c:pt idx="689">
                  <c:v>3.2690000000000001</c:v>
                </c:pt>
                <c:pt idx="690">
                  <c:v>3.2559999999999998</c:v>
                </c:pt>
                <c:pt idx="691">
                  <c:v>3.2330000000000001</c:v>
                </c:pt>
                <c:pt idx="692">
                  <c:v>3.2480000000000002</c:v>
                </c:pt>
                <c:pt idx="693">
                  <c:v>3.2509999999999999</c:v>
                </c:pt>
                <c:pt idx="694">
                  <c:v>3.2189999999999999</c:v>
                </c:pt>
                <c:pt idx="695">
                  <c:v>3.1789999999999998</c:v>
                </c:pt>
                <c:pt idx="696">
                  <c:v>3.1110000000000002</c:v>
                </c:pt>
                <c:pt idx="697">
                  <c:v>3.1110000000000002</c:v>
                </c:pt>
                <c:pt idx="698">
                  <c:v>3.2429999999999999</c:v>
                </c:pt>
                <c:pt idx="699">
                  <c:v>3.2469999999999999</c:v>
                </c:pt>
                <c:pt idx="700">
                  <c:v>3.2109999999999999</c:v>
                </c:pt>
                <c:pt idx="701">
                  <c:v>3.2519999999999998</c:v>
                </c:pt>
                <c:pt idx="702">
                  <c:v>3.238</c:v>
                </c:pt>
                <c:pt idx="703">
                  <c:v>3.2349999999999999</c:v>
                </c:pt>
                <c:pt idx="704">
                  <c:v>3.2570000000000001</c:v>
                </c:pt>
                <c:pt idx="705">
                  <c:v>3.24</c:v>
                </c:pt>
                <c:pt idx="706">
                  <c:v>3.2639999999999998</c:v>
                </c:pt>
                <c:pt idx="707">
                  <c:v>3.24</c:v>
                </c:pt>
                <c:pt idx="708">
                  <c:v>3.2629999999999999</c:v>
                </c:pt>
                <c:pt idx="709">
                  <c:v>3.3</c:v>
                </c:pt>
                <c:pt idx="710">
                  <c:v>3.2930000000000001</c:v>
                </c:pt>
                <c:pt idx="711">
                  <c:v>3.3260000000000001</c:v>
                </c:pt>
                <c:pt idx="712">
                  <c:v>3.3010000000000002</c:v>
                </c:pt>
                <c:pt idx="713">
                  <c:v>3.32</c:v>
                </c:pt>
                <c:pt idx="714">
                  <c:v>3.343</c:v>
                </c:pt>
                <c:pt idx="715">
                  <c:v>3.38</c:v>
                </c:pt>
                <c:pt idx="716">
                  <c:v>3.355</c:v>
                </c:pt>
                <c:pt idx="717">
                  <c:v>3.423</c:v>
                </c:pt>
                <c:pt idx="718">
                  <c:v>3.34</c:v>
                </c:pt>
                <c:pt idx="719">
                  <c:v>3.3260000000000001</c:v>
                </c:pt>
                <c:pt idx="720">
                  <c:v>3.3279999999999998</c:v>
                </c:pt>
                <c:pt idx="721">
                  <c:v>3.2570000000000001</c:v>
                </c:pt>
                <c:pt idx="722">
                  <c:v>3.3279999999999998</c:v>
                </c:pt>
                <c:pt idx="723">
                  <c:v>3.3359999999999999</c:v>
                </c:pt>
                <c:pt idx="724">
                  <c:v>3.3450000000000002</c:v>
                </c:pt>
                <c:pt idx="725">
                  <c:v>3.3650000000000002</c:v>
                </c:pt>
                <c:pt idx="726">
                  <c:v>3.4020000000000001</c:v>
                </c:pt>
                <c:pt idx="727">
                  <c:v>3.4359999999999999</c:v>
                </c:pt>
                <c:pt idx="728">
                  <c:v>3.4049999999999998</c:v>
                </c:pt>
                <c:pt idx="729">
                  <c:v>3.4289999999999998</c:v>
                </c:pt>
                <c:pt idx="730">
                  <c:v>3.4140000000000001</c:v>
                </c:pt>
                <c:pt idx="731">
                  <c:v>3.4620000000000002</c:v>
                </c:pt>
                <c:pt idx="732">
                  <c:v>3.452</c:v>
                </c:pt>
                <c:pt idx="733">
                  <c:v>3.4169999999999998</c:v>
                </c:pt>
                <c:pt idx="734">
                  <c:v>3.4449999999999998</c:v>
                </c:pt>
                <c:pt idx="735">
                  <c:v>3.3860000000000001</c:v>
                </c:pt>
                <c:pt idx="736">
                  <c:v>3.4009999999999998</c:v>
                </c:pt>
                <c:pt idx="737">
                  <c:v>3.4260000000000002</c:v>
                </c:pt>
                <c:pt idx="738">
                  <c:v>3.4550000000000001</c:v>
                </c:pt>
                <c:pt idx="739">
                  <c:v>3.4329999999999998</c:v>
                </c:pt>
                <c:pt idx="740">
                  <c:v>3.3959999999999999</c:v>
                </c:pt>
                <c:pt idx="741">
                  <c:v>3.38</c:v>
                </c:pt>
                <c:pt idx="742">
                  <c:v>3.3969999999999998</c:v>
                </c:pt>
                <c:pt idx="743">
                  <c:v>3.343</c:v>
                </c:pt>
                <c:pt idx="744">
                  <c:v>3.3410000000000002</c:v>
                </c:pt>
                <c:pt idx="745">
                  <c:v>3.3239999999999998</c:v>
                </c:pt>
                <c:pt idx="746">
                  <c:v>3.3149999999999999</c:v>
                </c:pt>
                <c:pt idx="747">
                  <c:v>3.35</c:v>
                </c:pt>
                <c:pt idx="748">
                  <c:v>3.3849999999999998</c:v>
                </c:pt>
                <c:pt idx="749">
                  <c:v>3.407</c:v>
                </c:pt>
                <c:pt idx="750">
                  <c:v>3.427</c:v>
                </c:pt>
                <c:pt idx="751">
                  <c:v>3.4079999999999999</c:v>
                </c:pt>
                <c:pt idx="752">
                  <c:v>3.37</c:v>
                </c:pt>
                <c:pt idx="753">
                  <c:v>3.339</c:v>
                </c:pt>
                <c:pt idx="754">
                  <c:v>3.3610000000000002</c:v>
                </c:pt>
                <c:pt idx="755">
                  <c:v>3.3849999999999998</c:v>
                </c:pt>
                <c:pt idx="756">
                  <c:v>3.3679999999999999</c:v>
                </c:pt>
                <c:pt idx="757">
                  <c:v>3.367</c:v>
                </c:pt>
                <c:pt idx="758">
                  <c:v>3.3919999999999999</c:v>
                </c:pt>
                <c:pt idx="759">
                  <c:v>3.3559999999999999</c:v>
                </c:pt>
                <c:pt idx="760">
                  <c:v>3.38</c:v>
                </c:pt>
                <c:pt idx="761">
                  <c:v>3.3940000000000001</c:v>
                </c:pt>
                <c:pt idx="762">
                  <c:v>3.4009999999999998</c:v>
                </c:pt>
                <c:pt idx="763">
                  <c:v>3.3839999999999999</c:v>
                </c:pt>
                <c:pt idx="764">
                  <c:v>3.431</c:v>
                </c:pt>
                <c:pt idx="765">
                  <c:v>3.4359999999999999</c:v>
                </c:pt>
                <c:pt idx="766">
                  <c:v>3.4950000000000001</c:v>
                </c:pt>
                <c:pt idx="767">
                  <c:v>3.4540000000000002</c:v>
                </c:pt>
                <c:pt idx="768">
                  <c:v>3.4830000000000001</c:v>
                </c:pt>
                <c:pt idx="769">
                  <c:v>3.5219999999999998</c:v>
                </c:pt>
                <c:pt idx="770">
                  <c:v>3.5259999999999998</c:v>
                </c:pt>
                <c:pt idx="771">
                  <c:v>3.4740000000000002</c:v>
                </c:pt>
                <c:pt idx="772">
                  <c:v>3.488</c:v>
                </c:pt>
                <c:pt idx="773">
                  <c:v>3.544</c:v>
                </c:pt>
                <c:pt idx="774">
                  <c:v>3.5539999999999998</c:v>
                </c:pt>
                <c:pt idx="775">
                  <c:v>3.5630000000000002</c:v>
                </c:pt>
                <c:pt idx="776">
                  <c:v>3.617</c:v>
                </c:pt>
                <c:pt idx="777">
                  <c:v>3.6139999999999999</c:v>
                </c:pt>
                <c:pt idx="778">
                  <c:v>3.6240000000000001</c:v>
                </c:pt>
                <c:pt idx="779">
                  <c:v>3.5720000000000001</c:v>
                </c:pt>
                <c:pt idx="780">
                  <c:v>3.5529999999999999</c:v>
                </c:pt>
                <c:pt idx="781">
                  <c:v>3.5249999999999999</c:v>
                </c:pt>
                <c:pt idx="782">
                  <c:v>3.472</c:v>
                </c:pt>
                <c:pt idx="783">
                  <c:v>3.4609999999999999</c:v>
                </c:pt>
                <c:pt idx="784">
                  <c:v>3.496</c:v>
                </c:pt>
                <c:pt idx="785">
                  <c:v>3.4740000000000002</c:v>
                </c:pt>
                <c:pt idx="786">
                  <c:v>3.4860000000000002</c:v>
                </c:pt>
                <c:pt idx="787">
                  <c:v>3.4740000000000002</c:v>
                </c:pt>
                <c:pt idx="788">
                  <c:v>3.3929999999999998</c:v>
                </c:pt>
                <c:pt idx="789">
                  <c:v>3.3940000000000001</c:v>
                </c:pt>
                <c:pt idx="790">
                  <c:v>3.45</c:v>
                </c:pt>
                <c:pt idx="791">
                  <c:v>3.4289999999999998</c:v>
                </c:pt>
                <c:pt idx="792">
                  <c:v>3.4089999999999998</c:v>
                </c:pt>
                <c:pt idx="793">
                  <c:v>3.4140000000000001</c:v>
                </c:pt>
                <c:pt idx="794">
                  <c:v>3.4529999999999998</c:v>
                </c:pt>
                <c:pt idx="795">
                  <c:v>3.4430000000000001</c:v>
                </c:pt>
                <c:pt idx="796">
                  <c:v>3.431</c:v>
                </c:pt>
                <c:pt idx="797">
                  <c:v>3.4750000000000001</c:v>
                </c:pt>
                <c:pt idx="798">
                  <c:v>3.496</c:v>
                </c:pt>
                <c:pt idx="799">
                  <c:v>3.508</c:v>
                </c:pt>
                <c:pt idx="800">
                  <c:v>3.4510000000000001</c:v>
                </c:pt>
                <c:pt idx="801">
                  <c:v>3.3959999999999999</c:v>
                </c:pt>
                <c:pt idx="802">
                  <c:v>3.3679999999999999</c:v>
                </c:pt>
                <c:pt idx="803">
                  <c:v>3.3279999999999998</c:v>
                </c:pt>
                <c:pt idx="804">
                  <c:v>3.3719999999999999</c:v>
                </c:pt>
                <c:pt idx="805">
                  <c:v>3.363</c:v>
                </c:pt>
                <c:pt idx="806">
                  <c:v>3.3279999999999998</c:v>
                </c:pt>
                <c:pt idx="807">
                  <c:v>3.294</c:v>
                </c:pt>
                <c:pt idx="808">
                  <c:v>3.2629999999999999</c:v>
                </c:pt>
                <c:pt idx="809">
                  <c:v>3.254</c:v>
                </c:pt>
                <c:pt idx="810">
                  <c:v>3.242</c:v>
                </c:pt>
                <c:pt idx="811">
                  <c:v>3.194</c:v>
                </c:pt>
                <c:pt idx="812">
                  <c:v>3.2349999999999999</c:v>
                </c:pt>
                <c:pt idx="813">
                  <c:v>3.2360000000000002</c:v>
                </c:pt>
                <c:pt idx="814">
                  <c:v>3.24</c:v>
                </c:pt>
                <c:pt idx="815">
                  <c:v>3.2450000000000001</c:v>
                </c:pt>
                <c:pt idx="816">
                  <c:v>3.2509999999999999</c:v>
                </c:pt>
                <c:pt idx="817">
                  <c:v>3.2770000000000001</c:v>
                </c:pt>
                <c:pt idx="818">
                  <c:v>3.25</c:v>
                </c:pt>
                <c:pt idx="819">
                  <c:v>3.274</c:v>
                </c:pt>
                <c:pt idx="820">
                  <c:v>3.2559999999999998</c:v>
                </c:pt>
                <c:pt idx="821">
                  <c:v>3.2389999999999999</c:v>
                </c:pt>
                <c:pt idx="822">
                  <c:v>3.2090000000000001</c:v>
                </c:pt>
                <c:pt idx="823">
                  <c:v>3.1960000000000002</c:v>
                </c:pt>
                <c:pt idx="824">
                  <c:v>3.181</c:v>
                </c:pt>
                <c:pt idx="825">
                  <c:v>3.169</c:v>
                </c:pt>
                <c:pt idx="826">
                  <c:v>3.1709999999999998</c:v>
                </c:pt>
                <c:pt idx="827">
                  <c:v>3.1970000000000001</c:v>
                </c:pt>
                <c:pt idx="828">
                  <c:v>3.1440000000000001</c:v>
                </c:pt>
                <c:pt idx="829">
                  <c:v>3.1480000000000001</c:v>
                </c:pt>
                <c:pt idx="830">
                  <c:v>3.1150000000000002</c:v>
                </c:pt>
                <c:pt idx="831">
                  <c:v>3.1</c:v>
                </c:pt>
                <c:pt idx="832">
                  <c:v>3.0950000000000002</c:v>
                </c:pt>
                <c:pt idx="833">
                  <c:v>3.1110000000000002</c:v>
                </c:pt>
                <c:pt idx="834">
                  <c:v>3.0990000000000002</c:v>
                </c:pt>
                <c:pt idx="835">
                  <c:v>3.1160000000000001</c:v>
                </c:pt>
                <c:pt idx="836">
                  <c:v>3.089</c:v>
                </c:pt>
                <c:pt idx="837">
                  <c:v>3.0880000000000001</c:v>
                </c:pt>
                <c:pt idx="838">
                  <c:v>3.0819999999999999</c:v>
                </c:pt>
                <c:pt idx="839">
                  <c:v>3.03</c:v>
                </c:pt>
                <c:pt idx="840">
                  <c:v>3.032</c:v>
                </c:pt>
                <c:pt idx="841">
                  <c:v>3.044</c:v>
                </c:pt>
                <c:pt idx="842">
                  <c:v>3.0059999999999998</c:v>
                </c:pt>
                <c:pt idx="843">
                  <c:v>2.972</c:v>
                </c:pt>
                <c:pt idx="844">
                  <c:v>2.9009999999999998</c:v>
                </c:pt>
                <c:pt idx="845">
                  <c:v>2.9929999999999999</c:v>
                </c:pt>
                <c:pt idx="846">
                  <c:v>2.988</c:v>
                </c:pt>
                <c:pt idx="847">
                  <c:v>2.9870000000000001</c:v>
                </c:pt>
                <c:pt idx="848">
                  <c:v>3.0030000000000001</c:v>
                </c:pt>
                <c:pt idx="849">
                  <c:v>2.99</c:v>
                </c:pt>
                <c:pt idx="850">
                  <c:v>2.9649999999999999</c:v>
                </c:pt>
                <c:pt idx="851">
                  <c:v>2.93</c:v>
                </c:pt>
                <c:pt idx="852">
                  <c:v>2.9540000000000002</c:v>
                </c:pt>
                <c:pt idx="853">
                  <c:v>2.9660000000000002</c:v>
                </c:pt>
                <c:pt idx="854">
                  <c:v>2.9929999999999999</c:v>
                </c:pt>
                <c:pt idx="855">
                  <c:v>2.9980000000000002</c:v>
                </c:pt>
                <c:pt idx="856">
                  <c:v>2.9950000000000001</c:v>
                </c:pt>
                <c:pt idx="857">
                  <c:v>3.012</c:v>
                </c:pt>
                <c:pt idx="858">
                  <c:v>2.99</c:v>
                </c:pt>
                <c:pt idx="859">
                  <c:v>3.0640000000000001</c:v>
                </c:pt>
                <c:pt idx="860">
                  <c:v>3.0590000000000002</c:v>
                </c:pt>
                <c:pt idx="861">
                  <c:v>3.0779999999999998</c:v>
                </c:pt>
                <c:pt idx="862">
                  <c:v>3.0840000000000001</c:v>
                </c:pt>
                <c:pt idx="863">
                  <c:v>3.1179999999999999</c:v>
                </c:pt>
                <c:pt idx="864">
                  <c:v>3.133</c:v>
                </c:pt>
                <c:pt idx="865">
                  <c:v>3.0859999999999999</c:v>
                </c:pt>
                <c:pt idx="866">
                  <c:v>3.07</c:v>
                </c:pt>
                <c:pt idx="867">
                  <c:v>3.0150000000000001</c:v>
                </c:pt>
                <c:pt idx="868">
                  <c:v>3.048</c:v>
                </c:pt>
                <c:pt idx="869">
                  <c:v>2.9260000000000002</c:v>
                </c:pt>
                <c:pt idx="870">
                  <c:v>2.8780000000000001</c:v>
                </c:pt>
                <c:pt idx="871">
                  <c:v>2.8620000000000001</c:v>
                </c:pt>
                <c:pt idx="872">
                  <c:v>2.823</c:v>
                </c:pt>
                <c:pt idx="873">
                  <c:v>2.9129999999999998</c:v>
                </c:pt>
                <c:pt idx="874">
                  <c:v>2.9140000000000001</c:v>
                </c:pt>
                <c:pt idx="875">
                  <c:v>2.94</c:v>
                </c:pt>
                <c:pt idx="876">
                  <c:v>2.94</c:v>
                </c:pt>
                <c:pt idx="877">
                  <c:v>2.9239999999999999</c:v>
                </c:pt>
                <c:pt idx="878">
                  <c:v>2.9239999999999999</c:v>
                </c:pt>
                <c:pt idx="879">
                  <c:v>2.907</c:v>
                </c:pt>
                <c:pt idx="880">
                  <c:v>2.9039999999999999</c:v>
                </c:pt>
                <c:pt idx="881">
                  <c:v>2.8410000000000002</c:v>
                </c:pt>
                <c:pt idx="882">
                  <c:v>2.879</c:v>
                </c:pt>
                <c:pt idx="883">
                  <c:v>2.9689999999999999</c:v>
                </c:pt>
                <c:pt idx="884">
                  <c:v>2.9470000000000001</c:v>
                </c:pt>
                <c:pt idx="885">
                  <c:v>2.9369999999999998</c:v>
                </c:pt>
                <c:pt idx="886">
                  <c:v>2.9319999999999999</c:v>
                </c:pt>
                <c:pt idx="887">
                  <c:v>2.9380000000000002</c:v>
                </c:pt>
                <c:pt idx="888">
                  <c:v>2.9329999999999998</c:v>
                </c:pt>
                <c:pt idx="889">
                  <c:v>2.903</c:v>
                </c:pt>
                <c:pt idx="890">
                  <c:v>2.9329999999999998</c:v>
                </c:pt>
                <c:pt idx="891">
                  <c:v>2.972</c:v>
                </c:pt>
                <c:pt idx="892">
                  <c:v>2.972</c:v>
                </c:pt>
                <c:pt idx="893">
                  <c:v>3.024</c:v>
                </c:pt>
                <c:pt idx="894">
                  <c:v>3.0169999999999999</c:v>
                </c:pt>
                <c:pt idx="895">
                  <c:v>2.9809999999999999</c:v>
                </c:pt>
                <c:pt idx="896">
                  <c:v>2.9820000000000002</c:v>
                </c:pt>
                <c:pt idx="897">
                  <c:v>3.0179999999999998</c:v>
                </c:pt>
                <c:pt idx="898">
                  <c:v>3.0310000000000001</c:v>
                </c:pt>
                <c:pt idx="899">
                  <c:v>3.0219999999999998</c:v>
                </c:pt>
                <c:pt idx="900">
                  <c:v>3.0110000000000001</c:v>
                </c:pt>
                <c:pt idx="901">
                  <c:v>3.012</c:v>
                </c:pt>
                <c:pt idx="902">
                  <c:v>3.03</c:v>
                </c:pt>
                <c:pt idx="903">
                  <c:v>2.9990000000000001</c:v>
                </c:pt>
                <c:pt idx="904">
                  <c:v>3.0379999999999998</c:v>
                </c:pt>
                <c:pt idx="905">
                  <c:v>3.0139999999999998</c:v>
                </c:pt>
                <c:pt idx="906">
                  <c:v>2.99</c:v>
                </c:pt>
                <c:pt idx="907">
                  <c:v>2.98</c:v>
                </c:pt>
                <c:pt idx="908">
                  <c:v>2.9550000000000001</c:v>
                </c:pt>
                <c:pt idx="909">
                  <c:v>2.9820000000000002</c:v>
                </c:pt>
                <c:pt idx="910">
                  <c:v>3</c:v>
                </c:pt>
                <c:pt idx="911">
                  <c:v>3.0049999999999999</c:v>
                </c:pt>
                <c:pt idx="912">
                  <c:v>2.9969999999999999</c:v>
                </c:pt>
                <c:pt idx="913">
                  <c:v>2.976</c:v>
                </c:pt>
                <c:pt idx="914">
                  <c:v>2.9620000000000002</c:v>
                </c:pt>
                <c:pt idx="915">
                  <c:v>2.895</c:v>
                </c:pt>
                <c:pt idx="916">
                  <c:v>2.891</c:v>
                </c:pt>
                <c:pt idx="917">
                  <c:v>2.8660000000000001</c:v>
                </c:pt>
                <c:pt idx="918">
                  <c:v>2.8540000000000001</c:v>
                </c:pt>
                <c:pt idx="919">
                  <c:v>2.831</c:v>
                </c:pt>
                <c:pt idx="920">
                  <c:v>2.742</c:v>
                </c:pt>
                <c:pt idx="921">
                  <c:v>2.6930000000000001</c:v>
                </c:pt>
                <c:pt idx="922">
                  <c:v>2.653</c:v>
                </c:pt>
                <c:pt idx="923">
                  <c:v>2.6480000000000001</c:v>
                </c:pt>
                <c:pt idx="924">
                  <c:v>2.677</c:v>
                </c:pt>
                <c:pt idx="925">
                  <c:v>2.6539999999999999</c:v>
                </c:pt>
                <c:pt idx="926">
                  <c:v>2.6469999999999998</c:v>
                </c:pt>
                <c:pt idx="927">
                  <c:v>2.5830000000000002</c:v>
                </c:pt>
                <c:pt idx="928">
                  <c:v>2.573</c:v>
                </c:pt>
                <c:pt idx="929">
                  <c:v>2.601</c:v>
                </c:pt>
                <c:pt idx="930">
                  <c:v>2.5990000000000002</c:v>
                </c:pt>
                <c:pt idx="931">
                  <c:v>2.5619999999999998</c:v>
                </c:pt>
                <c:pt idx="932">
                  <c:v>2.6480000000000001</c:v>
                </c:pt>
                <c:pt idx="933">
                  <c:v>2.722</c:v>
                </c:pt>
                <c:pt idx="934">
                  <c:v>2.7069999999999999</c:v>
                </c:pt>
                <c:pt idx="935">
                  <c:v>2.7549999999999999</c:v>
                </c:pt>
                <c:pt idx="936">
                  <c:v>2.7930000000000001</c:v>
                </c:pt>
                <c:pt idx="937">
                  <c:v>2.7639999999999998</c:v>
                </c:pt>
                <c:pt idx="938">
                  <c:v>2.8180000000000001</c:v>
                </c:pt>
                <c:pt idx="939">
                  <c:v>2.8439999999999999</c:v>
                </c:pt>
                <c:pt idx="940">
                  <c:v>2.8769999999999998</c:v>
                </c:pt>
                <c:pt idx="941">
                  <c:v>2.8759999999999999</c:v>
                </c:pt>
                <c:pt idx="942">
                  <c:v>2.8769999999999998</c:v>
                </c:pt>
                <c:pt idx="943">
                  <c:v>2.7679999999999998</c:v>
                </c:pt>
                <c:pt idx="944">
                  <c:v>2.74</c:v>
                </c:pt>
                <c:pt idx="945">
                  <c:v>2.7639999999999998</c:v>
                </c:pt>
                <c:pt idx="946">
                  <c:v>2.74</c:v>
                </c:pt>
                <c:pt idx="947">
                  <c:v>2.7250000000000001</c:v>
                </c:pt>
                <c:pt idx="948">
                  <c:v>2.706</c:v>
                </c:pt>
                <c:pt idx="949">
                  <c:v>2.7290000000000001</c:v>
                </c:pt>
                <c:pt idx="950">
                  <c:v>2.7690000000000001</c:v>
                </c:pt>
                <c:pt idx="951">
                  <c:v>2.7280000000000002</c:v>
                </c:pt>
                <c:pt idx="952">
                  <c:v>2.7360000000000002</c:v>
                </c:pt>
                <c:pt idx="953">
                  <c:v>2.7170000000000001</c:v>
                </c:pt>
                <c:pt idx="954">
                  <c:v>2.7149999999999999</c:v>
                </c:pt>
                <c:pt idx="955">
                  <c:v>2.7410000000000001</c:v>
                </c:pt>
                <c:pt idx="956">
                  <c:v>2.7210000000000001</c:v>
                </c:pt>
                <c:pt idx="957">
                  <c:v>2.734</c:v>
                </c:pt>
                <c:pt idx="958">
                  <c:v>2.7810000000000001</c:v>
                </c:pt>
                <c:pt idx="959">
                  <c:v>2.798</c:v>
                </c:pt>
                <c:pt idx="960">
                  <c:v>2.79</c:v>
                </c:pt>
                <c:pt idx="961">
                  <c:v>2.7690000000000001</c:v>
                </c:pt>
                <c:pt idx="962">
                  <c:v>2.782</c:v>
                </c:pt>
                <c:pt idx="963">
                  <c:v>2.7480000000000002</c:v>
                </c:pt>
                <c:pt idx="964">
                  <c:v>2.72</c:v>
                </c:pt>
                <c:pt idx="965">
                  <c:v>2.7389999999999999</c:v>
                </c:pt>
                <c:pt idx="966">
                  <c:v>2.7370000000000001</c:v>
                </c:pt>
                <c:pt idx="967">
                  <c:v>2.7509999999999999</c:v>
                </c:pt>
                <c:pt idx="968">
                  <c:v>2.7719999999999998</c:v>
                </c:pt>
                <c:pt idx="969">
                  <c:v>2.7749999999999999</c:v>
                </c:pt>
                <c:pt idx="970">
                  <c:v>2.76</c:v>
                </c:pt>
                <c:pt idx="971">
                  <c:v>2.774</c:v>
                </c:pt>
                <c:pt idx="972">
                  <c:v>2.7749999999999999</c:v>
                </c:pt>
                <c:pt idx="973">
                  <c:v>2.7690000000000001</c:v>
                </c:pt>
                <c:pt idx="974">
                  <c:v>2.7789999999999999</c:v>
                </c:pt>
                <c:pt idx="975">
                  <c:v>2.76</c:v>
                </c:pt>
                <c:pt idx="976">
                  <c:v>2.738</c:v>
                </c:pt>
                <c:pt idx="977">
                  <c:v>2.734</c:v>
                </c:pt>
                <c:pt idx="978">
                  <c:v>2.698</c:v>
                </c:pt>
                <c:pt idx="979">
                  <c:v>2.6890000000000001</c:v>
                </c:pt>
                <c:pt idx="980">
                  <c:v>2.645</c:v>
                </c:pt>
                <c:pt idx="981">
                  <c:v>2.653</c:v>
                </c:pt>
                <c:pt idx="982">
                  <c:v>2.706</c:v>
                </c:pt>
                <c:pt idx="983">
                  <c:v>2.7229999999999999</c:v>
                </c:pt>
                <c:pt idx="984">
                  <c:v>2.694</c:v>
                </c:pt>
                <c:pt idx="985">
                  <c:v>2.7050000000000001</c:v>
                </c:pt>
                <c:pt idx="986">
                  <c:v>2.6739999999999999</c:v>
                </c:pt>
                <c:pt idx="987">
                  <c:v>2.6760000000000002</c:v>
                </c:pt>
                <c:pt idx="988">
                  <c:v>2.6779999999999999</c:v>
                </c:pt>
                <c:pt idx="989">
                  <c:v>2.6930000000000001</c:v>
                </c:pt>
                <c:pt idx="990">
                  <c:v>2.6859999999999999</c:v>
                </c:pt>
                <c:pt idx="991">
                  <c:v>2.669</c:v>
                </c:pt>
                <c:pt idx="992">
                  <c:v>2.67</c:v>
                </c:pt>
                <c:pt idx="993">
                  <c:v>2.6549999999999998</c:v>
                </c:pt>
                <c:pt idx="994">
                  <c:v>2.6640000000000001</c:v>
                </c:pt>
                <c:pt idx="995">
                  <c:v>2.694</c:v>
                </c:pt>
                <c:pt idx="996">
                  <c:v>2.702</c:v>
                </c:pt>
                <c:pt idx="997">
                  <c:v>2.722</c:v>
                </c:pt>
                <c:pt idx="998">
                  <c:v>2.7130000000000001</c:v>
                </c:pt>
                <c:pt idx="999">
                  <c:v>2.718</c:v>
                </c:pt>
                <c:pt idx="1000">
                  <c:v>2.6709999999999998</c:v>
                </c:pt>
                <c:pt idx="1001">
                  <c:v>2.6949999999999998</c:v>
                </c:pt>
                <c:pt idx="1002">
                  <c:v>2.6760000000000002</c:v>
                </c:pt>
                <c:pt idx="1003">
                  <c:v>2.653</c:v>
                </c:pt>
                <c:pt idx="1004">
                  <c:v>2.6150000000000002</c:v>
                </c:pt>
                <c:pt idx="1005">
                  <c:v>2.57</c:v>
                </c:pt>
                <c:pt idx="1006">
                  <c:v>2.6110000000000002</c:v>
                </c:pt>
                <c:pt idx="1007">
                  <c:v>2.6520000000000001</c:v>
                </c:pt>
                <c:pt idx="1008">
                  <c:v>2.6360000000000001</c:v>
                </c:pt>
                <c:pt idx="1009">
                  <c:v>2.645</c:v>
                </c:pt>
                <c:pt idx="1010">
                  <c:v>2.625</c:v>
                </c:pt>
                <c:pt idx="1011">
                  <c:v>2.597</c:v>
                </c:pt>
                <c:pt idx="1012">
                  <c:v>2.5659999999999998</c:v>
                </c:pt>
                <c:pt idx="1013">
                  <c:v>2.5790000000000002</c:v>
                </c:pt>
                <c:pt idx="1014">
                  <c:v>2.5609999999999999</c:v>
                </c:pt>
                <c:pt idx="1015">
                  <c:v>2.5510000000000002</c:v>
                </c:pt>
                <c:pt idx="1016">
                  <c:v>2.5779999999999998</c:v>
                </c:pt>
                <c:pt idx="1017">
                  <c:v>2.569</c:v>
                </c:pt>
                <c:pt idx="1018">
                  <c:v>2.5870000000000002</c:v>
                </c:pt>
                <c:pt idx="1019">
                  <c:v>2.5550000000000002</c:v>
                </c:pt>
                <c:pt idx="1020">
                  <c:v>2.5579999999999998</c:v>
                </c:pt>
                <c:pt idx="1021">
                  <c:v>2.5760000000000001</c:v>
                </c:pt>
                <c:pt idx="1022">
                  <c:v>2.5449999999999999</c:v>
                </c:pt>
                <c:pt idx="1023">
                  <c:v>2.5539999999999998</c:v>
                </c:pt>
                <c:pt idx="1024">
                  <c:v>2.5670000000000002</c:v>
                </c:pt>
                <c:pt idx="1025">
                  <c:v>2.5979999999999999</c:v>
                </c:pt>
                <c:pt idx="1026">
                  <c:v>2.641</c:v>
                </c:pt>
                <c:pt idx="1027">
                  <c:v>2.661</c:v>
                </c:pt>
                <c:pt idx="1028">
                  <c:v>2.6819999999999999</c:v>
                </c:pt>
                <c:pt idx="1029">
                  <c:v>2.6829999999999998</c:v>
                </c:pt>
                <c:pt idx="1030">
                  <c:v>2.6890000000000001</c:v>
                </c:pt>
                <c:pt idx="1031">
                  <c:v>2.665</c:v>
                </c:pt>
                <c:pt idx="1032">
                  <c:v>2.72</c:v>
                </c:pt>
                <c:pt idx="1033">
                  <c:v>2.6880000000000002</c:v>
                </c:pt>
                <c:pt idx="1034">
                  <c:v>2.72</c:v>
                </c:pt>
                <c:pt idx="1035">
                  <c:v>2.722</c:v>
                </c:pt>
                <c:pt idx="1036">
                  <c:v>2.734</c:v>
                </c:pt>
                <c:pt idx="1037">
                  <c:v>2.7320000000000002</c:v>
                </c:pt>
                <c:pt idx="1038">
                  <c:v>2.698</c:v>
                </c:pt>
                <c:pt idx="1039">
                  <c:v>2.6859999999999999</c:v>
                </c:pt>
                <c:pt idx="1040">
                  <c:v>2.718</c:v>
                </c:pt>
                <c:pt idx="1041">
                  <c:v>2.7330000000000001</c:v>
                </c:pt>
                <c:pt idx="1042">
                  <c:v>2.7469999999999999</c:v>
                </c:pt>
                <c:pt idx="1043">
                  <c:v>2.8650000000000002</c:v>
                </c:pt>
                <c:pt idx="1044">
                  <c:v>2.843</c:v>
                </c:pt>
                <c:pt idx="1045">
                  <c:v>2.8370000000000002</c:v>
                </c:pt>
                <c:pt idx="1046">
                  <c:v>2.8290000000000002</c:v>
                </c:pt>
                <c:pt idx="1047">
                  <c:v>2.8290000000000002</c:v>
                </c:pt>
                <c:pt idx="1048">
                  <c:v>2.8380000000000001</c:v>
                </c:pt>
                <c:pt idx="1049">
                  <c:v>2.81</c:v>
                </c:pt>
                <c:pt idx="1050">
                  <c:v>2.8250000000000002</c:v>
                </c:pt>
                <c:pt idx="1051">
                  <c:v>2.8119999999999998</c:v>
                </c:pt>
                <c:pt idx="1052">
                  <c:v>2.8279999999999998</c:v>
                </c:pt>
                <c:pt idx="1053">
                  <c:v>2.839</c:v>
                </c:pt>
                <c:pt idx="1054">
                  <c:v>2.847</c:v>
                </c:pt>
                <c:pt idx="1055">
                  <c:v>2.86</c:v>
                </c:pt>
                <c:pt idx="1056">
                  <c:v>2.8319999999999999</c:v>
                </c:pt>
                <c:pt idx="1057">
                  <c:v>2.82</c:v>
                </c:pt>
                <c:pt idx="1058">
                  <c:v>2.7850000000000001</c:v>
                </c:pt>
                <c:pt idx="1059">
                  <c:v>2.8130000000000002</c:v>
                </c:pt>
                <c:pt idx="1060">
                  <c:v>2.8319999999999999</c:v>
                </c:pt>
                <c:pt idx="1061">
                  <c:v>2.79</c:v>
                </c:pt>
                <c:pt idx="1062">
                  <c:v>2.8239999999999998</c:v>
                </c:pt>
                <c:pt idx="1063">
                  <c:v>2.8069999999999999</c:v>
                </c:pt>
                <c:pt idx="1064">
                  <c:v>2.8250000000000002</c:v>
                </c:pt>
                <c:pt idx="1065">
                  <c:v>2.8450000000000002</c:v>
                </c:pt>
                <c:pt idx="1066">
                  <c:v>2.8450000000000002</c:v>
                </c:pt>
                <c:pt idx="1067">
                  <c:v>2.843</c:v>
                </c:pt>
                <c:pt idx="1068">
                  <c:v>2.8170000000000002</c:v>
                </c:pt>
                <c:pt idx="1069">
                  <c:v>2.81</c:v>
                </c:pt>
                <c:pt idx="1070">
                  <c:v>2.855</c:v>
                </c:pt>
                <c:pt idx="1071">
                  <c:v>2.8460000000000001</c:v>
                </c:pt>
                <c:pt idx="1072">
                  <c:v>2.8559999999999999</c:v>
                </c:pt>
                <c:pt idx="1073">
                  <c:v>2.8809999999999998</c:v>
                </c:pt>
                <c:pt idx="1074">
                  <c:v>2.86</c:v>
                </c:pt>
                <c:pt idx="1075">
                  <c:v>2.855</c:v>
                </c:pt>
                <c:pt idx="1076">
                  <c:v>2.835</c:v>
                </c:pt>
                <c:pt idx="1077">
                  <c:v>2.8330000000000002</c:v>
                </c:pt>
                <c:pt idx="1078">
                  <c:v>2.8450000000000002</c:v>
                </c:pt>
                <c:pt idx="1079">
                  <c:v>2.8439999999999999</c:v>
                </c:pt>
                <c:pt idx="1080">
                  <c:v>2.8290000000000002</c:v>
                </c:pt>
                <c:pt idx="1081">
                  <c:v>2.83</c:v>
                </c:pt>
                <c:pt idx="1082">
                  <c:v>2.81</c:v>
                </c:pt>
                <c:pt idx="1083">
                  <c:v>2.8109999999999999</c:v>
                </c:pt>
                <c:pt idx="1084">
                  <c:v>2.851</c:v>
                </c:pt>
                <c:pt idx="1085">
                  <c:v>2.8029999999999999</c:v>
                </c:pt>
                <c:pt idx="1086">
                  <c:v>2.7919999999999998</c:v>
                </c:pt>
                <c:pt idx="1087">
                  <c:v>2.8</c:v>
                </c:pt>
                <c:pt idx="1088">
                  <c:v>2.7959999999999998</c:v>
                </c:pt>
                <c:pt idx="1089">
                  <c:v>2.7919999999999998</c:v>
                </c:pt>
                <c:pt idx="1090">
                  <c:v>2.794</c:v>
                </c:pt>
                <c:pt idx="1091">
                  <c:v>2.8180000000000001</c:v>
                </c:pt>
                <c:pt idx="1092">
                  <c:v>2.8380000000000001</c:v>
                </c:pt>
                <c:pt idx="1093">
                  <c:v>2.8210000000000002</c:v>
                </c:pt>
                <c:pt idx="1094">
                  <c:v>2.8620000000000001</c:v>
                </c:pt>
                <c:pt idx="1095">
                  <c:v>2.8740000000000001</c:v>
                </c:pt>
                <c:pt idx="1096">
                  <c:v>2.8650000000000002</c:v>
                </c:pt>
                <c:pt idx="1097">
                  <c:v>2.8559999999999999</c:v>
                </c:pt>
                <c:pt idx="1098">
                  <c:v>2.871</c:v>
                </c:pt>
                <c:pt idx="1099">
                  <c:v>2.8639999999999999</c:v>
                </c:pt>
                <c:pt idx="1100">
                  <c:v>2.887</c:v>
                </c:pt>
                <c:pt idx="1101">
                  <c:v>2.863</c:v>
                </c:pt>
                <c:pt idx="1102">
                  <c:v>2.8620000000000001</c:v>
                </c:pt>
                <c:pt idx="1103">
                  <c:v>2.8559999999999999</c:v>
                </c:pt>
                <c:pt idx="1104">
                  <c:v>2.8839999999999999</c:v>
                </c:pt>
                <c:pt idx="1105">
                  <c:v>2.903</c:v>
                </c:pt>
                <c:pt idx="1106">
                  <c:v>2.9289999999999998</c:v>
                </c:pt>
                <c:pt idx="1107">
                  <c:v>2.9060000000000001</c:v>
                </c:pt>
                <c:pt idx="1108">
                  <c:v>2.887</c:v>
                </c:pt>
                <c:pt idx="1109">
                  <c:v>2.875</c:v>
                </c:pt>
                <c:pt idx="1110">
                  <c:v>2.855</c:v>
                </c:pt>
                <c:pt idx="1111">
                  <c:v>2.8220000000000001</c:v>
                </c:pt>
                <c:pt idx="1112">
                  <c:v>2.8119999999999998</c:v>
                </c:pt>
                <c:pt idx="1113">
                  <c:v>2.8050000000000002</c:v>
                </c:pt>
                <c:pt idx="1114">
                  <c:v>2.8119999999999998</c:v>
                </c:pt>
                <c:pt idx="1115">
                  <c:v>2.794</c:v>
                </c:pt>
                <c:pt idx="1116">
                  <c:v>2.7879999999999998</c:v>
                </c:pt>
                <c:pt idx="1117">
                  <c:v>2.758</c:v>
                </c:pt>
                <c:pt idx="1118">
                  <c:v>2.7930000000000001</c:v>
                </c:pt>
                <c:pt idx="1119">
                  <c:v>2.8039999999999998</c:v>
                </c:pt>
                <c:pt idx="1120">
                  <c:v>2.8</c:v>
                </c:pt>
                <c:pt idx="1121">
                  <c:v>2.8250000000000002</c:v>
                </c:pt>
                <c:pt idx="1122">
                  <c:v>2.843</c:v>
                </c:pt>
                <c:pt idx="1123">
                  <c:v>2.879</c:v>
                </c:pt>
                <c:pt idx="1124">
                  <c:v>2.887</c:v>
                </c:pt>
                <c:pt idx="1125">
                  <c:v>2.9159999999999999</c:v>
                </c:pt>
                <c:pt idx="1126">
                  <c:v>2.91</c:v>
                </c:pt>
                <c:pt idx="1127">
                  <c:v>2.911</c:v>
                </c:pt>
                <c:pt idx="1128">
                  <c:v>2.911</c:v>
                </c:pt>
                <c:pt idx="1129">
                  <c:v>2.8610000000000002</c:v>
                </c:pt>
                <c:pt idx="1130">
                  <c:v>2.8370000000000002</c:v>
                </c:pt>
                <c:pt idx="1131">
                  <c:v>2.8260000000000001</c:v>
                </c:pt>
                <c:pt idx="1132">
                  <c:v>2.8660000000000001</c:v>
                </c:pt>
                <c:pt idx="1133">
                  <c:v>2.8450000000000002</c:v>
                </c:pt>
                <c:pt idx="1134">
                  <c:v>2.8559999999999999</c:v>
                </c:pt>
                <c:pt idx="1135">
                  <c:v>2.87</c:v>
                </c:pt>
                <c:pt idx="1136">
                  <c:v>2.8450000000000002</c:v>
                </c:pt>
                <c:pt idx="1137">
                  <c:v>2.887</c:v>
                </c:pt>
                <c:pt idx="1138">
                  <c:v>2.8919999999999999</c:v>
                </c:pt>
                <c:pt idx="1139">
                  <c:v>2.9369999999999998</c:v>
                </c:pt>
                <c:pt idx="1140">
                  <c:v>2.9359999999999999</c:v>
                </c:pt>
                <c:pt idx="1141">
                  <c:v>2.9769999999999999</c:v>
                </c:pt>
                <c:pt idx="1142">
                  <c:v>3.0350000000000001</c:v>
                </c:pt>
                <c:pt idx="1143">
                  <c:v>3.0680000000000001</c:v>
                </c:pt>
                <c:pt idx="1144">
                  <c:v>3.0939999999999999</c:v>
                </c:pt>
                <c:pt idx="1145">
                  <c:v>3.1040000000000001</c:v>
                </c:pt>
                <c:pt idx="1146">
                  <c:v>3.1320000000000001</c:v>
                </c:pt>
                <c:pt idx="1147">
                  <c:v>3.19</c:v>
                </c:pt>
                <c:pt idx="1148">
                  <c:v>3.2130000000000001</c:v>
                </c:pt>
                <c:pt idx="1149">
                  <c:v>3.2280000000000002</c:v>
                </c:pt>
                <c:pt idx="1150">
                  <c:v>3.2050000000000001</c:v>
                </c:pt>
                <c:pt idx="1151">
                  <c:v>3.2749999999999999</c:v>
                </c:pt>
                <c:pt idx="1152">
                  <c:v>3.254</c:v>
                </c:pt>
                <c:pt idx="1153">
                  <c:v>3.3159999999999998</c:v>
                </c:pt>
                <c:pt idx="1154">
                  <c:v>3.3109999999999999</c:v>
                </c:pt>
                <c:pt idx="1155">
                  <c:v>3.2829999999999999</c:v>
                </c:pt>
                <c:pt idx="1156">
                  <c:v>3.2879999999999998</c:v>
                </c:pt>
                <c:pt idx="1157">
                  <c:v>3.3220000000000001</c:v>
                </c:pt>
                <c:pt idx="1158">
                  <c:v>3.2770000000000001</c:v>
                </c:pt>
                <c:pt idx="1159">
                  <c:v>3.282</c:v>
                </c:pt>
                <c:pt idx="1160">
                  <c:v>3.25</c:v>
                </c:pt>
                <c:pt idx="1161">
                  <c:v>3.238</c:v>
                </c:pt>
                <c:pt idx="1162">
                  <c:v>3.3149999999999999</c:v>
                </c:pt>
                <c:pt idx="1163">
                  <c:v>3.3130000000000002</c:v>
                </c:pt>
                <c:pt idx="1164">
                  <c:v>3.3519999999999999</c:v>
                </c:pt>
                <c:pt idx="1165">
                  <c:v>3.3450000000000002</c:v>
                </c:pt>
                <c:pt idx="1166">
                  <c:v>3.3660000000000001</c:v>
                </c:pt>
                <c:pt idx="1167">
                  <c:v>3.3559999999999999</c:v>
                </c:pt>
                <c:pt idx="1168">
                  <c:v>3.323</c:v>
                </c:pt>
                <c:pt idx="1169">
                  <c:v>3.34</c:v>
                </c:pt>
                <c:pt idx="1170">
                  <c:v>3.3759999999999999</c:v>
                </c:pt>
                <c:pt idx="1171">
                  <c:v>3.383</c:v>
                </c:pt>
                <c:pt idx="1172">
                  <c:v>3.3769999999999998</c:v>
                </c:pt>
                <c:pt idx="1173">
                  <c:v>3.3420000000000001</c:v>
                </c:pt>
                <c:pt idx="1174">
                  <c:v>3.278</c:v>
                </c:pt>
                <c:pt idx="1175">
                  <c:v>3.2650000000000001</c:v>
                </c:pt>
                <c:pt idx="1176">
                  <c:v>3.2869999999999999</c:v>
                </c:pt>
                <c:pt idx="1177">
                  <c:v>3.3220000000000001</c:v>
                </c:pt>
                <c:pt idx="1178">
                  <c:v>3.3410000000000002</c:v>
                </c:pt>
                <c:pt idx="1179">
                  <c:v>3.3370000000000002</c:v>
                </c:pt>
                <c:pt idx="1180">
                  <c:v>3.3580000000000001</c:v>
                </c:pt>
                <c:pt idx="1181">
                  <c:v>3.3359999999999999</c:v>
                </c:pt>
                <c:pt idx="1182">
                  <c:v>3.3580000000000001</c:v>
                </c:pt>
                <c:pt idx="1183">
                  <c:v>3.3290000000000002</c:v>
                </c:pt>
                <c:pt idx="1184">
                  <c:v>3.3570000000000002</c:v>
                </c:pt>
                <c:pt idx="1185">
                  <c:v>3.3570000000000002</c:v>
                </c:pt>
                <c:pt idx="1186">
                  <c:v>3.3530000000000002</c:v>
                </c:pt>
                <c:pt idx="1187">
                  <c:v>3.3730000000000002</c:v>
                </c:pt>
                <c:pt idx="1188">
                  <c:v>3.359</c:v>
                </c:pt>
                <c:pt idx="1189">
                  <c:v>3.3250000000000002</c:v>
                </c:pt>
                <c:pt idx="1190">
                  <c:v>3.323</c:v>
                </c:pt>
                <c:pt idx="1191">
                  <c:v>3.36</c:v>
                </c:pt>
                <c:pt idx="1192">
                  <c:v>3.3439999999999999</c:v>
                </c:pt>
                <c:pt idx="1193">
                  <c:v>3.3730000000000002</c:v>
                </c:pt>
                <c:pt idx="1194">
                  <c:v>3.3780000000000001</c:v>
                </c:pt>
                <c:pt idx="1195">
                  <c:v>3.4409999999999998</c:v>
                </c:pt>
                <c:pt idx="1196">
                  <c:v>3.4329999999999998</c:v>
                </c:pt>
                <c:pt idx="1197">
                  <c:v>3.4929999999999999</c:v>
                </c:pt>
                <c:pt idx="1198">
                  <c:v>3.5990000000000002</c:v>
                </c:pt>
                <c:pt idx="1199">
                  <c:v>3.5750000000000002</c:v>
                </c:pt>
                <c:pt idx="1200">
                  <c:v>3.544</c:v>
                </c:pt>
                <c:pt idx="1201">
                  <c:v>3.5859999999999999</c:v>
                </c:pt>
                <c:pt idx="1202">
                  <c:v>3.5750000000000002</c:v>
                </c:pt>
                <c:pt idx="1203">
                  <c:v>3.5510000000000002</c:v>
                </c:pt>
                <c:pt idx="1204">
                  <c:v>3.536</c:v>
                </c:pt>
                <c:pt idx="1205">
                  <c:v>3.5710000000000002</c:v>
                </c:pt>
                <c:pt idx="1206">
                  <c:v>3.5990000000000002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56C-43CD-8CDF-873E287264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2395120"/>
        <c:axId val="1082394640"/>
      </c:lineChart>
      <c:dateAx>
        <c:axId val="108239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4640"/>
        <c:crosses val="autoZero"/>
        <c:auto val="0"/>
        <c:lblOffset val="100"/>
        <c:baseTimeUnit val="days"/>
        <c:majorUnit val="180"/>
      </c:dateAx>
      <c:valAx>
        <c:axId val="1082394640"/>
        <c:scaling>
          <c:orientation val="minMax"/>
          <c:max val="4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512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29133858267717E-2"/>
          <c:y val="3.9792203234761465E-2"/>
          <c:w val="0.83061643835616439"/>
          <c:h val="0.815185866903198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</c:v>
                </c:pt>
              </c:strCache>
            </c:strRef>
          </c:tx>
          <c:spPr>
            <a:ln w="19050" cap="rnd">
              <a:solidFill>
                <a:schemeClr val="accent6">
                  <a:lumMod val="20000"/>
                  <a:lumOff val="8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3.5590000000000002</c:v>
                </c:pt>
                <c:pt idx="1">
                  <c:v>3.5619999999999998</c:v>
                </c:pt>
                <c:pt idx="2">
                  <c:v>3.5640000000000001</c:v>
                </c:pt>
                <c:pt idx="3">
                  <c:v>3.59</c:v>
                </c:pt>
                <c:pt idx="4">
                  <c:v>3.6230000000000002</c:v>
                </c:pt>
                <c:pt idx="5">
                  <c:v>3.665</c:v>
                </c:pt>
                <c:pt idx="6">
                  <c:v>3.629</c:v>
                </c:pt>
                <c:pt idx="7">
                  <c:v>3.6269999999999998</c:v>
                </c:pt>
                <c:pt idx="8">
                  <c:v>3.5739999999999998</c:v>
                </c:pt>
                <c:pt idx="9">
                  <c:v>3.5920000000000001</c:v>
                </c:pt>
                <c:pt idx="10">
                  <c:v>3.5880000000000001</c:v>
                </c:pt>
                <c:pt idx="11">
                  <c:v>3.58</c:v>
                </c:pt>
                <c:pt idx="12">
                  <c:v>3.5419999999999998</c:v>
                </c:pt>
                <c:pt idx="13">
                  <c:v>3.552</c:v>
                </c:pt>
                <c:pt idx="14">
                  <c:v>3.5510000000000002</c:v>
                </c:pt>
                <c:pt idx="15">
                  <c:v>3.548</c:v>
                </c:pt>
                <c:pt idx="16">
                  <c:v>3.5510000000000002</c:v>
                </c:pt>
                <c:pt idx="17">
                  <c:v>3.524</c:v>
                </c:pt>
                <c:pt idx="18">
                  <c:v>3.5059999999999998</c:v>
                </c:pt>
                <c:pt idx="19">
                  <c:v>3.5209999999999999</c:v>
                </c:pt>
                <c:pt idx="20">
                  <c:v>3.5230000000000001</c:v>
                </c:pt>
                <c:pt idx="21">
                  <c:v>3.4940000000000002</c:v>
                </c:pt>
                <c:pt idx="22">
                  <c:v>3.4940000000000002</c:v>
                </c:pt>
                <c:pt idx="23">
                  <c:v>3.4940000000000002</c:v>
                </c:pt>
                <c:pt idx="24">
                  <c:v>3.4980000000000002</c:v>
                </c:pt>
                <c:pt idx="25">
                  <c:v>3.4750000000000001</c:v>
                </c:pt>
                <c:pt idx="26">
                  <c:v>3.4660000000000002</c:v>
                </c:pt>
                <c:pt idx="27">
                  <c:v>3.4740000000000002</c:v>
                </c:pt>
                <c:pt idx="28">
                  <c:v>3.4750000000000001</c:v>
                </c:pt>
                <c:pt idx="29">
                  <c:v>3.476</c:v>
                </c:pt>
                <c:pt idx="30">
                  <c:v>3.4889999999999999</c:v>
                </c:pt>
                <c:pt idx="31">
                  <c:v>3.4620000000000002</c:v>
                </c:pt>
                <c:pt idx="32">
                  <c:v>3.49</c:v>
                </c:pt>
                <c:pt idx="33">
                  <c:v>3.4710000000000001</c:v>
                </c:pt>
                <c:pt idx="34">
                  <c:v>3.51</c:v>
                </c:pt>
                <c:pt idx="35">
                  <c:v>3.5139999999999998</c:v>
                </c:pt>
                <c:pt idx="36">
                  <c:v>3.508</c:v>
                </c:pt>
                <c:pt idx="37">
                  <c:v>3.5110000000000001</c:v>
                </c:pt>
                <c:pt idx="38">
                  <c:v>3.5390000000000001</c:v>
                </c:pt>
                <c:pt idx="39">
                  <c:v>3.5339999999999998</c:v>
                </c:pt>
                <c:pt idx="40">
                  <c:v>3.5259999999999998</c:v>
                </c:pt>
                <c:pt idx="41">
                  <c:v>3.5150000000000001</c:v>
                </c:pt>
                <c:pt idx="42">
                  <c:v>3.5</c:v>
                </c:pt>
                <c:pt idx="43">
                  <c:v>3.4969999999999999</c:v>
                </c:pt>
                <c:pt idx="44">
                  <c:v>3.5179999999999998</c:v>
                </c:pt>
                <c:pt idx="45">
                  <c:v>3.528</c:v>
                </c:pt>
                <c:pt idx="46">
                  <c:v>3.5139999999999998</c:v>
                </c:pt>
                <c:pt idx="47">
                  <c:v>3.5680000000000001</c:v>
                </c:pt>
                <c:pt idx="48">
                  <c:v>3.5619999999999998</c:v>
                </c:pt>
                <c:pt idx="49">
                  <c:v>3.6070000000000002</c:v>
                </c:pt>
                <c:pt idx="50">
                  <c:v>3.6219999999999999</c:v>
                </c:pt>
                <c:pt idx="51">
                  <c:v>3.629</c:v>
                </c:pt>
                <c:pt idx="52">
                  <c:v>3.633</c:v>
                </c:pt>
                <c:pt idx="53">
                  <c:v>3.645</c:v>
                </c:pt>
                <c:pt idx="54">
                  <c:v>3.6640000000000001</c:v>
                </c:pt>
                <c:pt idx="55">
                  <c:v>3.6520000000000001</c:v>
                </c:pt>
                <c:pt idx="56">
                  <c:v>3.653</c:v>
                </c:pt>
                <c:pt idx="57">
                  <c:v>3.6720000000000002</c:v>
                </c:pt>
                <c:pt idx="58">
                  <c:v>3.6579999999999999</c:v>
                </c:pt>
                <c:pt idx="59">
                  <c:v>3.6509999999999998</c:v>
                </c:pt>
                <c:pt idx="60">
                  <c:v>3.66</c:v>
                </c:pt>
                <c:pt idx="61">
                  <c:v>3.661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B2-4384-B287-6EB13F7DFC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2Y</c:v>
                </c:pt>
              </c:strCache>
            </c:strRef>
          </c:tx>
          <c:spPr>
            <a:ln w="1905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3.6749999999999998</c:v>
                </c:pt>
                <c:pt idx="1">
                  <c:v>3.6760000000000002</c:v>
                </c:pt>
                <c:pt idx="2">
                  <c:v>3.677</c:v>
                </c:pt>
                <c:pt idx="3">
                  <c:v>3.7320000000000002</c:v>
                </c:pt>
                <c:pt idx="4">
                  <c:v>3.78</c:v>
                </c:pt>
                <c:pt idx="5">
                  <c:v>3.839</c:v>
                </c:pt>
                <c:pt idx="6">
                  <c:v>3.75</c:v>
                </c:pt>
                <c:pt idx="7">
                  <c:v>3.76</c:v>
                </c:pt>
                <c:pt idx="8">
                  <c:v>3.65</c:v>
                </c:pt>
                <c:pt idx="9">
                  <c:v>3.665</c:v>
                </c:pt>
                <c:pt idx="10">
                  <c:v>3.6619999999999999</c:v>
                </c:pt>
                <c:pt idx="11">
                  <c:v>3.6379999999999999</c:v>
                </c:pt>
                <c:pt idx="12">
                  <c:v>3.5990000000000002</c:v>
                </c:pt>
                <c:pt idx="13">
                  <c:v>3.6389999999999998</c:v>
                </c:pt>
                <c:pt idx="14">
                  <c:v>3.6549999999999998</c:v>
                </c:pt>
                <c:pt idx="15">
                  <c:v>3.6619999999999999</c:v>
                </c:pt>
                <c:pt idx="16">
                  <c:v>3.6909999999999998</c:v>
                </c:pt>
                <c:pt idx="17">
                  <c:v>3.669</c:v>
                </c:pt>
                <c:pt idx="18">
                  <c:v>3.6269999999999998</c:v>
                </c:pt>
                <c:pt idx="19">
                  <c:v>3.6749999999999998</c:v>
                </c:pt>
                <c:pt idx="20">
                  <c:v>3.714</c:v>
                </c:pt>
                <c:pt idx="21">
                  <c:v>3.6859999999999999</c:v>
                </c:pt>
                <c:pt idx="22">
                  <c:v>3.7170000000000001</c:v>
                </c:pt>
                <c:pt idx="23">
                  <c:v>3.7450000000000001</c:v>
                </c:pt>
                <c:pt idx="24">
                  <c:v>3.7589999999999999</c:v>
                </c:pt>
                <c:pt idx="25">
                  <c:v>3.7240000000000002</c:v>
                </c:pt>
                <c:pt idx="26">
                  <c:v>3.698</c:v>
                </c:pt>
                <c:pt idx="27">
                  <c:v>3.71</c:v>
                </c:pt>
                <c:pt idx="28">
                  <c:v>3.726</c:v>
                </c:pt>
                <c:pt idx="29">
                  <c:v>3.7250000000000001</c:v>
                </c:pt>
                <c:pt idx="30">
                  <c:v>3.7570000000000001</c:v>
                </c:pt>
                <c:pt idx="31">
                  <c:v>3.7309999999999999</c:v>
                </c:pt>
                <c:pt idx="32">
                  <c:v>3.7839999999999998</c:v>
                </c:pt>
                <c:pt idx="33">
                  <c:v>3.7290000000000001</c:v>
                </c:pt>
                <c:pt idx="34">
                  <c:v>3.7959999999999998</c:v>
                </c:pt>
                <c:pt idx="35">
                  <c:v>3.7930000000000001</c:v>
                </c:pt>
                <c:pt idx="36">
                  <c:v>3.7610000000000001</c:v>
                </c:pt>
                <c:pt idx="37">
                  <c:v>3.762</c:v>
                </c:pt>
                <c:pt idx="38">
                  <c:v>3.79</c:v>
                </c:pt>
                <c:pt idx="39">
                  <c:v>3.7709999999999999</c:v>
                </c:pt>
                <c:pt idx="40">
                  <c:v>3.7509999999999999</c:v>
                </c:pt>
                <c:pt idx="41">
                  <c:v>3.746</c:v>
                </c:pt>
                <c:pt idx="42">
                  <c:v>3.722</c:v>
                </c:pt>
                <c:pt idx="43">
                  <c:v>3.714</c:v>
                </c:pt>
                <c:pt idx="44">
                  <c:v>3.7749999999999999</c:v>
                </c:pt>
                <c:pt idx="45">
                  <c:v>3.798</c:v>
                </c:pt>
                <c:pt idx="46">
                  <c:v>3.7949999999999999</c:v>
                </c:pt>
                <c:pt idx="47">
                  <c:v>3.867</c:v>
                </c:pt>
                <c:pt idx="48">
                  <c:v>3.8250000000000002</c:v>
                </c:pt>
                <c:pt idx="49">
                  <c:v>3.891</c:v>
                </c:pt>
                <c:pt idx="50">
                  <c:v>3.8719999999999999</c:v>
                </c:pt>
                <c:pt idx="51">
                  <c:v>3.867</c:v>
                </c:pt>
                <c:pt idx="52">
                  <c:v>3.8530000000000002</c:v>
                </c:pt>
                <c:pt idx="53">
                  <c:v>3.8740000000000001</c:v>
                </c:pt>
                <c:pt idx="54">
                  <c:v>3.9180000000000001</c:v>
                </c:pt>
                <c:pt idx="55">
                  <c:v>3.9020000000000001</c:v>
                </c:pt>
                <c:pt idx="56">
                  <c:v>3.9</c:v>
                </c:pt>
                <c:pt idx="57">
                  <c:v>3.9350000000000001</c:v>
                </c:pt>
                <c:pt idx="58">
                  <c:v>3.8860000000000001</c:v>
                </c:pt>
                <c:pt idx="59">
                  <c:v>3.8679999999999999</c:v>
                </c:pt>
                <c:pt idx="60">
                  <c:v>3.8820000000000001</c:v>
                </c:pt>
                <c:pt idx="61">
                  <c:v>3.88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B2-4384-B287-6EB13F7DFC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3.613</c:v>
                </c:pt>
                <c:pt idx="1">
                  <c:v>3.6190000000000002</c:v>
                </c:pt>
                <c:pt idx="2">
                  <c:v>3.6179999999999999</c:v>
                </c:pt>
                <c:pt idx="3">
                  <c:v>3.6760000000000002</c:v>
                </c:pt>
                <c:pt idx="4">
                  <c:v>3.7349999999999999</c:v>
                </c:pt>
                <c:pt idx="5">
                  <c:v>3.7949999999999999</c:v>
                </c:pt>
                <c:pt idx="6">
                  <c:v>3.7029999999999998</c:v>
                </c:pt>
                <c:pt idx="7">
                  <c:v>3.7040000000000002</c:v>
                </c:pt>
                <c:pt idx="8">
                  <c:v>3.6019999999999999</c:v>
                </c:pt>
                <c:pt idx="9">
                  <c:v>3.6139999999999999</c:v>
                </c:pt>
                <c:pt idx="10">
                  <c:v>3.6110000000000002</c:v>
                </c:pt>
                <c:pt idx="11">
                  <c:v>3.5960000000000001</c:v>
                </c:pt>
                <c:pt idx="12">
                  <c:v>3.5430000000000001</c:v>
                </c:pt>
                <c:pt idx="13">
                  <c:v>3.581</c:v>
                </c:pt>
                <c:pt idx="14">
                  <c:v>3.6019999999999999</c:v>
                </c:pt>
                <c:pt idx="15">
                  <c:v>3.617</c:v>
                </c:pt>
                <c:pt idx="16">
                  <c:v>3.645</c:v>
                </c:pt>
                <c:pt idx="17">
                  <c:v>3.6269999999999998</c:v>
                </c:pt>
                <c:pt idx="18">
                  <c:v>3.5870000000000002</c:v>
                </c:pt>
                <c:pt idx="19">
                  <c:v>3.6349999999999998</c:v>
                </c:pt>
                <c:pt idx="20">
                  <c:v>3.681</c:v>
                </c:pt>
                <c:pt idx="21">
                  <c:v>3.6469999999999998</c:v>
                </c:pt>
                <c:pt idx="22">
                  <c:v>3.677</c:v>
                </c:pt>
                <c:pt idx="23">
                  <c:v>3.714</c:v>
                </c:pt>
                <c:pt idx="24">
                  <c:v>3.738</c:v>
                </c:pt>
                <c:pt idx="25">
                  <c:v>3.6890000000000001</c:v>
                </c:pt>
                <c:pt idx="26">
                  <c:v>3.6469999999999998</c:v>
                </c:pt>
                <c:pt idx="27">
                  <c:v>3.6720000000000002</c:v>
                </c:pt>
                <c:pt idx="28">
                  <c:v>3.6869999999999998</c:v>
                </c:pt>
                <c:pt idx="29">
                  <c:v>3.698</c:v>
                </c:pt>
                <c:pt idx="30">
                  <c:v>3.7469999999999999</c:v>
                </c:pt>
                <c:pt idx="31">
                  <c:v>3.7120000000000002</c:v>
                </c:pt>
                <c:pt idx="32">
                  <c:v>3.7879999999999998</c:v>
                </c:pt>
                <c:pt idx="33">
                  <c:v>3.7290000000000001</c:v>
                </c:pt>
                <c:pt idx="34">
                  <c:v>3.7949999999999999</c:v>
                </c:pt>
                <c:pt idx="35">
                  <c:v>3.802</c:v>
                </c:pt>
                <c:pt idx="36">
                  <c:v>3.7709999999999999</c:v>
                </c:pt>
                <c:pt idx="37">
                  <c:v>3.7589999999999999</c:v>
                </c:pt>
                <c:pt idx="38">
                  <c:v>3.7890000000000001</c:v>
                </c:pt>
                <c:pt idx="39">
                  <c:v>3.7589999999999999</c:v>
                </c:pt>
                <c:pt idx="40">
                  <c:v>3.74</c:v>
                </c:pt>
                <c:pt idx="41">
                  <c:v>3.7320000000000002</c:v>
                </c:pt>
                <c:pt idx="42">
                  <c:v>3.7109999999999999</c:v>
                </c:pt>
                <c:pt idx="43">
                  <c:v>3.6890000000000001</c:v>
                </c:pt>
                <c:pt idx="44">
                  <c:v>3.738</c:v>
                </c:pt>
                <c:pt idx="45">
                  <c:v>3.7650000000000001</c:v>
                </c:pt>
                <c:pt idx="46">
                  <c:v>3.7650000000000001</c:v>
                </c:pt>
                <c:pt idx="47">
                  <c:v>3.847</c:v>
                </c:pt>
                <c:pt idx="48">
                  <c:v>3.7949999999999999</c:v>
                </c:pt>
                <c:pt idx="49">
                  <c:v>3.8650000000000002</c:v>
                </c:pt>
                <c:pt idx="50">
                  <c:v>3.863</c:v>
                </c:pt>
                <c:pt idx="51">
                  <c:v>3.8530000000000002</c:v>
                </c:pt>
                <c:pt idx="52">
                  <c:v>3.8359999999999999</c:v>
                </c:pt>
                <c:pt idx="53">
                  <c:v>3.85</c:v>
                </c:pt>
                <c:pt idx="54">
                  <c:v>3.891</c:v>
                </c:pt>
                <c:pt idx="55">
                  <c:v>3.887</c:v>
                </c:pt>
                <c:pt idx="56">
                  <c:v>3.89</c:v>
                </c:pt>
                <c:pt idx="57">
                  <c:v>3.93</c:v>
                </c:pt>
                <c:pt idx="58">
                  <c:v>3.8759999999999999</c:v>
                </c:pt>
                <c:pt idx="59">
                  <c:v>3.8759999999999999</c:v>
                </c:pt>
                <c:pt idx="60">
                  <c:v>3.891</c:v>
                </c:pt>
                <c:pt idx="61">
                  <c:v>3.8839999999999999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B2-4384-B287-6EB13F7DFCF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5Y</c:v>
                </c:pt>
              </c:strCache>
            </c:strRef>
          </c:tx>
          <c:spPr>
            <a:ln w="19050" cap="rnd">
              <a:solidFill>
                <a:schemeClr val="accent6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Sheet1!$E$2:$E$63</c:f>
              <c:numCache>
                <c:formatCode>General</c:formatCode>
                <c:ptCount val="62"/>
                <c:pt idx="0">
                  <c:v>3.59</c:v>
                </c:pt>
                <c:pt idx="1">
                  <c:v>3.597</c:v>
                </c:pt>
                <c:pt idx="2">
                  <c:v>3.6059999999999999</c:v>
                </c:pt>
                <c:pt idx="3">
                  <c:v>3.6749999999999998</c:v>
                </c:pt>
                <c:pt idx="4">
                  <c:v>3.7330000000000001</c:v>
                </c:pt>
                <c:pt idx="5">
                  <c:v>3.81</c:v>
                </c:pt>
                <c:pt idx="6">
                  <c:v>3.7210000000000001</c:v>
                </c:pt>
                <c:pt idx="7">
                  <c:v>3.72</c:v>
                </c:pt>
                <c:pt idx="8">
                  <c:v>3.61</c:v>
                </c:pt>
                <c:pt idx="9">
                  <c:v>3.6309999999999998</c:v>
                </c:pt>
                <c:pt idx="10">
                  <c:v>3.6190000000000002</c:v>
                </c:pt>
                <c:pt idx="11">
                  <c:v>3.609</c:v>
                </c:pt>
                <c:pt idx="12">
                  <c:v>3.5419999999999998</c:v>
                </c:pt>
                <c:pt idx="13">
                  <c:v>3.581</c:v>
                </c:pt>
                <c:pt idx="14">
                  <c:v>3.601</c:v>
                </c:pt>
                <c:pt idx="15">
                  <c:v>3.6070000000000002</c:v>
                </c:pt>
                <c:pt idx="16">
                  <c:v>3.6429999999999998</c:v>
                </c:pt>
                <c:pt idx="17">
                  <c:v>3.6219999999999999</c:v>
                </c:pt>
                <c:pt idx="18">
                  <c:v>3.5880000000000001</c:v>
                </c:pt>
                <c:pt idx="19">
                  <c:v>3.6429999999999998</c:v>
                </c:pt>
                <c:pt idx="20">
                  <c:v>3.6970000000000001</c:v>
                </c:pt>
                <c:pt idx="21">
                  <c:v>3.6669999999999998</c:v>
                </c:pt>
                <c:pt idx="22">
                  <c:v>3.7170000000000001</c:v>
                </c:pt>
                <c:pt idx="23">
                  <c:v>3.7549999999999999</c:v>
                </c:pt>
                <c:pt idx="24">
                  <c:v>3.7789999999999999</c:v>
                </c:pt>
                <c:pt idx="25">
                  <c:v>3.7120000000000002</c:v>
                </c:pt>
                <c:pt idx="26">
                  <c:v>3.6560000000000001</c:v>
                </c:pt>
                <c:pt idx="27">
                  <c:v>3.6909999999999998</c:v>
                </c:pt>
                <c:pt idx="28">
                  <c:v>3.7090000000000001</c:v>
                </c:pt>
                <c:pt idx="29">
                  <c:v>3.734</c:v>
                </c:pt>
                <c:pt idx="30">
                  <c:v>3.7959999999999998</c:v>
                </c:pt>
                <c:pt idx="31">
                  <c:v>3.7669999999999999</c:v>
                </c:pt>
                <c:pt idx="32">
                  <c:v>3.8650000000000002</c:v>
                </c:pt>
                <c:pt idx="33">
                  <c:v>3.8039999999999998</c:v>
                </c:pt>
                <c:pt idx="34">
                  <c:v>3.863</c:v>
                </c:pt>
                <c:pt idx="35">
                  <c:v>3.867</c:v>
                </c:pt>
                <c:pt idx="36">
                  <c:v>3.8250000000000002</c:v>
                </c:pt>
                <c:pt idx="37">
                  <c:v>3.8029999999999999</c:v>
                </c:pt>
                <c:pt idx="38">
                  <c:v>3.843</c:v>
                </c:pt>
                <c:pt idx="39">
                  <c:v>3.7959999999999998</c:v>
                </c:pt>
                <c:pt idx="40">
                  <c:v>3.7759999999999998</c:v>
                </c:pt>
                <c:pt idx="41">
                  <c:v>3.78</c:v>
                </c:pt>
                <c:pt idx="42">
                  <c:v>3.75</c:v>
                </c:pt>
                <c:pt idx="43">
                  <c:v>3.7170000000000001</c:v>
                </c:pt>
                <c:pt idx="44">
                  <c:v>3.778</c:v>
                </c:pt>
                <c:pt idx="45">
                  <c:v>3.8140000000000001</c:v>
                </c:pt>
                <c:pt idx="46">
                  <c:v>3.8159999999999998</c:v>
                </c:pt>
                <c:pt idx="47">
                  <c:v>3.8929999999999998</c:v>
                </c:pt>
                <c:pt idx="48">
                  <c:v>3.8370000000000002</c:v>
                </c:pt>
                <c:pt idx="49">
                  <c:v>3.8940000000000001</c:v>
                </c:pt>
                <c:pt idx="50">
                  <c:v>3.89</c:v>
                </c:pt>
                <c:pt idx="51">
                  <c:v>3.88</c:v>
                </c:pt>
                <c:pt idx="52">
                  <c:v>3.863</c:v>
                </c:pt>
                <c:pt idx="53">
                  <c:v>3.8809999999999998</c:v>
                </c:pt>
                <c:pt idx="54">
                  <c:v>3.9340000000000002</c:v>
                </c:pt>
                <c:pt idx="55">
                  <c:v>3.9159999999999999</c:v>
                </c:pt>
                <c:pt idx="56">
                  <c:v>3.9159999999999999</c:v>
                </c:pt>
                <c:pt idx="57">
                  <c:v>3.9729999999999999</c:v>
                </c:pt>
                <c:pt idx="58">
                  <c:v>3.9209999999999998</c:v>
                </c:pt>
                <c:pt idx="59">
                  <c:v>3.927</c:v>
                </c:pt>
                <c:pt idx="60">
                  <c:v>3.9540000000000002</c:v>
                </c:pt>
                <c:pt idx="61">
                  <c:v>3.9420000000000002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5B2-4384-B287-6EB13F7DFCF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10Y</c:v>
                </c:pt>
              </c:strCache>
            </c:strRef>
          </c:tx>
          <c:spPr>
            <a:ln w="190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Sheet1!$F$2:$F$63</c:f>
              <c:numCache>
                <c:formatCode>General</c:formatCode>
                <c:ptCount val="62"/>
                <c:pt idx="0">
                  <c:v>3.6070000000000002</c:v>
                </c:pt>
                <c:pt idx="1">
                  <c:v>3.6230000000000002</c:v>
                </c:pt>
                <c:pt idx="2">
                  <c:v>3.6440000000000001</c:v>
                </c:pt>
                <c:pt idx="3">
                  <c:v>3.7130000000000001</c:v>
                </c:pt>
                <c:pt idx="4">
                  <c:v>3.7610000000000001</c:v>
                </c:pt>
                <c:pt idx="5">
                  <c:v>3.863</c:v>
                </c:pt>
                <c:pt idx="6">
                  <c:v>3.758</c:v>
                </c:pt>
                <c:pt idx="7">
                  <c:v>3.7559999999999998</c:v>
                </c:pt>
                <c:pt idx="8">
                  <c:v>3.657</c:v>
                </c:pt>
                <c:pt idx="9">
                  <c:v>3.6850000000000001</c:v>
                </c:pt>
                <c:pt idx="10">
                  <c:v>3.66</c:v>
                </c:pt>
                <c:pt idx="11">
                  <c:v>3.6509999999999998</c:v>
                </c:pt>
                <c:pt idx="12">
                  <c:v>3.5750000000000002</c:v>
                </c:pt>
                <c:pt idx="13">
                  <c:v>3.6059999999999999</c:v>
                </c:pt>
                <c:pt idx="14">
                  <c:v>3.6360000000000001</c:v>
                </c:pt>
                <c:pt idx="15">
                  <c:v>3.64</c:v>
                </c:pt>
                <c:pt idx="16">
                  <c:v>3.6840000000000002</c:v>
                </c:pt>
                <c:pt idx="17">
                  <c:v>3.6579999999999999</c:v>
                </c:pt>
                <c:pt idx="18">
                  <c:v>3.637</c:v>
                </c:pt>
                <c:pt idx="19">
                  <c:v>3.7280000000000002</c:v>
                </c:pt>
                <c:pt idx="20">
                  <c:v>3.7610000000000001</c:v>
                </c:pt>
                <c:pt idx="21">
                  <c:v>3.7269999999999999</c:v>
                </c:pt>
                <c:pt idx="22">
                  <c:v>3.7930000000000001</c:v>
                </c:pt>
                <c:pt idx="23">
                  <c:v>3.8610000000000002</c:v>
                </c:pt>
                <c:pt idx="24">
                  <c:v>3.8759999999999999</c:v>
                </c:pt>
                <c:pt idx="25">
                  <c:v>3.8140000000000001</c:v>
                </c:pt>
                <c:pt idx="26">
                  <c:v>3.74</c:v>
                </c:pt>
                <c:pt idx="27">
                  <c:v>3.774</c:v>
                </c:pt>
                <c:pt idx="28">
                  <c:v>3.786</c:v>
                </c:pt>
                <c:pt idx="29">
                  <c:v>3.8239999999999998</c:v>
                </c:pt>
                <c:pt idx="30">
                  <c:v>3.8889999999999998</c:v>
                </c:pt>
                <c:pt idx="31">
                  <c:v>3.867</c:v>
                </c:pt>
                <c:pt idx="32">
                  <c:v>3.976</c:v>
                </c:pt>
                <c:pt idx="33">
                  <c:v>3.9140000000000001</c:v>
                </c:pt>
                <c:pt idx="34">
                  <c:v>3.9729999999999999</c:v>
                </c:pt>
                <c:pt idx="35">
                  <c:v>3.9860000000000002</c:v>
                </c:pt>
                <c:pt idx="36">
                  <c:v>3.92</c:v>
                </c:pt>
                <c:pt idx="37">
                  <c:v>3.8780000000000001</c:v>
                </c:pt>
                <c:pt idx="38">
                  <c:v>3.9350000000000001</c:v>
                </c:pt>
                <c:pt idx="39">
                  <c:v>3.8719999999999999</c:v>
                </c:pt>
                <c:pt idx="40">
                  <c:v>3.8439999999999999</c:v>
                </c:pt>
                <c:pt idx="41">
                  <c:v>3.85</c:v>
                </c:pt>
                <c:pt idx="42">
                  <c:v>3.8210000000000002</c:v>
                </c:pt>
                <c:pt idx="43">
                  <c:v>3.778</c:v>
                </c:pt>
                <c:pt idx="44">
                  <c:v>3.8559999999999999</c:v>
                </c:pt>
                <c:pt idx="45">
                  <c:v>3.8860000000000001</c:v>
                </c:pt>
                <c:pt idx="46">
                  <c:v>3.8929999999999998</c:v>
                </c:pt>
                <c:pt idx="47">
                  <c:v>3.9689999999999999</c:v>
                </c:pt>
                <c:pt idx="48">
                  <c:v>3.895</c:v>
                </c:pt>
                <c:pt idx="49">
                  <c:v>3.9609999999999999</c:v>
                </c:pt>
                <c:pt idx="50">
                  <c:v>3.9649999999999999</c:v>
                </c:pt>
                <c:pt idx="51">
                  <c:v>3.9489999999999998</c:v>
                </c:pt>
                <c:pt idx="52">
                  <c:v>3.9169999999999998</c:v>
                </c:pt>
                <c:pt idx="53">
                  <c:v>3.9279999999999999</c:v>
                </c:pt>
                <c:pt idx="54">
                  <c:v>3.9820000000000002</c:v>
                </c:pt>
                <c:pt idx="55">
                  <c:v>3.952</c:v>
                </c:pt>
                <c:pt idx="56">
                  <c:v>3.9630000000000001</c:v>
                </c:pt>
                <c:pt idx="57">
                  <c:v>4.0309999999999997</c:v>
                </c:pt>
                <c:pt idx="58">
                  <c:v>4.0010000000000003</c:v>
                </c:pt>
                <c:pt idx="59">
                  <c:v>4.0119999999999996</c:v>
                </c:pt>
                <c:pt idx="60">
                  <c:v>4.0540000000000003</c:v>
                </c:pt>
                <c:pt idx="61">
                  <c:v>4.03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5B2-4384-B287-6EB13F7DFCF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20Y</c:v>
                </c:pt>
              </c:strCache>
            </c:strRef>
          </c:tx>
          <c:spPr>
            <a:ln w="19050" cap="rnd">
              <a:solidFill>
                <a:schemeClr val="accent6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Sheet1!$G$2:$G$63</c:f>
              <c:numCache>
                <c:formatCode>General</c:formatCode>
                <c:ptCount val="62"/>
                <c:pt idx="0">
                  <c:v>3.601</c:v>
                </c:pt>
                <c:pt idx="1">
                  <c:v>3.6230000000000002</c:v>
                </c:pt>
                <c:pt idx="2">
                  <c:v>3.625</c:v>
                </c:pt>
                <c:pt idx="3">
                  <c:v>3.6749999999999998</c:v>
                </c:pt>
                <c:pt idx="4">
                  <c:v>3.7</c:v>
                </c:pt>
                <c:pt idx="5">
                  <c:v>3.778</c:v>
                </c:pt>
                <c:pt idx="6">
                  <c:v>3.6920000000000002</c:v>
                </c:pt>
                <c:pt idx="7">
                  <c:v>3.6749999999999998</c:v>
                </c:pt>
                <c:pt idx="8">
                  <c:v>3.6219999999999999</c:v>
                </c:pt>
                <c:pt idx="9">
                  <c:v>3.65</c:v>
                </c:pt>
                <c:pt idx="10">
                  <c:v>3.633</c:v>
                </c:pt>
                <c:pt idx="11">
                  <c:v>3.6440000000000001</c:v>
                </c:pt>
                <c:pt idx="12">
                  <c:v>3.597</c:v>
                </c:pt>
                <c:pt idx="13">
                  <c:v>3.5990000000000002</c:v>
                </c:pt>
                <c:pt idx="14">
                  <c:v>3.6019999999999999</c:v>
                </c:pt>
                <c:pt idx="15">
                  <c:v>3.5950000000000002</c:v>
                </c:pt>
                <c:pt idx="16">
                  <c:v>3.6349999999999998</c:v>
                </c:pt>
                <c:pt idx="17">
                  <c:v>3.637</c:v>
                </c:pt>
                <c:pt idx="18">
                  <c:v>3.6379999999999999</c:v>
                </c:pt>
                <c:pt idx="19">
                  <c:v>3.7029999999999998</c:v>
                </c:pt>
                <c:pt idx="20">
                  <c:v>3.69</c:v>
                </c:pt>
                <c:pt idx="21">
                  <c:v>3.6720000000000002</c:v>
                </c:pt>
                <c:pt idx="22">
                  <c:v>3.7240000000000002</c:v>
                </c:pt>
                <c:pt idx="23">
                  <c:v>3.7530000000000001</c:v>
                </c:pt>
                <c:pt idx="24">
                  <c:v>3.8</c:v>
                </c:pt>
                <c:pt idx="25">
                  <c:v>3.754</c:v>
                </c:pt>
                <c:pt idx="26">
                  <c:v>3.7</c:v>
                </c:pt>
                <c:pt idx="27">
                  <c:v>3.71</c:v>
                </c:pt>
                <c:pt idx="28">
                  <c:v>3.718</c:v>
                </c:pt>
                <c:pt idx="29">
                  <c:v>3.7610000000000001</c:v>
                </c:pt>
                <c:pt idx="30">
                  <c:v>3.8149999999999999</c:v>
                </c:pt>
                <c:pt idx="31">
                  <c:v>3.81</c:v>
                </c:pt>
                <c:pt idx="32">
                  <c:v>3.8940000000000001</c:v>
                </c:pt>
                <c:pt idx="33">
                  <c:v>3.8319999999999999</c:v>
                </c:pt>
                <c:pt idx="34">
                  <c:v>3.871</c:v>
                </c:pt>
                <c:pt idx="35">
                  <c:v>3.9159999999999999</c:v>
                </c:pt>
                <c:pt idx="36">
                  <c:v>3.8679999999999999</c:v>
                </c:pt>
                <c:pt idx="37">
                  <c:v>3.839</c:v>
                </c:pt>
                <c:pt idx="38">
                  <c:v>3.891</c:v>
                </c:pt>
                <c:pt idx="39">
                  <c:v>3.8359999999999999</c:v>
                </c:pt>
                <c:pt idx="40">
                  <c:v>3.8149999999999999</c:v>
                </c:pt>
                <c:pt idx="41">
                  <c:v>3.8170000000000002</c:v>
                </c:pt>
                <c:pt idx="42">
                  <c:v>3.7719999999999998</c:v>
                </c:pt>
                <c:pt idx="43">
                  <c:v>3.7229999999999999</c:v>
                </c:pt>
                <c:pt idx="44">
                  <c:v>3.7719999999999998</c:v>
                </c:pt>
                <c:pt idx="45">
                  <c:v>3.81</c:v>
                </c:pt>
                <c:pt idx="46">
                  <c:v>3.8260000000000001</c:v>
                </c:pt>
                <c:pt idx="47">
                  <c:v>3.875</c:v>
                </c:pt>
                <c:pt idx="48">
                  <c:v>3.8170000000000002</c:v>
                </c:pt>
                <c:pt idx="49">
                  <c:v>3.8559999999999999</c:v>
                </c:pt>
                <c:pt idx="50">
                  <c:v>3.851</c:v>
                </c:pt>
                <c:pt idx="51">
                  <c:v>3.8340000000000001</c:v>
                </c:pt>
                <c:pt idx="52">
                  <c:v>3.7949999999999999</c:v>
                </c:pt>
                <c:pt idx="53">
                  <c:v>3.8140000000000001</c:v>
                </c:pt>
                <c:pt idx="54">
                  <c:v>3.8620000000000001</c:v>
                </c:pt>
                <c:pt idx="55">
                  <c:v>3.86</c:v>
                </c:pt>
                <c:pt idx="56">
                  <c:v>3.863</c:v>
                </c:pt>
                <c:pt idx="57">
                  <c:v>3.907</c:v>
                </c:pt>
                <c:pt idx="58">
                  <c:v>3.8860000000000001</c:v>
                </c:pt>
                <c:pt idx="59">
                  <c:v>3.9180000000000001</c:v>
                </c:pt>
                <c:pt idx="60">
                  <c:v>3.9590000000000001</c:v>
                </c:pt>
                <c:pt idx="61">
                  <c:v>3.9460000000000002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5B2-4384-B287-6EB13F7DF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2395120"/>
        <c:axId val="1082394640"/>
      </c:lineChart>
      <c:dateAx>
        <c:axId val="108239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4640"/>
        <c:crosses val="autoZero"/>
        <c:auto val="0"/>
        <c:lblOffset val="100"/>
        <c:baseTimeUnit val="days"/>
        <c:majorUnit val="11"/>
        <c:minorUnit val="3"/>
      </c:dateAx>
      <c:valAx>
        <c:axId val="1082394640"/>
        <c:scaling>
          <c:orientation val="minMax"/>
          <c:max val="4.0999999999999996"/>
          <c:min val="3.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512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29133858267717E-2"/>
          <c:y val="3.9792203234761465E-2"/>
          <c:w val="0.83061643835616439"/>
          <c:h val="0.81518586690319816"/>
        </c:manualLayout>
      </c:layout>
      <c:lineChart>
        <c:grouping val="standard"/>
        <c:varyColors val="0"/>
        <c:ser>
          <c:idx val="0"/>
          <c:order val="0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90-41C4-81BC-A5C411E92BD3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2Y</c:v>
                </c:pt>
              </c:strCache>
            </c:strRef>
          </c:tx>
          <c:spPr>
            <a:ln w="1905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3.6749999999999998</c:v>
                </c:pt>
                <c:pt idx="1">
                  <c:v>3.6760000000000002</c:v>
                </c:pt>
                <c:pt idx="2">
                  <c:v>3.677</c:v>
                </c:pt>
                <c:pt idx="3">
                  <c:v>3.7320000000000002</c:v>
                </c:pt>
                <c:pt idx="4">
                  <c:v>3.78</c:v>
                </c:pt>
                <c:pt idx="5">
                  <c:v>3.839</c:v>
                </c:pt>
                <c:pt idx="6">
                  <c:v>3.75</c:v>
                </c:pt>
                <c:pt idx="7">
                  <c:v>3.76</c:v>
                </c:pt>
                <c:pt idx="8">
                  <c:v>3.65</c:v>
                </c:pt>
                <c:pt idx="9">
                  <c:v>3.665</c:v>
                </c:pt>
                <c:pt idx="10">
                  <c:v>3.6619999999999999</c:v>
                </c:pt>
                <c:pt idx="11">
                  <c:v>3.6379999999999999</c:v>
                </c:pt>
                <c:pt idx="12">
                  <c:v>3.5990000000000002</c:v>
                </c:pt>
                <c:pt idx="13">
                  <c:v>3.6389999999999998</c:v>
                </c:pt>
                <c:pt idx="14">
                  <c:v>3.6549999999999998</c:v>
                </c:pt>
                <c:pt idx="15">
                  <c:v>3.6619999999999999</c:v>
                </c:pt>
                <c:pt idx="16">
                  <c:v>3.6909999999999998</c:v>
                </c:pt>
                <c:pt idx="17">
                  <c:v>3.669</c:v>
                </c:pt>
                <c:pt idx="18">
                  <c:v>3.6269999999999998</c:v>
                </c:pt>
                <c:pt idx="19">
                  <c:v>3.6749999999999998</c:v>
                </c:pt>
                <c:pt idx="20">
                  <c:v>3.714</c:v>
                </c:pt>
                <c:pt idx="21">
                  <c:v>3.6859999999999999</c:v>
                </c:pt>
                <c:pt idx="22">
                  <c:v>3.7170000000000001</c:v>
                </c:pt>
                <c:pt idx="23">
                  <c:v>3.7450000000000001</c:v>
                </c:pt>
                <c:pt idx="24">
                  <c:v>3.7589999999999999</c:v>
                </c:pt>
                <c:pt idx="25">
                  <c:v>3.7240000000000002</c:v>
                </c:pt>
                <c:pt idx="26">
                  <c:v>3.698</c:v>
                </c:pt>
                <c:pt idx="27">
                  <c:v>3.71</c:v>
                </c:pt>
                <c:pt idx="28">
                  <c:v>3.726</c:v>
                </c:pt>
                <c:pt idx="29">
                  <c:v>3.7250000000000001</c:v>
                </c:pt>
                <c:pt idx="30">
                  <c:v>3.7570000000000001</c:v>
                </c:pt>
                <c:pt idx="31">
                  <c:v>3.7309999999999999</c:v>
                </c:pt>
                <c:pt idx="32">
                  <c:v>3.7839999999999998</c:v>
                </c:pt>
                <c:pt idx="33">
                  <c:v>3.7290000000000001</c:v>
                </c:pt>
                <c:pt idx="34">
                  <c:v>3.7959999999999998</c:v>
                </c:pt>
                <c:pt idx="35">
                  <c:v>3.7930000000000001</c:v>
                </c:pt>
                <c:pt idx="36">
                  <c:v>3.7610000000000001</c:v>
                </c:pt>
                <c:pt idx="37">
                  <c:v>3.762</c:v>
                </c:pt>
                <c:pt idx="38">
                  <c:v>3.79</c:v>
                </c:pt>
                <c:pt idx="39">
                  <c:v>3.7709999999999999</c:v>
                </c:pt>
                <c:pt idx="40">
                  <c:v>3.7509999999999999</c:v>
                </c:pt>
                <c:pt idx="41">
                  <c:v>3.746</c:v>
                </c:pt>
                <c:pt idx="42">
                  <c:v>3.722</c:v>
                </c:pt>
                <c:pt idx="43">
                  <c:v>3.714</c:v>
                </c:pt>
                <c:pt idx="44">
                  <c:v>3.7749999999999999</c:v>
                </c:pt>
                <c:pt idx="45">
                  <c:v>3.798</c:v>
                </c:pt>
                <c:pt idx="46">
                  <c:v>3.7949999999999999</c:v>
                </c:pt>
                <c:pt idx="47">
                  <c:v>3.867</c:v>
                </c:pt>
                <c:pt idx="48">
                  <c:v>3.8250000000000002</c:v>
                </c:pt>
                <c:pt idx="49">
                  <c:v>3.891</c:v>
                </c:pt>
                <c:pt idx="50">
                  <c:v>3.8719999999999999</c:v>
                </c:pt>
                <c:pt idx="51">
                  <c:v>3.867</c:v>
                </c:pt>
                <c:pt idx="52">
                  <c:v>3.8530000000000002</c:v>
                </c:pt>
                <c:pt idx="53">
                  <c:v>3.8740000000000001</c:v>
                </c:pt>
                <c:pt idx="54">
                  <c:v>3.9180000000000001</c:v>
                </c:pt>
                <c:pt idx="55">
                  <c:v>3.9020000000000001</c:v>
                </c:pt>
                <c:pt idx="56">
                  <c:v>3.9</c:v>
                </c:pt>
                <c:pt idx="57">
                  <c:v>3.9350000000000001</c:v>
                </c:pt>
                <c:pt idx="58">
                  <c:v>3.8860000000000001</c:v>
                </c:pt>
                <c:pt idx="59">
                  <c:v>3.8679999999999999</c:v>
                </c:pt>
                <c:pt idx="60">
                  <c:v>3.8820000000000001</c:v>
                </c:pt>
                <c:pt idx="61">
                  <c:v>3.88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90-41C4-81BC-A5C411E92BD3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3Y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3.613</c:v>
                </c:pt>
                <c:pt idx="1">
                  <c:v>3.6190000000000002</c:v>
                </c:pt>
                <c:pt idx="2">
                  <c:v>3.6179999999999999</c:v>
                </c:pt>
                <c:pt idx="3">
                  <c:v>3.6760000000000002</c:v>
                </c:pt>
                <c:pt idx="4">
                  <c:v>3.7349999999999999</c:v>
                </c:pt>
                <c:pt idx="5">
                  <c:v>3.7949999999999999</c:v>
                </c:pt>
                <c:pt idx="6">
                  <c:v>3.7029999999999998</c:v>
                </c:pt>
                <c:pt idx="7">
                  <c:v>3.7040000000000002</c:v>
                </c:pt>
                <c:pt idx="8">
                  <c:v>3.6019999999999999</c:v>
                </c:pt>
                <c:pt idx="9">
                  <c:v>3.6139999999999999</c:v>
                </c:pt>
                <c:pt idx="10">
                  <c:v>3.6110000000000002</c:v>
                </c:pt>
                <c:pt idx="11">
                  <c:v>3.5960000000000001</c:v>
                </c:pt>
                <c:pt idx="12">
                  <c:v>3.5430000000000001</c:v>
                </c:pt>
                <c:pt idx="13">
                  <c:v>3.581</c:v>
                </c:pt>
                <c:pt idx="14">
                  <c:v>3.6019999999999999</c:v>
                </c:pt>
                <c:pt idx="15">
                  <c:v>3.617</c:v>
                </c:pt>
                <c:pt idx="16">
                  <c:v>3.645</c:v>
                </c:pt>
                <c:pt idx="17">
                  <c:v>3.6269999999999998</c:v>
                </c:pt>
                <c:pt idx="18">
                  <c:v>3.5870000000000002</c:v>
                </c:pt>
                <c:pt idx="19">
                  <c:v>3.6349999999999998</c:v>
                </c:pt>
                <c:pt idx="20">
                  <c:v>3.681</c:v>
                </c:pt>
                <c:pt idx="21">
                  <c:v>3.6469999999999998</c:v>
                </c:pt>
                <c:pt idx="22">
                  <c:v>3.677</c:v>
                </c:pt>
                <c:pt idx="23">
                  <c:v>3.714</c:v>
                </c:pt>
                <c:pt idx="24">
                  <c:v>3.738</c:v>
                </c:pt>
                <c:pt idx="25">
                  <c:v>3.6890000000000001</c:v>
                </c:pt>
                <c:pt idx="26">
                  <c:v>3.6469999999999998</c:v>
                </c:pt>
                <c:pt idx="27">
                  <c:v>3.6720000000000002</c:v>
                </c:pt>
                <c:pt idx="28">
                  <c:v>3.6869999999999998</c:v>
                </c:pt>
                <c:pt idx="29">
                  <c:v>3.698</c:v>
                </c:pt>
                <c:pt idx="30">
                  <c:v>3.7469999999999999</c:v>
                </c:pt>
                <c:pt idx="31">
                  <c:v>3.7120000000000002</c:v>
                </c:pt>
                <c:pt idx="32">
                  <c:v>3.7879999999999998</c:v>
                </c:pt>
                <c:pt idx="33">
                  <c:v>3.7290000000000001</c:v>
                </c:pt>
                <c:pt idx="34">
                  <c:v>3.7949999999999999</c:v>
                </c:pt>
                <c:pt idx="35">
                  <c:v>3.802</c:v>
                </c:pt>
                <c:pt idx="36">
                  <c:v>3.7709999999999999</c:v>
                </c:pt>
                <c:pt idx="37">
                  <c:v>3.7589999999999999</c:v>
                </c:pt>
                <c:pt idx="38">
                  <c:v>3.7890000000000001</c:v>
                </c:pt>
                <c:pt idx="39">
                  <c:v>3.7589999999999999</c:v>
                </c:pt>
                <c:pt idx="40">
                  <c:v>3.74</c:v>
                </c:pt>
                <c:pt idx="41">
                  <c:v>3.7320000000000002</c:v>
                </c:pt>
                <c:pt idx="42">
                  <c:v>3.7109999999999999</c:v>
                </c:pt>
                <c:pt idx="43">
                  <c:v>3.6890000000000001</c:v>
                </c:pt>
                <c:pt idx="44">
                  <c:v>3.738</c:v>
                </c:pt>
                <c:pt idx="45">
                  <c:v>3.7650000000000001</c:v>
                </c:pt>
                <c:pt idx="46">
                  <c:v>3.7650000000000001</c:v>
                </c:pt>
                <c:pt idx="47">
                  <c:v>3.847</c:v>
                </c:pt>
                <c:pt idx="48">
                  <c:v>3.7949999999999999</c:v>
                </c:pt>
                <c:pt idx="49">
                  <c:v>3.8650000000000002</c:v>
                </c:pt>
                <c:pt idx="50">
                  <c:v>3.863</c:v>
                </c:pt>
                <c:pt idx="51">
                  <c:v>3.8530000000000002</c:v>
                </c:pt>
                <c:pt idx="52">
                  <c:v>3.8359999999999999</c:v>
                </c:pt>
                <c:pt idx="53">
                  <c:v>3.85</c:v>
                </c:pt>
                <c:pt idx="54">
                  <c:v>3.891</c:v>
                </c:pt>
                <c:pt idx="55">
                  <c:v>3.887</c:v>
                </c:pt>
                <c:pt idx="56">
                  <c:v>3.89</c:v>
                </c:pt>
                <c:pt idx="57">
                  <c:v>3.93</c:v>
                </c:pt>
                <c:pt idx="58">
                  <c:v>3.8759999999999999</c:v>
                </c:pt>
                <c:pt idx="59">
                  <c:v>3.8759999999999999</c:v>
                </c:pt>
                <c:pt idx="60">
                  <c:v>3.891</c:v>
                </c:pt>
                <c:pt idx="61">
                  <c:v>3.8839999999999999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90-41C4-81BC-A5C411E92BD3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5Y</c:v>
                </c:pt>
              </c:strCache>
            </c:strRef>
          </c:tx>
          <c:spPr>
            <a:ln w="19050" cap="rnd">
              <a:solidFill>
                <a:schemeClr val="accent6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3.59</c:v>
                </c:pt>
                <c:pt idx="1">
                  <c:v>3.597</c:v>
                </c:pt>
                <c:pt idx="2">
                  <c:v>3.6059999999999999</c:v>
                </c:pt>
                <c:pt idx="3">
                  <c:v>3.6749999999999998</c:v>
                </c:pt>
                <c:pt idx="4">
                  <c:v>3.7330000000000001</c:v>
                </c:pt>
                <c:pt idx="5">
                  <c:v>3.81</c:v>
                </c:pt>
                <c:pt idx="6">
                  <c:v>3.7210000000000001</c:v>
                </c:pt>
                <c:pt idx="7">
                  <c:v>3.72</c:v>
                </c:pt>
                <c:pt idx="8">
                  <c:v>3.61</c:v>
                </c:pt>
                <c:pt idx="9">
                  <c:v>3.6309999999999998</c:v>
                </c:pt>
                <c:pt idx="10">
                  <c:v>3.6190000000000002</c:v>
                </c:pt>
                <c:pt idx="11">
                  <c:v>3.609</c:v>
                </c:pt>
                <c:pt idx="12">
                  <c:v>3.5419999999999998</c:v>
                </c:pt>
                <c:pt idx="13">
                  <c:v>3.581</c:v>
                </c:pt>
                <c:pt idx="14">
                  <c:v>3.601</c:v>
                </c:pt>
                <c:pt idx="15">
                  <c:v>3.6070000000000002</c:v>
                </c:pt>
                <c:pt idx="16">
                  <c:v>3.6429999999999998</c:v>
                </c:pt>
                <c:pt idx="17">
                  <c:v>3.6219999999999999</c:v>
                </c:pt>
                <c:pt idx="18">
                  <c:v>3.5880000000000001</c:v>
                </c:pt>
                <c:pt idx="19">
                  <c:v>3.6429999999999998</c:v>
                </c:pt>
                <c:pt idx="20">
                  <c:v>3.6970000000000001</c:v>
                </c:pt>
                <c:pt idx="21">
                  <c:v>3.6669999999999998</c:v>
                </c:pt>
                <c:pt idx="22">
                  <c:v>3.7170000000000001</c:v>
                </c:pt>
                <c:pt idx="23">
                  <c:v>3.7549999999999999</c:v>
                </c:pt>
                <c:pt idx="24">
                  <c:v>3.7789999999999999</c:v>
                </c:pt>
                <c:pt idx="25">
                  <c:v>3.7120000000000002</c:v>
                </c:pt>
                <c:pt idx="26">
                  <c:v>3.6560000000000001</c:v>
                </c:pt>
                <c:pt idx="27">
                  <c:v>3.6909999999999998</c:v>
                </c:pt>
                <c:pt idx="28">
                  <c:v>3.7090000000000001</c:v>
                </c:pt>
                <c:pt idx="29">
                  <c:v>3.734</c:v>
                </c:pt>
                <c:pt idx="30">
                  <c:v>3.7959999999999998</c:v>
                </c:pt>
                <c:pt idx="31">
                  <c:v>3.7669999999999999</c:v>
                </c:pt>
                <c:pt idx="32">
                  <c:v>3.8650000000000002</c:v>
                </c:pt>
                <c:pt idx="33">
                  <c:v>3.8039999999999998</c:v>
                </c:pt>
                <c:pt idx="34">
                  <c:v>3.863</c:v>
                </c:pt>
                <c:pt idx="35">
                  <c:v>3.867</c:v>
                </c:pt>
                <c:pt idx="36">
                  <c:v>3.8250000000000002</c:v>
                </c:pt>
                <c:pt idx="37">
                  <c:v>3.8029999999999999</c:v>
                </c:pt>
                <c:pt idx="38">
                  <c:v>3.843</c:v>
                </c:pt>
                <c:pt idx="39">
                  <c:v>3.7959999999999998</c:v>
                </c:pt>
                <c:pt idx="40">
                  <c:v>3.7759999999999998</c:v>
                </c:pt>
                <c:pt idx="41">
                  <c:v>3.78</c:v>
                </c:pt>
                <c:pt idx="42">
                  <c:v>3.75</c:v>
                </c:pt>
                <c:pt idx="43">
                  <c:v>3.7170000000000001</c:v>
                </c:pt>
                <c:pt idx="44">
                  <c:v>3.778</c:v>
                </c:pt>
                <c:pt idx="45">
                  <c:v>3.8140000000000001</c:v>
                </c:pt>
                <c:pt idx="46">
                  <c:v>3.8159999999999998</c:v>
                </c:pt>
                <c:pt idx="47">
                  <c:v>3.8929999999999998</c:v>
                </c:pt>
                <c:pt idx="48">
                  <c:v>3.8370000000000002</c:v>
                </c:pt>
                <c:pt idx="49">
                  <c:v>3.8940000000000001</c:v>
                </c:pt>
                <c:pt idx="50">
                  <c:v>3.89</c:v>
                </c:pt>
                <c:pt idx="51">
                  <c:v>3.88</c:v>
                </c:pt>
                <c:pt idx="52">
                  <c:v>3.863</c:v>
                </c:pt>
                <c:pt idx="53">
                  <c:v>3.8809999999999998</c:v>
                </c:pt>
                <c:pt idx="54">
                  <c:v>3.9340000000000002</c:v>
                </c:pt>
                <c:pt idx="55">
                  <c:v>3.9159999999999999</c:v>
                </c:pt>
                <c:pt idx="56">
                  <c:v>3.9159999999999999</c:v>
                </c:pt>
                <c:pt idx="57">
                  <c:v>3.9729999999999999</c:v>
                </c:pt>
                <c:pt idx="58">
                  <c:v>3.9209999999999998</c:v>
                </c:pt>
                <c:pt idx="59">
                  <c:v>3.927</c:v>
                </c:pt>
                <c:pt idx="60">
                  <c:v>3.9540000000000002</c:v>
                </c:pt>
                <c:pt idx="61">
                  <c:v>3.9420000000000002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190-41C4-81BC-A5C411E92BD3}"/>
            </c:ext>
          </c:extLst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10Y</c:v>
                </c:pt>
              </c:strCache>
            </c:strRef>
          </c:tx>
          <c:spPr>
            <a:ln w="190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Sheet1!$E$2:$E$63</c:f>
              <c:numCache>
                <c:formatCode>General</c:formatCode>
                <c:ptCount val="62"/>
                <c:pt idx="0">
                  <c:v>3.6070000000000002</c:v>
                </c:pt>
                <c:pt idx="1">
                  <c:v>3.6230000000000002</c:v>
                </c:pt>
                <c:pt idx="2">
                  <c:v>3.6440000000000001</c:v>
                </c:pt>
                <c:pt idx="3">
                  <c:v>3.7130000000000001</c:v>
                </c:pt>
                <c:pt idx="4">
                  <c:v>3.7610000000000001</c:v>
                </c:pt>
                <c:pt idx="5">
                  <c:v>3.863</c:v>
                </c:pt>
                <c:pt idx="6">
                  <c:v>3.758</c:v>
                </c:pt>
                <c:pt idx="7">
                  <c:v>3.7559999999999998</c:v>
                </c:pt>
                <c:pt idx="8">
                  <c:v>3.657</c:v>
                </c:pt>
                <c:pt idx="9">
                  <c:v>3.6850000000000001</c:v>
                </c:pt>
                <c:pt idx="10">
                  <c:v>3.66</c:v>
                </c:pt>
                <c:pt idx="11">
                  <c:v>3.6509999999999998</c:v>
                </c:pt>
                <c:pt idx="12">
                  <c:v>3.5750000000000002</c:v>
                </c:pt>
                <c:pt idx="13">
                  <c:v>3.6059999999999999</c:v>
                </c:pt>
                <c:pt idx="14">
                  <c:v>3.6360000000000001</c:v>
                </c:pt>
                <c:pt idx="15">
                  <c:v>3.64</c:v>
                </c:pt>
                <c:pt idx="16">
                  <c:v>3.6840000000000002</c:v>
                </c:pt>
                <c:pt idx="17">
                  <c:v>3.6579999999999999</c:v>
                </c:pt>
                <c:pt idx="18">
                  <c:v>3.637</c:v>
                </c:pt>
                <c:pt idx="19">
                  <c:v>3.7280000000000002</c:v>
                </c:pt>
                <c:pt idx="20">
                  <c:v>3.7610000000000001</c:v>
                </c:pt>
                <c:pt idx="21">
                  <c:v>3.7269999999999999</c:v>
                </c:pt>
                <c:pt idx="22">
                  <c:v>3.7930000000000001</c:v>
                </c:pt>
                <c:pt idx="23">
                  <c:v>3.8610000000000002</c:v>
                </c:pt>
                <c:pt idx="24">
                  <c:v>3.8759999999999999</c:v>
                </c:pt>
                <c:pt idx="25">
                  <c:v>3.8140000000000001</c:v>
                </c:pt>
                <c:pt idx="26">
                  <c:v>3.74</c:v>
                </c:pt>
                <c:pt idx="27">
                  <c:v>3.774</c:v>
                </c:pt>
                <c:pt idx="28">
                  <c:v>3.786</c:v>
                </c:pt>
                <c:pt idx="29">
                  <c:v>3.8239999999999998</c:v>
                </c:pt>
                <c:pt idx="30">
                  <c:v>3.8889999999999998</c:v>
                </c:pt>
                <c:pt idx="31">
                  <c:v>3.867</c:v>
                </c:pt>
                <c:pt idx="32">
                  <c:v>3.976</c:v>
                </c:pt>
                <c:pt idx="33">
                  <c:v>3.9140000000000001</c:v>
                </c:pt>
                <c:pt idx="34">
                  <c:v>3.9729999999999999</c:v>
                </c:pt>
                <c:pt idx="35">
                  <c:v>3.9860000000000002</c:v>
                </c:pt>
                <c:pt idx="36">
                  <c:v>3.92</c:v>
                </c:pt>
                <c:pt idx="37">
                  <c:v>3.8780000000000001</c:v>
                </c:pt>
                <c:pt idx="38">
                  <c:v>3.9350000000000001</c:v>
                </c:pt>
                <c:pt idx="39">
                  <c:v>3.8719999999999999</c:v>
                </c:pt>
                <c:pt idx="40">
                  <c:v>3.8439999999999999</c:v>
                </c:pt>
                <c:pt idx="41">
                  <c:v>3.85</c:v>
                </c:pt>
                <c:pt idx="42">
                  <c:v>3.8210000000000002</c:v>
                </c:pt>
                <c:pt idx="43">
                  <c:v>3.778</c:v>
                </c:pt>
                <c:pt idx="44">
                  <c:v>3.8559999999999999</c:v>
                </c:pt>
                <c:pt idx="45">
                  <c:v>3.8860000000000001</c:v>
                </c:pt>
                <c:pt idx="46">
                  <c:v>3.8929999999999998</c:v>
                </c:pt>
                <c:pt idx="47">
                  <c:v>3.9689999999999999</c:v>
                </c:pt>
                <c:pt idx="48">
                  <c:v>3.895</c:v>
                </c:pt>
                <c:pt idx="49">
                  <c:v>3.9609999999999999</c:v>
                </c:pt>
                <c:pt idx="50">
                  <c:v>3.9649999999999999</c:v>
                </c:pt>
                <c:pt idx="51">
                  <c:v>3.9489999999999998</c:v>
                </c:pt>
                <c:pt idx="52">
                  <c:v>3.9169999999999998</c:v>
                </c:pt>
                <c:pt idx="53">
                  <c:v>3.9279999999999999</c:v>
                </c:pt>
                <c:pt idx="54">
                  <c:v>3.9820000000000002</c:v>
                </c:pt>
                <c:pt idx="55">
                  <c:v>3.952</c:v>
                </c:pt>
                <c:pt idx="56">
                  <c:v>3.9630000000000001</c:v>
                </c:pt>
                <c:pt idx="57">
                  <c:v>4.0309999999999997</c:v>
                </c:pt>
                <c:pt idx="58">
                  <c:v>4.0010000000000003</c:v>
                </c:pt>
                <c:pt idx="59">
                  <c:v>4.0119999999999996</c:v>
                </c:pt>
                <c:pt idx="60">
                  <c:v>4.0540000000000003</c:v>
                </c:pt>
                <c:pt idx="61">
                  <c:v>4.03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190-41C4-81BC-A5C411E92BD3}"/>
            </c:ext>
          </c:extLst>
        </c:ser>
        <c:ser>
          <c:idx val="5"/>
          <c:order val="5"/>
          <c:tx>
            <c:strRef>
              <c:f>Sheet1!$F$1</c:f>
              <c:strCache>
                <c:ptCount val="1"/>
                <c:pt idx="0">
                  <c:v>20Y</c:v>
                </c:pt>
              </c:strCache>
            </c:strRef>
          </c:tx>
          <c:spPr>
            <a:ln w="19050" cap="rnd">
              <a:solidFill>
                <a:schemeClr val="accent6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Sheet1!$F$2:$F$63</c:f>
              <c:numCache>
                <c:formatCode>General</c:formatCode>
                <c:ptCount val="62"/>
                <c:pt idx="0">
                  <c:v>3.601</c:v>
                </c:pt>
                <c:pt idx="1">
                  <c:v>3.6230000000000002</c:v>
                </c:pt>
                <c:pt idx="2">
                  <c:v>3.625</c:v>
                </c:pt>
                <c:pt idx="3">
                  <c:v>3.6749999999999998</c:v>
                </c:pt>
                <c:pt idx="4">
                  <c:v>3.7</c:v>
                </c:pt>
                <c:pt idx="5">
                  <c:v>3.778</c:v>
                </c:pt>
                <c:pt idx="6">
                  <c:v>3.6920000000000002</c:v>
                </c:pt>
                <c:pt idx="7">
                  <c:v>3.6749999999999998</c:v>
                </c:pt>
                <c:pt idx="8">
                  <c:v>3.6219999999999999</c:v>
                </c:pt>
                <c:pt idx="9">
                  <c:v>3.65</c:v>
                </c:pt>
                <c:pt idx="10">
                  <c:v>3.633</c:v>
                </c:pt>
                <c:pt idx="11">
                  <c:v>3.6440000000000001</c:v>
                </c:pt>
                <c:pt idx="12">
                  <c:v>3.597</c:v>
                </c:pt>
                <c:pt idx="13">
                  <c:v>3.5990000000000002</c:v>
                </c:pt>
                <c:pt idx="14">
                  <c:v>3.6019999999999999</c:v>
                </c:pt>
                <c:pt idx="15">
                  <c:v>3.5950000000000002</c:v>
                </c:pt>
                <c:pt idx="16">
                  <c:v>3.6349999999999998</c:v>
                </c:pt>
                <c:pt idx="17">
                  <c:v>3.637</c:v>
                </c:pt>
                <c:pt idx="18">
                  <c:v>3.6379999999999999</c:v>
                </c:pt>
                <c:pt idx="19">
                  <c:v>3.7029999999999998</c:v>
                </c:pt>
                <c:pt idx="20">
                  <c:v>3.69</c:v>
                </c:pt>
                <c:pt idx="21">
                  <c:v>3.6720000000000002</c:v>
                </c:pt>
                <c:pt idx="22">
                  <c:v>3.7240000000000002</c:v>
                </c:pt>
                <c:pt idx="23">
                  <c:v>3.7530000000000001</c:v>
                </c:pt>
                <c:pt idx="24">
                  <c:v>3.8</c:v>
                </c:pt>
                <c:pt idx="25">
                  <c:v>3.754</c:v>
                </c:pt>
                <c:pt idx="26">
                  <c:v>3.7</c:v>
                </c:pt>
                <c:pt idx="27">
                  <c:v>3.71</c:v>
                </c:pt>
                <c:pt idx="28">
                  <c:v>3.718</c:v>
                </c:pt>
                <c:pt idx="29">
                  <c:v>3.7610000000000001</c:v>
                </c:pt>
                <c:pt idx="30">
                  <c:v>3.8149999999999999</c:v>
                </c:pt>
                <c:pt idx="31">
                  <c:v>3.81</c:v>
                </c:pt>
                <c:pt idx="32">
                  <c:v>3.8940000000000001</c:v>
                </c:pt>
                <c:pt idx="33">
                  <c:v>3.8319999999999999</c:v>
                </c:pt>
                <c:pt idx="34">
                  <c:v>3.871</c:v>
                </c:pt>
                <c:pt idx="35">
                  <c:v>3.9159999999999999</c:v>
                </c:pt>
                <c:pt idx="36">
                  <c:v>3.8679999999999999</c:v>
                </c:pt>
                <c:pt idx="37">
                  <c:v>3.839</c:v>
                </c:pt>
                <c:pt idx="38">
                  <c:v>3.891</c:v>
                </c:pt>
                <c:pt idx="39">
                  <c:v>3.8359999999999999</c:v>
                </c:pt>
                <c:pt idx="40">
                  <c:v>3.8149999999999999</c:v>
                </c:pt>
                <c:pt idx="41">
                  <c:v>3.8170000000000002</c:v>
                </c:pt>
                <c:pt idx="42">
                  <c:v>3.7719999999999998</c:v>
                </c:pt>
                <c:pt idx="43">
                  <c:v>3.7229999999999999</c:v>
                </c:pt>
                <c:pt idx="44">
                  <c:v>3.7719999999999998</c:v>
                </c:pt>
                <c:pt idx="45">
                  <c:v>3.81</c:v>
                </c:pt>
                <c:pt idx="46">
                  <c:v>3.8260000000000001</c:v>
                </c:pt>
                <c:pt idx="47">
                  <c:v>3.875</c:v>
                </c:pt>
                <c:pt idx="48">
                  <c:v>3.8170000000000002</c:v>
                </c:pt>
                <c:pt idx="49">
                  <c:v>3.8559999999999999</c:v>
                </c:pt>
                <c:pt idx="50">
                  <c:v>3.851</c:v>
                </c:pt>
                <c:pt idx="51">
                  <c:v>3.8340000000000001</c:v>
                </c:pt>
                <c:pt idx="52">
                  <c:v>3.7949999999999999</c:v>
                </c:pt>
                <c:pt idx="53">
                  <c:v>3.8140000000000001</c:v>
                </c:pt>
                <c:pt idx="54">
                  <c:v>3.8620000000000001</c:v>
                </c:pt>
                <c:pt idx="55">
                  <c:v>3.86</c:v>
                </c:pt>
                <c:pt idx="56">
                  <c:v>3.863</c:v>
                </c:pt>
                <c:pt idx="57">
                  <c:v>3.907</c:v>
                </c:pt>
                <c:pt idx="58">
                  <c:v>3.8860000000000001</c:v>
                </c:pt>
                <c:pt idx="59">
                  <c:v>3.9180000000000001</c:v>
                </c:pt>
                <c:pt idx="60">
                  <c:v>3.9590000000000001</c:v>
                </c:pt>
                <c:pt idx="61">
                  <c:v>3.9460000000000002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190-41C4-81BC-A5C411E92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2395120"/>
        <c:axId val="1082394640"/>
      </c:lineChart>
      <c:dateAx>
        <c:axId val="108239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4640"/>
        <c:crosses val="autoZero"/>
        <c:auto val="0"/>
        <c:lblOffset val="100"/>
        <c:baseTimeUnit val="days"/>
        <c:majorUnit val="11"/>
        <c:minorUnit val="3"/>
      </c:dateAx>
      <c:valAx>
        <c:axId val="1082394640"/>
        <c:scaling>
          <c:orientation val="minMax"/>
          <c:max val="4.0999999999999996"/>
          <c:min val="3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51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29133858267717E-2"/>
          <c:y val="3.9792203234761465E-2"/>
          <c:w val="0.83061643835616439"/>
          <c:h val="0.815185866903198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</c:v>
                </c:pt>
              </c:strCache>
            </c:strRef>
          </c:tx>
          <c:spPr>
            <a:ln w="19050" cap="rnd">
              <a:solidFill>
                <a:schemeClr val="accent6">
                  <a:lumMod val="20000"/>
                  <a:lumOff val="8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3.5590000000000002</c:v>
                </c:pt>
                <c:pt idx="1">
                  <c:v>3.5619999999999998</c:v>
                </c:pt>
                <c:pt idx="2">
                  <c:v>3.5640000000000001</c:v>
                </c:pt>
                <c:pt idx="3">
                  <c:v>3.59</c:v>
                </c:pt>
                <c:pt idx="4">
                  <c:v>3.6230000000000002</c:v>
                </c:pt>
                <c:pt idx="5">
                  <c:v>3.665</c:v>
                </c:pt>
                <c:pt idx="6">
                  <c:v>3.629</c:v>
                </c:pt>
                <c:pt idx="7">
                  <c:v>3.6269999999999998</c:v>
                </c:pt>
                <c:pt idx="8">
                  <c:v>3.5739999999999998</c:v>
                </c:pt>
                <c:pt idx="9">
                  <c:v>3.5920000000000001</c:v>
                </c:pt>
                <c:pt idx="10">
                  <c:v>3.5880000000000001</c:v>
                </c:pt>
                <c:pt idx="11">
                  <c:v>3.58</c:v>
                </c:pt>
                <c:pt idx="12">
                  <c:v>3.5419999999999998</c:v>
                </c:pt>
                <c:pt idx="13">
                  <c:v>3.552</c:v>
                </c:pt>
                <c:pt idx="14">
                  <c:v>3.5510000000000002</c:v>
                </c:pt>
                <c:pt idx="15">
                  <c:v>3.548</c:v>
                </c:pt>
                <c:pt idx="16">
                  <c:v>3.5510000000000002</c:v>
                </c:pt>
                <c:pt idx="17">
                  <c:v>3.524</c:v>
                </c:pt>
                <c:pt idx="18">
                  <c:v>3.5059999999999998</c:v>
                </c:pt>
                <c:pt idx="19">
                  <c:v>3.5209999999999999</c:v>
                </c:pt>
                <c:pt idx="20">
                  <c:v>3.5230000000000001</c:v>
                </c:pt>
                <c:pt idx="21">
                  <c:v>3.4940000000000002</c:v>
                </c:pt>
                <c:pt idx="22">
                  <c:v>3.4940000000000002</c:v>
                </c:pt>
                <c:pt idx="23">
                  <c:v>3.4940000000000002</c:v>
                </c:pt>
                <c:pt idx="24">
                  <c:v>3.4980000000000002</c:v>
                </c:pt>
                <c:pt idx="25">
                  <c:v>3.4750000000000001</c:v>
                </c:pt>
                <c:pt idx="26">
                  <c:v>3.4660000000000002</c:v>
                </c:pt>
                <c:pt idx="27">
                  <c:v>3.4740000000000002</c:v>
                </c:pt>
                <c:pt idx="28">
                  <c:v>3.4750000000000001</c:v>
                </c:pt>
                <c:pt idx="29">
                  <c:v>3.476</c:v>
                </c:pt>
                <c:pt idx="30">
                  <c:v>3.4889999999999999</c:v>
                </c:pt>
                <c:pt idx="31">
                  <c:v>3.4620000000000002</c:v>
                </c:pt>
                <c:pt idx="32">
                  <c:v>3.49</c:v>
                </c:pt>
                <c:pt idx="33">
                  <c:v>3.4710000000000001</c:v>
                </c:pt>
                <c:pt idx="34">
                  <c:v>3.51</c:v>
                </c:pt>
                <c:pt idx="35">
                  <c:v>3.5139999999999998</c:v>
                </c:pt>
                <c:pt idx="36">
                  <c:v>3.508</c:v>
                </c:pt>
                <c:pt idx="37">
                  <c:v>3.5110000000000001</c:v>
                </c:pt>
                <c:pt idx="38">
                  <c:v>3.5390000000000001</c:v>
                </c:pt>
                <c:pt idx="39">
                  <c:v>3.5339999999999998</c:v>
                </c:pt>
                <c:pt idx="40">
                  <c:v>3.5259999999999998</c:v>
                </c:pt>
                <c:pt idx="41">
                  <c:v>3.5150000000000001</c:v>
                </c:pt>
                <c:pt idx="42">
                  <c:v>3.5</c:v>
                </c:pt>
                <c:pt idx="43">
                  <c:v>3.4969999999999999</c:v>
                </c:pt>
                <c:pt idx="44">
                  <c:v>3.5179999999999998</c:v>
                </c:pt>
                <c:pt idx="45">
                  <c:v>3.528</c:v>
                </c:pt>
                <c:pt idx="46">
                  <c:v>3.5139999999999998</c:v>
                </c:pt>
                <c:pt idx="47">
                  <c:v>3.5680000000000001</c:v>
                </c:pt>
                <c:pt idx="48">
                  <c:v>3.5619999999999998</c:v>
                </c:pt>
                <c:pt idx="49">
                  <c:v>3.6070000000000002</c:v>
                </c:pt>
                <c:pt idx="50">
                  <c:v>3.6219999999999999</c:v>
                </c:pt>
                <c:pt idx="51">
                  <c:v>3.629</c:v>
                </c:pt>
                <c:pt idx="52">
                  <c:v>3.633</c:v>
                </c:pt>
                <c:pt idx="53">
                  <c:v>3.645</c:v>
                </c:pt>
                <c:pt idx="54">
                  <c:v>3.6640000000000001</c:v>
                </c:pt>
                <c:pt idx="55">
                  <c:v>3.6520000000000001</c:v>
                </c:pt>
                <c:pt idx="56">
                  <c:v>3.653</c:v>
                </c:pt>
                <c:pt idx="57">
                  <c:v>3.6720000000000002</c:v>
                </c:pt>
                <c:pt idx="58">
                  <c:v>3.6579999999999999</c:v>
                </c:pt>
                <c:pt idx="59">
                  <c:v>3.6509999999999998</c:v>
                </c:pt>
                <c:pt idx="60">
                  <c:v>3.66</c:v>
                </c:pt>
                <c:pt idx="61">
                  <c:v>3.661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D0-4216-99F7-1FF94FDE7993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D0-4216-99F7-1FF94FDE7993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D0-4216-99F7-1FF94FDE7993}"/>
            </c:ext>
          </c:extLst>
        </c:ser>
        <c:ser>
          <c:idx val="3"/>
          <c:order val="3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6D0-4216-99F7-1FF94FDE7993}"/>
            </c:ext>
          </c:extLst>
        </c:ser>
        <c:ser>
          <c:idx val="4"/>
          <c:order val="4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6D0-4216-99F7-1FF94FDE7993}"/>
            </c:ext>
          </c:extLst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20Y</c:v>
                </c:pt>
              </c:strCache>
            </c:strRef>
          </c:tx>
          <c:spPr>
            <a:ln w="19050" cap="rnd">
              <a:solidFill>
                <a:schemeClr val="accent6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Sheet1!$A$2:$A$63</c:f>
              <c:strCache>
                <c:ptCount val="62"/>
                <c:pt idx="0">
                  <c:v>2023-07-03</c:v>
                </c:pt>
                <c:pt idx="1">
                  <c:v>2023-07-04</c:v>
                </c:pt>
                <c:pt idx="2">
                  <c:v>2023-07-05</c:v>
                </c:pt>
                <c:pt idx="3">
                  <c:v>2023-07-06</c:v>
                </c:pt>
                <c:pt idx="4">
                  <c:v>2023-07-07</c:v>
                </c:pt>
                <c:pt idx="5">
                  <c:v>2023-07-10</c:v>
                </c:pt>
                <c:pt idx="6">
                  <c:v>2023-07-11</c:v>
                </c:pt>
                <c:pt idx="7">
                  <c:v>2023-07-12</c:v>
                </c:pt>
                <c:pt idx="8">
                  <c:v>2023-07-13</c:v>
                </c:pt>
                <c:pt idx="9">
                  <c:v>2023-07-14</c:v>
                </c:pt>
                <c:pt idx="10">
                  <c:v>2023-07-17</c:v>
                </c:pt>
                <c:pt idx="11">
                  <c:v>2023-07-18</c:v>
                </c:pt>
                <c:pt idx="12">
                  <c:v>2023-07-19</c:v>
                </c:pt>
                <c:pt idx="13">
                  <c:v>2023-07-20</c:v>
                </c:pt>
                <c:pt idx="14">
                  <c:v>2023-07-21</c:v>
                </c:pt>
                <c:pt idx="15">
                  <c:v>2023-07-24</c:v>
                </c:pt>
                <c:pt idx="16">
                  <c:v>2023-07-25</c:v>
                </c:pt>
                <c:pt idx="17">
                  <c:v>2023-07-26</c:v>
                </c:pt>
                <c:pt idx="18">
                  <c:v>2023-07-27</c:v>
                </c:pt>
                <c:pt idx="19">
                  <c:v>2023-07-28</c:v>
                </c:pt>
                <c:pt idx="20">
                  <c:v>2023-07-31</c:v>
                </c:pt>
                <c:pt idx="21">
                  <c:v>2023-08-01</c:v>
                </c:pt>
                <c:pt idx="22">
                  <c:v>2023-08-02</c:v>
                </c:pt>
                <c:pt idx="23">
                  <c:v>2023-08-03</c:v>
                </c:pt>
                <c:pt idx="24">
                  <c:v>2023-08-04</c:v>
                </c:pt>
                <c:pt idx="25">
                  <c:v>2023-08-07</c:v>
                </c:pt>
                <c:pt idx="26">
                  <c:v>2023-08-08</c:v>
                </c:pt>
                <c:pt idx="27">
                  <c:v>2023-08-09</c:v>
                </c:pt>
                <c:pt idx="28">
                  <c:v>2023-08-10</c:v>
                </c:pt>
                <c:pt idx="29">
                  <c:v>2023-08-11</c:v>
                </c:pt>
                <c:pt idx="30">
                  <c:v>2023-08-14</c:v>
                </c:pt>
                <c:pt idx="31">
                  <c:v>2023-08-16</c:v>
                </c:pt>
                <c:pt idx="32">
                  <c:v>2023-08-17</c:v>
                </c:pt>
                <c:pt idx="33">
                  <c:v>2023-08-18</c:v>
                </c:pt>
                <c:pt idx="34">
                  <c:v>2023-08-21</c:v>
                </c:pt>
                <c:pt idx="35">
                  <c:v>2023-08-22</c:v>
                </c:pt>
                <c:pt idx="36">
                  <c:v>2023-08-23</c:v>
                </c:pt>
                <c:pt idx="37">
                  <c:v>2023-08-24</c:v>
                </c:pt>
                <c:pt idx="38">
                  <c:v>2023-08-25</c:v>
                </c:pt>
                <c:pt idx="39">
                  <c:v>2023-08-28</c:v>
                </c:pt>
                <c:pt idx="40">
                  <c:v>2023-08-29</c:v>
                </c:pt>
                <c:pt idx="41">
                  <c:v>2023-08-30</c:v>
                </c:pt>
                <c:pt idx="42">
                  <c:v>2023-08-31</c:v>
                </c:pt>
                <c:pt idx="43">
                  <c:v>2023-09-01</c:v>
                </c:pt>
                <c:pt idx="44">
                  <c:v>2023-09-04</c:v>
                </c:pt>
                <c:pt idx="45">
                  <c:v>2023-09-05</c:v>
                </c:pt>
                <c:pt idx="46">
                  <c:v>2023-09-06</c:v>
                </c:pt>
                <c:pt idx="47">
                  <c:v>2023-09-07</c:v>
                </c:pt>
                <c:pt idx="48">
                  <c:v>2023-09-08</c:v>
                </c:pt>
                <c:pt idx="49">
                  <c:v>2023-09-11</c:v>
                </c:pt>
                <c:pt idx="50">
                  <c:v>2023-09-12</c:v>
                </c:pt>
                <c:pt idx="51">
                  <c:v>2023-09-13</c:v>
                </c:pt>
                <c:pt idx="52">
                  <c:v>2023-09-14</c:v>
                </c:pt>
                <c:pt idx="53">
                  <c:v>2023-09-15</c:v>
                </c:pt>
                <c:pt idx="54">
                  <c:v>2023-09-18</c:v>
                </c:pt>
                <c:pt idx="55">
                  <c:v>2023-09-19</c:v>
                </c:pt>
                <c:pt idx="56">
                  <c:v>2023-09-20</c:v>
                </c:pt>
                <c:pt idx="57">
                  <c:v>2023-09-21</c:v>
                </c:pt>
                <c:pt idx="58">
                  <c:v>2023-09-22</c:v>
                </c:pt>
                <c:pt idx="59">
                  <c:v>2023-09-25</c:v>
                </c:pt>
                <c:pt idx="60">
                  <c:v>2023-09-26</c:v>
                </c:pt>
                <c:pt idx="61">
                  <c:v>2023-09-27</c:v>
                </c:pt>
              </c:strCache>
            </c:str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3.601</c:v>
                </c:pt>
                <c:pt idx="1">
                  <c:v>3.6230000000000002</c:v>
                </c:pt>
                <c:pt idx="2">
                  <c:v>3.625</c:v>
                </c:pt>
                <c:pt idx="3">
                  <c:v>3.6749999999999998</c:v>
                </c:pt>
                <c:pt idx="4">
                  <c:v>3.7</c:v>
                </c:pt>
                <c:pt idx="5">
                  <c:v>3.778</c:v>
                </c:pt>
                <c:pt idx="6">
                  <c:v>3.6920000000000002</c:v>
                </c:pt>
                <c:pt idx="7">
                  <c:v>3.6749999999999998</c:v>
                </c:pt>
                <c:pt idx="8">
                  <c:v>3.6219999999999999</c:v>
                </c:pt>
                <c:pt idx="9">
                  <c:v>3.65</c:v>
                </c:pt>
                <c:pt idx="10">
                  <c:v>3.633</c:v>
                </c:pt>
                <c:pt idx="11">
                  <c:v>3.6440000000000001</c:v>
                </c:pt>
                <c:pt idx="12">
                  <c:v>3.597</c:v>
                </c:pt>
                <c:pt idx="13">
                  <c:v>3.5990000000000002</c:v>
                </c:pt>
                <c:pt idx="14">
                  <c:v>3.6019999999999999</c:v>
                </c:pt>
                <c:pt idx="15">
                  <c:v>3.5950000000000002</c:v>
                </c:pt>
                <c:pt idx="16">
                  <c:v>3.6349999999999998</c:v>
                </c:pt>
                <c:pt idx="17">
                  <c:v>3.637</c:v>
                </c:pt>
                <c:pt idx="18">
                  <c:v>3.6379999999999999</c:v>
                </c:pt>
                <c:pt idx="19">
                  <c:v>3.7029999999999998</c:v>
                </c:pt>
                <c:pt idx="20">
                  <c:v>3.69</c:v>
                </c:pt>
                <c:pt idx="21">
                  <c:v>3.6720000000000002</c:v>
                </c:pt>
                <c:pt idx="22">
                  <c:v>3.7240000000000002</c:v>
                </c:pt>
                <c:pt idx="23">
                  <c:v>3.7530000000000001</c:v>
                </c:pt>
                <c:pt idx="24">
                  <c:v>3.8</c:v>
                </c:pt>
                <c:pt idx="25">
                  <c:v>3.754</c:v>
                </c:pt>
                <c:pt idx="26">
                  <c:v>3.7</c:v>
                </c:pt>
                <c:pt idx="27">
                  <c:v>3.71</c:v>
                </c:pt>
                <c:pt idx="28">
                  <c:v>3.718</c:v>
                </c:pt>
                <c:pt idx="29">
                  <c:v>3.7610000000000001</c:v>
                </c:pt>
                <c:pt idx="30">
                  <c:v>3.8149999999999999</c:v>
                </c:pt>
                <c:pt idx="31">
                  <c:v>3.81</c:v>
                </c:pt>
                <c:pt idx="32">
                  <c:v>3.8940000000000001</c:v>
                </c:pt>
                <c:pt idx="33">
                  <c:v>3.8319999999999999</c:v>
                </c:pt>
                <c:pt idx="34">
                  <c:v>3.871</c:v>
                </c:pt>
                <c:pt idx="35">
                  <c:v>3.9159999999999999</c:v>
                </c:pt>
                <c:pt idx="36">
                  <c:v>3.8679999999999999</c:v>
                </c:pt>
                <c:pt idx="37">
                  <c:v>3.839</c:v>
                </c:pt>
                <c:pt idx="38">
                  <c:v>3.891</c:v>
                </c:pt>
                <c:pt idx="39">
                  <c:v>3.8359999999999999</c:v>
                </c:pt>
                <c:pt idx="40">
                  <c:v>3.8149999999999999</c:v>
                </c:pt>
                <c:pt idx="41">
                  <c:v>3.8170000000000002</c:v>
                </c:pt>
                <c:pt idx="42">
                  <c:v>3.7719999999999998</c:v>
                </c:pt>
                <c:pt idx="43">
                  <c:v>3.7229999999999999</c:v>
                </c:pt>
                <c:pt idx="44">
                  <c:v>3.7719999999999998</c:v>
                </c:pt>
                <c:pt idx="45">
                  <c:v>3.81</c:v>
                </c:pt>
                <c:pt idx="46">
                  <c:v>3.8260000000000001</c:v>
                </c:pt>
                <c:pt idx="47">
                  <c:v>3.875</c:v>
                </c:pt>
                <c:pt idx="48">
                  <c:v>3.8170000000000002</c:v>
                </c:pt>
                <c:pt idx="49">
                  <c:v>3.8559999999999999</c:v>
                </c:pt>
                <c:pt idx="50">
                  <c:v>3.851</c:v>
                </c:pt>
                <c:pt idx="51">
                  <c:v>3.8340000000000001</c:v>
                </c:pt>
                <c:pt idx="52">
                  <c:v>3.7949999999999999</c:v>
                </c:pt>
                <c:pt idx="53">
                  <c:v>3.8140000000000001</c:v>
                </c:pt>
                <c:pt idx="54">
                  <c:v>3.8620000000000001</c:v>
                </c:pt>
                <c:pt idx="55">
                  <c:v>3.86</c:v>
                </c:pt>
                <c:pt idx="56">
                  <c:v>3.863</c:v>
                </c:pt>
                <c:pt idx="57">
                  <c:v>3.907</c:v>
                </c:pt>
                <c:pt idx="58">
                  <c:v>3.8860000000000001</c:v>
                </c:pt>
                <c:pt idx="59">
                  <c:v>3.9180000000000001</c:v>
                </c:pt>
                <c:pt idx="60">
                  <c:v>3.9590000000000001</c:v>
                </c:pt>
                <c:pt idx="61">
                  <c:v>3.9460000000000002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6D0-4216-99F7-1FF94FDE7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2395120"/>
        <c:axId val="1082394640"/>
      </c:lineChart>
      <c:dateAx>
        <c:axId val="108239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4640"/>
        <c:crosses val="autoZero"/>
        <c:auto val="0"/>
        <c:lblOffset val="100"/>
        <c:baseTimeUnit val="days"/>
        <c:majorUnit val="11"/>
        <c:minorUnit val="3"/>
      </c:dateAx>
      <c:valAx>
        <c:axId val="1082394640"/>
        <c:scaling>
          <c:orientation val="minMax"/>
          <c:max val="4.0999999999999996"/>
          <c:min val="3.3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51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929133858267717E-2"/>
          <c:y val="3.9792203234761465E-2"/>
          <c:w val="0.83061643835616439"/>
          <c:h val="0.8151858669031981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</c:v>
                </c:pt>
              </c:strCache>
            </c:strRef>
          </c:tx>
          <c:spPr>
            <a:ln w="12700" cap="rnd">
              <a:solidFill>
                <a:schemeClr val="accent6">
                  <a:lumMod val="20000"/>
                  <a:lumOff val="8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2022-03-21</c:v>
                </c:pt>
                <c:pt idx="1">
                  <c:v>2022-03-22</c:v>
                </c:pt>
                <c:pt idx="2">
                  <c:v>2022-03-23</c:v>
                </c:pt>
                <c:pt idx="3">
                  <c:v>2022-03-24</c:v>
                </c:pt>
                <c:pt idx="4">
                  <c:v>2022-03-25</c:v>
                </c:pt>
                <c:pt idx="5">
                  <c:v>2022-03-28</c:v>
                </c:pt>
                <c:pt idx="6">
                  <c:v>2022-03-29</c:v>
                </c:pt>
                <c:pt idx="7">
                  <c:v>2022-03-30</c:v>
                </c:pt>
                <c:pt idx="8">
                  <c:v>2022-03-31</c:v>
                </c:pt>
                <c:pt idx="9">
                  <c:v>2022-04-01</c:v>
                </c:pt>
                <c:pt idx="10">
                  <c:v>2022-04-04</c:v>
                </c:pt>
                <c:pt idx="11">
                  <c:v>2022-04-05</c:v>
                </c:pt>
                <c:pt idx="12">
                  <c:v>2022-04-06</c:v>
                </c:pt>
                <c:pt idx="13">
                  <c:v>2022-04-07</c:v>
                </c:pt>
                <c:pt idx="14">
                  <c:v>2022-04-08</c:v>
                </c:pt>
                <c:pt idx="15">
                  <c:v>2022-04-11</c:v>
                </c:pt>
                <c:pt idx="16">
                  <c:v>2022-04-12</c:v>
                </c:pt>
                <c:pt idx="17">
                  <c:v>2022-04-13</c:v>
                </c:pt>
                <c:pt idx="18">
                  <c:v>2022-04-14</c:v>
                </c:pt>
                <c:pt idx="19">
                  <c:v>2022-04-15</c:v>
                </c:pt>
                <c:pt idx="20">
                  <c:v>2022-04-18</c:v>
                </c:pt>
                <c:pt idx="21">
                  <c:v>2022-04-19</c:v>
                </c:pt>
                <c:pt idx="22">
                  <c:v>2022-04-20</c:v>
                </c:pt>
                <c:pt idx="23">
                  <c:v>2022-04-21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1.5229999999999999</c:v>
                </c:pt>
                <c:pt idx="1">
                  <c:v>1.569</c:v>
                </c:pt>
                <c:pt idx="2">
                  <c:v>1.585</c:v>
                </c:pt>
                <c:pt idx="3">
                  <c:v>1.593</c:v>
                </c:pt>
                <c:pt idx="4">
                  <c:v>1.6319999999999999</c:v>
                </c:pt>
                <c:pt idx="5">
                  <c:v>1.75</c:v>
                </c:pt>
                <c:pt idx="6">
                  <c:v>1.802</c:v>
                </c:pt>
                <c:pt idx="7">
                  <c:v>1.792</c:v>
                </c:pt>
                <c:pt idx="8">
                  <c:v>1.8149999999999999</c:v>
                </c:pt>
                <c:pt idx="9">
                  <c:v>1.823</c:v>
                </c:pt>
                <c:pt idx="10">
                  <c:v>1.8440000000000001</c:v>
                </c:pt>
                <c:pt idx="11">
                  <c:v>1.8520000000000001</c:v>
                </c:pt>
                <c:pt idx="12">
                  <c:v>1.923</c:v>
                </c:pt>
                <c:pt idx="13">
                  <c:v>2.012</c:v>
                </c:pt>
                <c:pt idx="14">
                  <c:v>2.0840000000000001</c:v>
                </c:pt>
                <c:pt idx="15">
                  <c:v>2.2229999999999999</c:v>
                </c:pt>
                <c:pt idx="16">
                  <c:v>2.2240000000000002</c:v>
                </c:pt>
                <c:pt idx="17">
                  <c:v>2.1520000000000001</c:v>
                </c:pt>
                <c:pt idx="18">
                  <c:v>2.0760000000000001</c:v>
                </c:pt>
                <c:pt idx="19">
                  <c:v>2.0230000000000001</c:v>
                </c:pt>
                <c:pt idx="20">
                  <c:v>2.012</c:v>
                </c:pt>
                <c:pt idx="21">
                  <c:v>1.9950000000000001</c:v>
                </c:pt>
                <c:pt idx="22">
                  <c:v>1.9970000000000001</c:v>
                </c:pt>
                <c:pt idx="23">
                  <c:v>1.9910000000000001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45-496D-A037-67EB72C8470D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2022-03-21</c:v>
                </c:pt>
                <c:pt idx="1">
                  <c:v>2022-03-22</c:v>
                </c:pt>
                <c:pt idx="2">
                  <c:v>2022-03-23</c:v>
                </c:pt>
                <c:pt idx="3">
                  <c:v>2022-03-24</c:v>
                </c:pt>
                <c:pt idx="4">
                  <c:v>2022-03-25</c:v>
                </c:pt>
                <c:pt idx="5">
                  <c:v>2022-03-28</c:v>
                </c:pt>
                <c:pt idx="6">
                  <c:v>2022-03-29</c:v>
                </c:pt>
                <c:pt idx="7">
                  <c:v>2022-03-30</c:v>
                </c:pt>
                <c:pt idx="8">
                  <c:v>2022-03-31</c:v>
                </c:pt>
                <c:pt idx="9">
                  <c:v>2022-04-01</c:v>
                </c:pt>
                <c:pt idx="10">
                  <c:v>2022-04-04</c:v>
                </c:pt>
                <c:pt idx="11">
                  <c:v>2022-04-05</c:v>
                </c:pt>
                <c:pt idx="12">
                  <c:v>2022-04-06</c:v>
                </c:pt>
                <c:pt idx="13">
                  <c:v>2022-04-07</c:v>
                </c:pt>
                <c:pt idx="14">
                  <c:v>2022-04-08</c:v>
                </c:pt>
                <c:pt idx="15">
                  <c:v>2022-04-11</c:v>
                </c:pt>
                <c:pt idx="16">
                  <c:v>2022-04-12</c:v>
                </c:pt>
                <c:pt idx="17">
                  <c:v>2022-04-13</c:v>
                </c:pt>
                <c:pt idx="18">
                  <c:v>2022-04-14</c:v>
                </c:pt>
                <c:pt idx="19">
                  <c:v>2022-04-15</c:v>
                </c:pt>
                <c:pt idx="20">
                  <c:v>2022-04-18</c:v>
                </c:pt>
                <c:pt idx="21">
                  <c:v>2022-04-19</c:v>
                </c:pt>
                <c:pt idx="22">
                  <c:v>2022-04-20</c:v>
                </c:pt>
                <c:pt idx="23">
                  <c:v>2022-04-21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45-496D-A037-67EB72C8470D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2022-03-21</c:v>
                </c:pt>
                <c:pt idx="1">
                  <c:v>2022-03-22</c:v>
                </c:pt>
                <c:pt idx="2">
                  <c:v>2022-03-23</c:v>
                </c:pt>
                <c:pt idx="3">
                  <c:v>2022-03-24</c:v>
                </c:pt>
                <c:pt idx="4">
                  <c:v>2022-03-25</c:v>
                </c:pt>
                <c:pt idx="5">
                  <c:v>2022-03-28</c:v>
                </c:pt>
                <c:pt idx="6">
                  <c:v>2022-03-29</c:v>
                </c:pt>
                <c:pt idx="7">
                  <c:v>2022-03-30</c:v>
                </c:pt>
                <c:pt idx="8">
                  <c:v>2022-03-31</c:v>
                </c:pt>
                <c:pt idx="9">
                  <c:v>2022-04-01</c:v>
                </c:pt>
                <c:pt idx="10">
                  <c:v>2022-04-04</c:v>
                </c:pt>
                <c:pt idx="11">
                  <c:v>2022-04-05</c:v>
                </c:pt>
                <c:pt idx="12">
                  <c:v>2022-04-06</c:v>
                </c:pt>
                <c:pt idx="13">
                  <c:v>2022-04-07</c:v>
                </c:pt>
                <c:pt idx="14">
                  <c:v>2022-04-08</c:v>
                </c:pt>
                <c:pt idx="15">
                  <c:v>2022-04-11</c:v>
                </c:pt>
                <c:pt idx="16">
                  <c:v>2022-04-12</c:v>
                </c:pt>
                <c:pt idx="17">
                  <c:v>2022-04-13</c:v>
                </c:pt>
                <c:pt idx="18">
                  <c:v>2022-04-14</c:v>
                </c:pt>
                <c:pt idx="19">
                  <c:v>2022-04-15</c:v>
                </c:pt>
                <c:pt idx="20">
                  <c:v>2022-04-18</c:v>
                </c:pt>
                <c:pt idx="21">
                  <c:v>2022-04-19</c:v>
                </c:pt>
                <c:pt idx="22">
                  <c:v>2022-04-20</c:v>
                </c:pt>
                <c:pt idx="23">
                  <c:v>2022-04-21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45-496D-A037-67EB72C8470D}"/>
            </c:ext>
          </c:extLst>
        </c:ser>
        <c:ser>
          <c:idx val="3"/>
          <c:order val="3"/>
          <c:tx>
            <c:strRef>
              <c:f>Sheet1!$C$1</c:f>
              <c:strCache>
                <c:ptCount val="1"/>
                <c:pt idx="0">
                  <c:v>5Y</c:v>
                </c:pt>
              </c:strCache>
            </c:strRef>
          </c:tx>
          <c:spPr>
            <a:ln w="12700" cap="rnd">
              <a:solidFill>
                <a:schemeClr val="accent6">
                  <a:lumMod val="5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2022-03-21</c:v>
                </c:pt>
                <c:pt idx="1">
                  <c:v>2022-03-22</c:v>
                </c:pt>
                <c:pt idx="2">
                  <c:v>2022-03-23</c:v>
                </c:pt>
                <c:pt idx="3">
                  <c:v>2022-03-24</c:v>
                </c:pt>
                <c:pt idx="4">
                  <c:v>2022-03-25</c:v>
                </c:pt>
                <c:pt idx="5">
                  <c:v>2022-03-28</c:v>
                </c:pt>
                <c:pt idx="6">
                  <c:v>2022-03-29</c:v>
                </c:pt>
                <c:pt idx="7">
                  <c:v>2022-03-30</c:v>
                </c:pt>
                <c:pt idx="8">
                  <c:v>2022-03-31</c:v>
                </c:pt>
                <c:pt idx="9">
                  <c:v>2022-04-01</c:v>
                </c:pt>
                <c:pt idx="10">
                  <c:v>2022-04-04</c:v>
                </c:pt>
                <c:pt idx="11">
                  <c:v>2022-04-05</c:v>
                </c:pt>
                <c:pt idx="12">
                  <c:v>2022-04-06</c:v>
                </c:pt>
                <c:pt idx="13">
                  <c:v>2022-04-07</c:v>
                </c:pt>
                <c:pt idx="14">
                  <c:v>2022-04-08</c:v>
                </c:pt>
                <c:pt idx="15">
                  <c:v>2022-04-11</c:v>
                </c:pt>
                <c:pt idx="16">
                  <c:v>2022-04-12</c:v>
                </c:pt>
                <c:pt idx="17">
                  <c:v>2022-04-13</c:v>
                </c:pt>
                <c:pt idx="18">
                  <c:v>2022-04-14</c:v>
                </c:pt>
                <c:pt idx="19">
                  <c:v>2022-04-15</c:v>
                </c:pt>
                <c:pt idx="20">
                  <c:v>2022-04-18</c:v>
                </c:pt>
                <c:pt idx="21">
                  <c:v>2022-04-19</c:v>
                </c:pt>
                <c:pt idx="22">
                  <c:v>2022-04-20</c:v>
                </c:pt>
                <c:pt idx="23">
                  <c:v>2022-04-21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2.5299999999999998</c:v>
                </c:pt>
                <c:pt idx="1">
                  <c:v>2.6309999999999998</c:v>
                </c:pt>
                <c:pt idx="2">
                  <c:v>2.6459999999999999</c:v>
                </c:pt>
                <c:pt idx="3">
                  <c:v>2.661</c:v>
                </c:pt>
                <c:pt idx="4">
                  <c:v>2.7130000000000001</c:v>
                </c:pt>
                <c:pt idx="5">
                  <c:v>2.97</c:v>
                </c:pt>
                <c:pt idx="6">
                  <c:v>2.89</c:v>
                </c:pt>
                <c:pt idx="7">
                  <c:v>2.8010000000000002</c:v>
                </c:pt>
                <c:pt idx="8">
                  <c:v>2.8559999999999999</c:v>
                </c:pt>
                <c:pt idx="9">
                  <c:v>2.9420000000000002</c:v>
                </c:pt>
                <c:pt idx="10">
                  <c:v>3.0190000000000001</c:v>
                </c:pt>
                <c:pt idx="11">
                  <c:v>3.0289999999999999</c:v>
                </c:pt>
                <c:pt idx="12">
                  <c:v>3.097</c:v>
                </c:pt>
                <c:pt idx="13">
                  <c:v>3.0459999999999998</c:v>
                </c:pt>
                <c:pt idx="14">
                  <c:v>3.1160000000000001</c:v>
                </c:pt>
                <c:pt idx="15">
                  <c:v>3.3029999999999999</c:v>
                </c:pt>
                <c:pt idx="16">
                  <c:v>3.27</c:v>
                </c:pt>
                <c:pt idx="17">
                  <c:v>3.1960000000000002</c:v>
                </c:pt>
                <c:pt idx="18">
                  <c:v>3.1070000000000002</c:v>
                </c:pt>
                <c:pt idx="19">
                  <c:v>3.1659999999999999</c:v>
                </c:pt>
                <c:pt idx="20">
                  <c:v>3.2269999999999999</c:v>
                </c:pt>
                <c:pt idx="21">
                  <c:v>3.2120000000000002</c:v>
                </c:pt>
                <c:pt idx="22">
                  <c:v>3.2029999999999998</c:v>
                </c:pt>
                <c:pt idx="23">
                  <c:v>3.177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945-496D-A037-67EB72C8470D}"/>
            </c:ext>
          </c:extLst>
        </c:ser>
        <c:ser>
          <c:idx val="4"/>
          <c:order val="4"/>
          <c:tx>
            <c:strRef>
              <c:f>Sheet1!$D$1</c:f>
              <c:strCache>
                <c:ptCount val="1"/>
                <c:pt idx="0">
                  <c:v>10Y</c:v>
                </c:pt>
              </c:strCache>
            </c:strRef>
          </c:tx>
          <c:spPr>
            <a:ln w="127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2022-03-21</c:v>
                </c:pt>
                <c:pt idx="1">
                  <c:v>2022-03-22</c:v>
                </c:pt>
                <c:pt idx="2">
                  <c:v>2022-03-23</c:v>
                </c:pt>
                <c:pt idx="3">
                  <c:v>2022-03-24</c:v>
                </c:pt>
                <c:pt idx="4">
                  <c:v>2022-03-25</c:v>
                </c:pt>
                <c:pt idx="5">
                  <c:v>2022-03-28</c:v>
                </c:pt>
                <c:pt idx="6">
                  <c:v>2022-03-29</c:v>
                </c:pt>
                <c:pt idx="7">
                  <c:v>2022-03-30</c:v>
                </c:pt>
                <c:pt idx="8">
                  <c:v>2022-03-31</c:v>
                </c:pt>
                <c:pt idx="9">
                  <c:v>2022-04-01</c:v>
                </c:pt>
                <c:pt idx="10">
                  <c:v>2022-04-04</c:v>
                </c:pt>
                <c:pt idx="11">
                  <c:v>2022-04-05</c:v>
                </c:pt>
                <c:pt idx="12">
                  <c:v>2022-04-06</c:v>
                </c:pt>
                <c:pt idx="13">
                  <c:v>2022-04-07</c:v>
                </c:pt>
                <c:pt idx="14">
                  <c:v>2022-04-08</c:v>
                </c:pt>
                <c:pt idx="15">
                  <c:v>2022-04-11</c:v>
                </c:pt>
                <c:pt idx="16">
                  <c:v>2022-04-12</c:v>
                </c:pt>
                <c:pt idx="17">
                  <c:v>2022-04-13</c:v>
                </c:pt>
                <c:pt idx="18">
                  <c:v>2022-04-14</c:v>
                </c:pt>
                <c:pt idx="19">
                  <c:v>2022-04-15</c:v>
                </c:pt>
                <c:pt idx="20">
                  <c:v>2022-04-18</c:v>
                </c:pt>
                <c:pt idx="21">
                  <c:v>2022-04-19</c:v>
                </c:pt>
                <c:pt idx="22">
                  <c:v>2022-04-20</c:v>
                </c:pt>
                <c:pt idx="23">
                  <c:v>2022-04-21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2.7410000000000001</c:v>
                </c:pt>
                <c:pt idx="1">
                  <c:v>2.8319999999999999</c:v>
                </c:pt>
                <c:pt idx="2">
                  <c:v>2.8279999999999998</c:v>
                </c:pt>
                <c:pt idx="3">
                  <c:v>2.8559999999999999</c:v>
                </c:pt>
                <c:pt idx="4">
                  <c:v>2.871</c:v>
                </c:pt>
                <c:pt idx="5">
                  <c:v>3.0310000000000001</c:v>
                </c:pt>
                <c:pt idx="6">
                  <c:v>2.972</c:v>
                </c:pt>
                <c:pt idx="7">
                  <c:v>2.8849999999999998</c:v>
                </c:pt>
                <c:pt idx="8">
                  <c:v>2.9689999999999999</c:v>
                </c:pt>
                <c:pt idx="9">
                  <c:v>3.0070000000000001</c:v>
                </c:pt>
                <c:pt idx="10">
                  <c:v>3.0649999999999999</c:v>
                </c:pt>
                <c:pt idx="11">
                  <c:v>3.08</c:v>
                </c:pt>
                <c:pt idx="12">
                  <c:v>3.129</c:v>
                </c:pt>
                <c:pt idx="13">
                  <c:v>3.1280000000000001</c:v>
                </c:pt>
                <c:pt idx="14">
                  <c:v>3.169</c:v>
                </c:pt>
                <c:pt idx="15">
                  <c:v>3.3050000000000002</c:v>
                </c:pt>
                <c:pt idx="16">
                  <c:v>3.3130000000000002</c:v>
                </c:pt>
                <c:pt idx="17">
                  <c:v>3.2869999999999999</c:v>
                </c:pt>
                <c:pt idx="18">
                  <c:v>3.22</c:v>
                </c:pt>
                <c:pt idx="19">
                  <c:v>3.3010000000000002</c:v>
                </c:pt>
                <c:pt idx="20">
                  <c:v>3.355</c:v>
                </c:pt>
                <c:pt idx="21">
                  <c:v>3.35</c:v>
                </c:pt>
                <c:pt idx="22">
                  <c:v>3.3130000000000002</c:v>
                </c:pt>
                <c:pt idx="23">
                  <c:v>3.2959999999999998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945-496D-A037-67EB72C8470D}"/>
            </c:ext>
          </c:extLst>
        </c:ser>
        <c:ser>
          <c:idx val="5"/>
          <c:order val="5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2022-03-21</c:v>
                </c:pt>
                <c:pt idx="1">
                  <c:v>2022-03-22</c:v>
                </c:pt>
                <c:pt idx="2">
                  <c:v>2022-03-23</c:v>
                </c:pt>
                <c:pt idx="3">
                  <c:v>2022-03-24</c:v>
                </c:pt>
                <c:pt idx="4">
                  <c:v>2022-03-25</c:v>
                </c:pt>
                <c:pt idx="5">
                  <c:v>2022-03-28</c:v>
                </c:pt>
                <c:pt idx="6">
                  <c:v>2022-03-29</c:v>
                </c:pt>
                <c:pt idx="7">
                  <c:v>2022-03-30</c:v>
                </c:pt>
                <c:pt idx="8">
                  <c:v>2022-03-31</c:v>
                </c:pt>
                <c:pt idx="9">
                  <c:v>2022-04-01</c:v>
                </c:pt>
                <c:pt idx="10">
                  <c:v>2022-04-04</c:v>
                </c:pt>
                <c:pt idx="11">
                  <c:v>2022-04-05</c:v>
                </c:pt>
                <c:pt idx="12">
                  <c:v>2022-04-06</c:v>
                </c:pt>
                <c:pt idx="13">
                  <c:v>2022-04-07</c:v>
                </c:pt>
                <c:pt idx="14">
                  <c:v>2022-04-08</c:v>
                </c:pt>
                <c:pt idx="15">
                  <c:v>2022-04-11</c:v>
                </c:pt>
                <c:pt idx="16">
                  <c:v>2022-04-12</c:v>
                </c:pt>
                <c:pt idx="17">
                  <c:v>2022-04-13</c:v>
                </c:pt>
                <c:pt idx="18">
                  <c:v>2022-04-14</c:v>
                </c:pt>
                <c:pt idx="19">
                  <c:v>2022-04-15</c:v>
                </c:pt>
                <c:pt idx="20">
                  <c:v>2022-04-18</c:v>
                </c:pt>
                <c:pt idx="21">
                  <c:v>2022-04-19</c:v>
                </c:pt>
                <c:pt idx="22">
                  <c:v>2022-04-20</c:v>
                </c:pt>
                <c:pt idx="23">
                  <c:v>2022-04-21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945-496D-A037-67EB72C847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2395120"/>
        <c:axId val="1082394640"/>
      </c:lineChart>
      <c:dateAx>
        <c:axId val="108239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4640"/>
        <c:crosses val="autoZero"/>
        <c:auto val="0"/>
        <c:lblOffset val="100"/>
        <c:baseTimeUnit val="days"/>
        <c:majorUnit val="5"/>
      </c:dateAx>
      <c:valAx>
        <c:axId val="1082394640"/>
        <c:scaling>
          <c:orientation val="minMax"/>
          <c:max val="3.5"/>
          <c:min val="1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0823951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PC1_PC2_scatter_dataset!$C$1</c:f>
              <c:strCache>
                <c:ptCount val="1"/>
                <c:pt idx="0">
                  <c:v>PC2_Slope</c:v>
                </c:pt>
              </c:strCache>
            </c:strRef>
          </c:tx>
          <c:spPr>
            <a:ln w="38100" cap="rnd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xVal>
            <c:numRef>
              <c:f>PC1_PC2_scatter_dataset!$B$2:$B$1207</c:f>
              <c:numCache>
                <c:formatCode>General</c:formatCode>
                <c:ptCount val="1206"/>
                <c:pt idx="0">
                  <c:v>4.2031327628356001</c:v>
                </c:pt>
                <c:pt idx="1">
                  <c:v>-10.779232612401101</c:v>
                </c:pt>
                <c:pt idx="2">
                  <c:v>-5.3537109100745202</c:v>
                </c:pt>
                <c:pt idx="3">
                  <c:v>10.753390191961</c:v>
                </c:pt>
                <c:pt idx="4">
                  <c:v>-3.5542394045151302</c:v>
                </c:pt>
                <c:pt idx="5">
                  <c:v>3.3120033198060499</c:v>
                </c:pt>
                <c:pt idx="6">
                  <c:v>5.1015921830219604</c:v>
                </c:pt>
                <c:pt idx="7">
                  <c:v>0.66850872284617402</c:v>
                </c:pt>
                <c:pt idx="8">
                  <c:v>2.4756627647090901</c:v>
                </c:pt>
                <c:pt idx="9">
                  <c:v>5.98845376440969</c:v>
                </c:pt>
                <c:pt idx="10">
                  <c:v>3.97907303391671</c:v>
                </c:pt>
                <c:pt idx="11">
                  <c:v>-5.14855594647186</c:v>
                </c:pt>
                <c:pt idx="12">
                  <c:v>0.66959941480301</c:v>
                </c:pt>
                <c:pt idx="13">
                  <c:v>-12.411091332994699</c:v>
                </c:pt>
                <c:pt idx="14">
                  <c:v>2.0422635943778298</c:v>
                </c:pt>
                <c:pt idx="15">
                  <c:v>2.5505786811354101</c:v>
                </c:pt>
                <c:pt idx="16">
                  <c:v>-2.4846924789346798</c:v>
                </c:pt>
                <c:pt idx="17">
                  <c:v>-11.150792100488699</c:v>
                </c:pt>
                <c:pt idx="18">
                  <c:v>5.2301154948803301</c:v>
                </c:pt>
                <c:pt idx="19">
                  <c:v>1.03897998713347</c:v>
                </c:pt>
                <c:pt idx="20">
                  <c:v>9.5814784007130491</c:v>
                </c:pt>
                <c:pt idx="21">
                  <c:v>-2.6118621482609501</c:v>
                </c:pt>
                <c:pt idx="22">
                  <c:v>5.1713539544140099</c:v>
                </c:pt>
                <c:pt idx="23">
                  <c:v>-2.9671959767785401</c:v>
                </c:pt>
                <c:pt idx="24">
                  <c:v>7.3244131097494298</c:v>
                </c:pt>
                <c:pt idx="25">
                  <c:v>-6.81011843010387</c:v>
                </c:pt>
                <c:pt idx="26">
                  <c:v>-0.674868086527737</c:v>
                </c:pt>
                <c:pt idx="27">
                  <c:v>6.1655134173970696</c:v>
                </c:pt>
                <c:pt idx="28">
                  <c:v>-3.1431413226538201</c:v>
                </c:pt>
                <c:pt idx="29">
                  <c:v>2.3033132631462498</c:v>
                </c:pt>
                <c:pt idx="30">
                  <c:v>1.5322710400797801</c:v>
                </c:pt>
                <c:pt idx="31">
                  <c:v>-6.2266009345062896</c:v>
                </c:pt>
                <c:pt idx="32">
                  <c:v>-4.8546853331082396</c:v>
                </c:pt>
                <c:pt idx="33">
                  <c:v>3.0857644127380799</c:v>
                </c:pt>
                <c:pt idx="34">
                  <c:v>-2.81259156168466</c:v>
                </c:pt>
                <c:pt idx="35">
                  <c:v>-2.6972594649141199</c:v>
                </c:pt>
                <c:pt idx="36">
                  <c:v>-6.1975703794915598</c:v>
                </c:pt>
                <c:pt idx="37">
                  <c:v>-1.0498292585018401</c:v>
                </c:pt>
                <c:pt idx="38">
                  <c:v>-6.0622047667501497E-2</c:v>
                </c:pt>
                <c:pt idx="39">
                  <c:v>4.4037249266849301</c:v>
                </c:pt>
                <c:pt idx="40">
                  <c:v>-1.9597154955229401</c:v>
                </c:pt>
                <c:pt idx="41">
                  <c:v>-0.46429449821609298</c:v>
                </c:pt>
                <c:pt idx="42">
                  <c:v>0.83956711045069399</c:v>
                </c:pt>
                <c:pt idx="43">
                  <c:v>1.77110731492235</c:v>
                </c:pt>
                <c:pt idx="44">
                  <c:v>-3.4146819570033302</c:v>
                </c:pt>
                <c:pt idx="45">
                  <c:v>-9.0077588861748006E-2</c:v>
                </c:pt>
                <c:pt idx="46">
                  <c:v>5.2710945876985003</c:v>
                </c:pt>
                <c:pt idx="47">
                  <c:v>0.30523648593925901</c:v>
                </c:pt>
                <c:pt idx="48">
                  <c:v>-2.2678173514361002</c:v>
                </c:pt>
                <c:pt idx="49">
                  <c:v>2.0194823063124399</c:v>
                </c:pt>
                <c:pt idx="50">
                  <c:v>-2.5794666853555199</c:v>
                </c:pt>
                <c:pt idx="51">
                  <c:v>-2.4759827221146402</c:v>
                </c:pt>
                <c:pt idx="52">
                  <c:v>-2.5201618771491301</c:v>
                </c:pt>
                <c:pt idx="53">
                  <c:v>5.2698393800400902</c:v>
                </c:pt>
                <c:pt idx="54">
                  <c:v>-6.5566936646820899</c:v>
                </c:pt>
                <c:pt idx="55">
                  <c:v>-11.360531450819201</c:v>
                </c:pt>
                <c:pt idx="56">
                  <c:v>1.8641189976158199</c:v>
                </c:pt>
                <c:pt idx="57">
                  <c:v>-1.5417020582524801</c:v>
                </c:pt>
                <c:pt idx="58">
                  <c:v>1.7670891626171601</c:v>
                </c:pt>
                <c:pt idx="59">
                  <c:v>-1.47971645517411</c:v>
                </c:pt>
                <c:pt idx="60">
                  <c:v>2.9702574322666302</c:v>
                </c:pt>
                <c:pt idx="61">
                  <c:v>6.0988552590837397</c:v>
                </c:pt>
                <c:pt idx="62">
                  <c:v>4.8049695808481099</c:v>
                </c:pt>
                <c:pt idx="63">
                  <c:v>-11.479717175842501</c:v>
                </c:pt>
                <c:pt idx="64">
                  <c:v>-3.4983016967782201</c:v>
                </c:pt>
                <c:pt idx="65">
                  <c:v>-0.97509097565078895</c:v>
                </c:pt>
                <c:pt idx="66">
                  <c:v>-2.0212290261244599</c:v>
                </c:pt>
                <c:pt idx="67">
                  <c:v>1.4940312269096601</c:v>
                </c:pt>
                <c:pt idx="68">
                  <c:v>-3.9980725620811501</c:v>
                </c:pt>
                <c:pt idx="69">
                  <c:v>4.5420626551910299</c:v>
                </c:pt>
                <c:pt idx="70">
                  <c:v>1.2232878738270201</c:v>
                </c:pt>
                <c:pt idx="71">
                  <c:v>-2.8164444073414998</c:v>
                </c:pt>
                <c:pt idx="72">
                  <c:v>0.49405139955132299</c:v>
                </c:pt>
                <c:pt idx="73">
                  <c:v>-6.5643223325407698</c:v>
                </c:pt>
                <c:pt idx="74">
                  <c:v>-12.1296929394048</c:v>
                </c:pt>
                <c:pt idx="75">
                  <c:v>-7.5909372734180298</c:v>
                </c:pt>
                <c:pt idx="76">
                  <c:v>3.6210428608743701</c:v>
                </c:pt>
                <c:pt idx="77">
                  <c:v>3.62628346909435</c:v>
                </c:pt>
                <c:pt idx="78">
                  <c:v>-0.954634625692244</c:v>
                </c:pt>
                <c:pt idx="79">
                  <c:v>-2.3927364260934101</c:v>
                </c:pt>
                <c:pt idx="80">
                  <c:v>4.4489184034330398</c:v>
                </c:pt>
                <c:pt idx="81">
                  <c:v>-3.6395875075525401</c:v>
                </c:pt>
                <c:pt idx="82">
                  <c:v>14.555318748975401</c:v>
                </c:pt>
                <c:pt idx="83">
                  <c:v>10.2053828013758</c:v>
                </c:pt>
                <c:pt idx="84">
                  <c:v>-3.7797367381039702</c:v>
                </c:pt>
                <c:pt idx="85">
                  <c:v>0.26194848375600199</c:v>
                </c:pt>
                <c:pt idx="86">
                  <c:v>-4.5884614767949996</c:v>
                </c:pt>
                <c:pt idx="87">
                  <c:v>6.1362871082322403</c:v>
                </c:pt>
                <c:pt idx="88">
                  <c:v>-15.2811804971779</c:v>
                </c:pt>
                <c:pt idx="89">
                  <c:v>5.1826694169770402</c:v>
                </c:pt>
                <c:pt idx="90">
                  <c:v>1.70422513081734</c:v>
                </c:pt>
                <c:pt idx="91">
                  <c:v>13.4055393786651</c:v>
                </c:pt>
                <c:pt idx="92">
                  <c:v>4.3338295050692599</c:v>
                </c:pt>
                <c:pt idx="93">
                  <c:v>-5.4018552226205196</c:v>
                </c:pt>
                <c:pt idx="94">
                  <c:v>3.6863614308065902</c:v>
                </c:pt>
                <c:pt idx="95">
                  <c:v>5.2076615256084002</c:v>
                </c:pt>
                <c:pt idx="96">
                  <c:v>-1.32959030460603</c:v>
                </c:pt>
                <c:pt idx="97">
                  <c:v>-3.81418709460065</c:v>
                </c:pt>
                <c:pt idx="98">
                  <c:v>-4.3180720297391098</c:v>
                </c:pt>
                <c:pt idx="99">
                  <c:v>3.9789882582907898</c:v>
                </c:pt>
                <c:pt idx="100">
                  <c:v>-4.2850879869455998</c:v>
                </c:pt>
                <c:pt idx="101">
                  <c:v>-0.184690478834522</c:v>
                </c:pt>
                <c:pt idx="102">
                  <c:v>5.3078199859451898</c:v>
                </c:pt>
                <c:pt idx="103">
                  <c:v>-0.62213215588321502</c:v>
                </c:pt>
                <c:pt idx="104">
                  <c:v>-4.8514648508800402</c:v>
                </c:pt>
                <c:pt idx="105">
                  <c:v>-1.3275759427426601</c:v>
                </c:pt>
                <c:pt idx="106">
                  <c:v>1.02331835656183</c:v>
                </c:pt>
                <c:pt idx="107">
                  <c:v>-0.33955439776943003</c:v>
                </c:pt>
                <c:pt idx="108">
                  <c:v>1.2016399415807899</c:v>
                </c:pt>
                <c:pt idx="109">
                  <c:v>-0.74860769268766303</c:v>
                </c:pt>
                <c:pt idx="110">
                  <c:v>3.9805453009273002</c:v>
                </c:pt>
                <c:pt idx="111">
                  <c:v>2.21407129618188</c:v>
                </c:pt>
                <c:pt idx="112">
                  <c:v>4.3794493706886097</c:v>
                </c:pt>
                <c:pt idx="113">
                  <c:v>0.80967576979921496</c:v>
                </c:pt>
                <c:pt idx="114">
                  <c:v>-7.29836477759663</c:v>
                </c:pt>
                <c:pt idx="115">
                  <c:v>-10.9939912117825</c:v>
                </c:pt>
                <c:pt idx="116">
                  <c:v>0.18127686788437899</c:v>
                </c:pt>
                <c:pt idx="117">
                  <c:v>4.8106114115834497</c:v>
                </c:pt>
                <c:pt idx="118">
                  <c:v>-2.2696041938685099</c:v>
                </c:pt>
                <c:pt idx="119">
                  <c:v>3.71016557131346</c:v>
                </c:pt>
                <c:pt idx="120">
                  <c:v>0.70861640574616702</c:v>
                </c:pt>
                <c:pt idx="121">
                  <c:v>-4.2996884060819696</c:v>
                </c:pt>
                <c:pt idx="122">
                  <c:v>-0.61259536056839303</c:v>
                </c:pt>
                <c:pt idx="123">
                  <c:v>-1.3644239064533701</c:v>
                </c:pt>
                <c:pt idx="124">
                  <c:v>-4.4791029700831402</c:v>
                </c:pt>
                <c:pt idx="125">
                  <c:v>-0.669525978153242</c:v>
                </c:pt>
                <c:pt idx="126">
                  <c:v>-6.7783536484465401</c:v>
                </c:pt>
                <c:pt idx="127">
                  <c:v>-0.75658576111963005</c:v>
                </c:pt>
                <c:pt idx="128">
                  <c:v>-1.23056820811107</c:v>
                </c:pt>
                <c:pt idx="129">
                  <c:v>-5.2516151419771404</c:v>
                </c:pt>
                <c:pt idx="130">
                  <c:v>-3.7943788911870802</c:v>
                </c:pt>
                <c:pt idx="131">
                  <c:v>7.6197408886320996</c:v>
                </c:pt>
                <c:pt idx="132">
                  <c:v>-4.3206144295106697</c:v>
                </c:pt>
                <c:pt idx="133">
                  <c:v>-5.0541961687682404</c:v>
                </c:pt>
                <c:pt idx="134">
                  <c:v>-4.5238622208281001</c:v>
                </c:pt>
                <c:pt idx="135">
                  <c:v>-7.7816607264373001</c:v>
                </c:pt>
                <c:pt idx="136">
                  <c:v>-1.7760840920816301</c:v>
                </c:pt>
                <c:pt idx="137">
                  <c:v>-13.451732793443</c:v>
                </c:pt>
                <c:pt idx="138">
                  <c:v>2.8169280873682401</c:v>
                </c:pt>
                <c:pt idx="139">
                  <c:v>-0.13497210385567601</c:v>
                </c:pt>
                <c:pt idx="140">
                  <c:v>-5.4125424925010099</c:v>
                </c:pt>
                <c:pt idx="141">
                  <c:v>-4.2365095299204896</c:v>
                </c:pt>
                <c:pt idx="142">
                  <c:v>-19.389145633714701</c:v>
                </c:pt>
                <c:pt idx="143">
                  <c:v>3.14680701480275</c:v>
                </c:pt>
                <c:pt idx="144">
                  <c:v>1.4146452999897801</c:v>
                </c:pt>
                <c:pt idx="145">
                  <c:v>-20.053838726084201</c:v>
                </c:pt>
                <c:pt idx="146">
                  <c:v>2.8999249269186702</c:v>
                </c:pt>
                <c:pt idx="147">
                  <c:v>7.0331433894564199</c:v>
                </c:pt>
                <c:pt idx="148">
                  <c:v>1.1057044162787499</c:v>
                </c:pt>
                <c:pt idx="149">
                  <c:v>-12.7177842573675</c:v>
                </c:pt>
                <c:pt idx="150">
                  <c:v>5.4565507825098702</c:v>
                </c:pt>
                <c:pt idx="151">
                  <c:v>0.657066058656948</c:v>
                </c:pt>
                <c:pt idx="152">
                  <c:v>0.54611937305529301</c:v>
                </c:pt>
                <c:pt idx="153">
                  <c:v>-10.1025973333445</c:v>
                </c:pt>
                <c:pt idx="154">
                  <c:v>-6.1349624096585398</c:v>
                </c:pt>
                <c:pt idx="155">
                  <c:v>-7.0372689127710801</c:v>
                </c:pt>
                <c:pt idx="156">
                  <c:v>-15.3233210630705</c:v>
                </c:pt>
                <c:pt idx="157">
                  <c:v>11.9630798260074</c:v>
                </c:pt>
                <c:pt idx="158">
                  <c:v>-28.229559950913</c:v>
                </c:pt>
                <c:pt idx="159">
                  <c:v>4.8729753131498903</c:v>
                </c:pt>
                <c:pt idx="160">
                  <c:v>9.8362171939063199</c:v>
                </c:pt>
                <c:pt idx="161">
                  <c:v>2.10333891110781</c:v>
                </c:pt>
                <c:pt idx="162">
                  <c:v>3.74821775427653</c:v>
                </c:pt>
                <c:pt idx="163">
                  <c:v>18.242536328040298</c:v>
                </c:pt>
                <c:pt idx="164">
                  <c:v>5.9284983476070403</c:v>
                </c:pt>
                <c:pt idx="165">
                  <c:v>7.4576193345926702</c:v>
                </c:pt>
                <c:pt idx="166">
                  <c:v>-1.26574088716605</c:v>
                </c:pt>
                <c:pt idx="167">
                  <c:v>-5.2222626085121204</c:v>
                </c:pt>
                <c:pt idx="168">
                  <c:v>-5.6704008291286598</c:v>
                </c:pt>
                <c:pt idx="169">
                  <c:v>9.6764356325115806</c:v>
                </c:pt>
                <c:pt idx="170">
                  <c:v>-7.5297621443152103</c:v>
                </c:pt>
                <c:pt idx="171">
                  <c:v>-3.1878478642007102</c:v>
                </c:pt>
                <c:pt idx="172">
                  <c:v>3.56354716461867</c:v>
                </c:pt>
                <c:pt idx="173">
                  <c:v>-5.1528266577265498</c:v>
                </c:pt>
                <c:pt idx="174">
                  <c:v>-8.94405443942372</c:v>
                </c:pt>
                <c:pt idx="175">
                  <c:v>-3.7112687572526202</c:v>
                </c:pt>
                <c:pt idx="176">
                  <c:v>2.2654519956738199</c:v>
                </c:pt>
                <c:pt idx="177">
                  <c:v>13.544254679253999</c:v>
                </c:pt>
                <c:pt idx="178">
                  <c:v>18.746681919482601</c:v>
                </c:pt>
                <c:pt idx="179">
                  <c:v>-1.71014354149652</c:v>
                </c:pt>
                <c:pt idx="180">
                  <c:v>10.4973656060802</c:v>
                </c:pt>
                <c:pt idx="181">
                  <c:v>3.70071744970438</c:v>
                </c:pt>
                <c:pt idx="182">
                  <c:v>-3.8640940036145</c:v>
                </c:pt>
                <c:pt idx="183">
                  <c:v>-10.743098387268899</c:v>
                </c:pt>
                <c:pt idx="184">
                  <c:v>4.8011007866116504</c:v>
                </c:pt>
                <c:pt idx="185">
                  <c:v>-4.3683555557523199</c:v>
                </c:pt>
                <c:pt idx="186">
                  <c:v>9.7684145131939601</c:v>
                </c:pt>
                <c:pt idx="187">
                  <c:v>3.7829049823882701</c:v>
                </c:pt>
                <c:pt idx="188">
                  <c:v>-3.7157746759631398</c:v>
                </c:pt>
                <c:pt idx="189">
                  <c:v>3.5799740685256598</c:v>
                </c:pt>
                <c:pt idx="190">
                  <c:v>1.6928914568303901</c:v>
                </c:pt>
                <c:pt idx="191">
                  <c:v>-1.4955482780379099</c:v>
                </c:pt>
                <c:pt idx="192">
                  <c:v>6.7673047313024801</c:v>
                </c:pt>
                <c:pt idx="193">
                  <c:v>-0.91114069575928103</c:v>
                </c:pt>
                <c:pt idx="194">
                  <c:v>7.0381014041018499</c:v>
                </c:pt>
                <c:pt idx="195">
                  <c:v>2.72112399592055</c:v>
                </c:pt>
                <c:pt idx="196">
                  <c:v>-8.0954288935184593</c:v>
                </c:pt>
                <c:pt idx="197">
                  <c:v>-13.1195746743958</c:v>
                </c:pt>
                <c:pt idx="198">
                  <c:v>2.6452755246753701</c:v>
                </c:pt>
                <c:pt idx="199">
                  <c:v>0.65536350783774899</c:v>
                </c:pt>
                <c:pt idx="200">
                  <c:v>-0.73700539894850003</c:v>
                </c:pt>
                <c:pt idx="201">
                  <c:v>1.87578120578059</c:v>
                </c:pt>
                <c:pt idx="202">
                  <c:v>-7.2672493873934796</c:v>
                </c:pt>
                <c:pt idx="203">
                  <c:v>-3.0646868943838401E-2</c:v>
                </c:pt>
                <c:pt idx="204">
                  <c:v>-12.7778666373195</c:v>
                </c:pt>
                <c:pt idx="205">
                  <c:v>-0.84510355701568096</c:v>
                </c:pt>
                <c:pt idx="206">
                  <c:v>-10.987380782004999</c:v>
                </c:pt>
                <c:pt idx="207">
                  <c:v>-23.030233645514201</c:v>
                </c:pt>
                <c:pt idx="208">
                  <c:v>2.1767858681839201</c:v>
                </c:pt>
                <c:pt idx="209">
                  <c:v>-4.4827802749851298</c:v>
                </c:pt>
                <c:pt idx="210">
                  <c:v>1.9342276689192801</c:v>
                </c:pt>
                <c:pt idx="211">
                  <c:v>11.0710625979622</c:v>
                </c:pt>
                <c:pt idx="212">
                  <c:v>7.2649873668809697</c:v>
                </c:pt>
                <c:pt idx="213">
                  <c:v>-15.5961065026674</c:v>
                </c:pt>
                <c:pt idx="214">
                  <c:v>-23.4048963187977</c:v>
                </c:pt>
                <c:pt idx="215">
                  <c:v>3.1286310327092202</c:v>
                </c:pt>
                <c:pt idx="216">
                  <c:v>8.8883053394023896</c:v>
                </c:pt>
                <c:pt idx="217">
                  <c:v>-8.7355586106494396</c:v>
                </c:pt>
                <c:pt idx="218">
                  <c:v>-0.26957556694942902</c:v>
                </c:pt>
                <c:pt idx="219">
                  <c:v>2.5835703831825501</c:v>
                </c:pt>
                <c:pt idx="220">
                  <c:v>-10.762519753848199</c:v>
                </c:pt>
                <c:pt idx="221">
                  <c:v>2.6939759585260901</c:v>
                </c:pt>
                <c:pt idx="222">
                  <c:v>-11.269558517160499</c:v>
                </c:pt>
                <c:pt idx="223">
                  <c:v>4.7375488023096599</c:v>
                </c:pt>
                <c:pt idx="224">
                  <c:v>5.5657176639850396</c:v>
                </c:pt>
                <c:pt idx="225">
                  <c:v>-9.6569939513120993</c:v>
                </c:pt>
                <c:pt idx="226">
                  <c:v>-8.6381135943020908</c:v>
                </c:pt>
                <c:pt idx="227">
                  <c:v>-15.262078767387299</c:v>
                </c:pt>
                <c:pt idx="228">
                  <c:v>7.1814185122734902</c:v>
                </c:pt>
                <c:pt idx="229">
                  <c:v>1.8297104522129199</c:v>
                </c:pt>
                <c:pt idx="230">
                  <c:v>-14.584556635838499</c:v>
                </c:pt>
                <c:pt idx="231">
                  <c:v>3.8757396923766101</c:v>
                </c:pt>
                <c:pt idx="232">
                  <c:v>-5.7658434988328601E-2</c:v>
                </c:pt>
                <c:pt idx="233">
                  <c:v>3.1217448057381301</c:v>
                </c:pt>
                <c:pt idx="234">
                  <c:v>3.00393389150469</c:v>
                </c:pt>
                <c:pt idx="235">
                  <c:v>-5.4466724351589297</c:v>
                </c:pt>
                <c:pt idx="236">
                  <c:v>-9.0911776493084506</c:v>
                </c:pt>
                <c:pt idx="237">
                  <c:v>10.4929630801714</c:v>
                </c:pt>
                <c:pt idx="238">
                  <c:v>0.78792698685135898</c:v>
                </c:pt>
                <c:pt idx="239">
                  <c:v>20.2169323285183</c:v>
                </c:pt>
                <c:pt idx="240">
                  <c:v>-8.2883662090811896</c:v>
                </c:pt>
                <c:pt idx="241">
                  <c:v>1.0707044539381401</c:v>
                </c:pt>
                <c:pt idx="242">
                  <c:v>11.6967484645995</c:v>
                </c:pt>
                <c:pt idx="243">
                  <c:v>-5.5250033396832299</c:v>
                </c:pt>
                <c:pt idx="244">
                  <c:v>-2.76759314055144</c:v>
                </c:pt>
                <c:pt idx="245">
                  <c:v>-12.690760519846799</c:v>
                </c:pt>
                <c:pt idx="246">
                  <c:v>0.31738236717408402</c:v>
                </c:pt>
                <c:pt idx="247">
                  <c:v>-1.8114820218510299</c:v>
                </c:pt>
                <c:pt idx="248">
                  <c:v>4.4115403253264001</c:v>
                </c:pt>
                <c:pt idx="249">
                  <c:v>-6.4484172688349597</c:v>
                </c:pt>
                <c:pt idx="250">
                  <c:v>-2.3219833804330698</c:v>
                </c:pt>
                <c:pt idx="251">
                  <c:v>1.6027045265212101</c:v>
                </c:pt>
                <c:pt idx="252">
                  <c:v>11.396225603302</c:v>
                </c:pt>
                <c:pt idx="253">
                  <c:v>-5.4296953414400999</c:v>
                </c:pt>
                <c:pt idx="254">
                  <c:v>-5.4904578227821004</c:v>
                </c:pt>
                <c:pt idx="255">
                  <c:v>-21.503086155676101</c:v>
                </c:pt>
                <c:pt idx="256">
                  <c:v>-2.79022905548912</c:v>
                </c:pt>
                <c:pt idx="257">
                  <c:v>-4.6715944411233696</c:v>
                </c:pt>
                <c:pt idx="258">
                  <c:v>-9.1511071811269495</c:v>
                </c:pt>
                <c:pt idx="259">
                  <c:v>-47.989467640809202</c:v>
                </c:pt>
                <c:pt idx="260">
                  <c:v>10.9323838411007</c:v>
                </c:pt>
                <c:pt idx="261">
                  <c:v>17.836719116912398</c:v>
                </c:pt>
                <c:pt idx="262">
                  <c:v>-12.5993403158364</c:v>
                </c:pt>
                <c:pt idx="263">
                  <c:v>-17.2119500977869</c:v>
                </c:pt>
                <c:pt idx="264">
                  <c:v>-16.008532176638699</c:v>
                </c:pt>
                <c:pt idx="265">
                  <c:v>-6.1182522080291397</c:v>
                </c:pt>
                <c:pt idx="266">
                  <c:v>-16.137332786943301</c:v>
                </c:pt>
                <c:pt idx="267">
                  <c:v>3.1161656071694801</c:v>
                </c:pt>
                <c:pt idx="268">
                  <c:v>-14.091510826893201</c:v>
                </c:pt>
                <c:pt idx="269">
                  <c:v>-38.887196192070697</c:v>
                </c:pt>
                <c:pt idx="270">
                  <c:v>4.13897566345263</c:v>
                </c:pt>
                <c:pt idx="271">
                  <c:v>17.081618936576</c:v>
                </c:pt>
                <c:pt idx="272">
                  <c:v>19.4156709884961</c:v>
                </c:pt>
                <c:pt idx="273">
                  <c:v>-10.1035377040558</c:v>
                </c:pt>
                <c:pt idx="274">
                  <c:v>-12.0861638566259</c:v>
                </c:pt>
                <c:pt idx="275">
                  <c:v>3.9097848231472798</c:v>
                </c:pt>
                <c:pt idx="276">
                  <c:v>4.2055979582742502</c:v>
                </c:pt>
                <c:pt idx="277">
                  <c:v>5.8513213540540301</c:v>
                </c:pt>
                <c:pt idx="278">
                  <c:v>-8.2141495553620203</c:v>
                </c:pt>
                <c:pt idx="279">
                  <c:v>25.341792459748</c:v>
                </c:pt>
                <c:pt idx="280">
                  <c:v>4.3417311989273797</c:v>
                </c:pt>
                <c:pt idx="281">
                  <c:v>-6.2633751086546203</c:v>
                </c:pt>
                <c:pt idx="282">
                  <c:v>-1.7830408493004</c:v>
                </c:pt>
                <c:pt idx="283">
                  <c:v>-11.8379571865102</c:v>
                </c:pt>
                <c:pt idx="284">
                  <c:v>-28.916417712580301</c:v>
                </c:pt>
                <c:pt idx="285">
                  <c:v>-6.26968505908716</c:v>
                </c:pt>
                <c:pt idx="286">
                  <c:v>-8.25360027841697</c:v>
                </c:pt>
                <c:pt idx="287">
                  <c:v>4.0467142522806201</c:v>
                </c:pt>
                <c:pt idx="288">
                  <c:v>9.5647989183832998</c:v>
                </c:pt>
                <c:pt idx="289">
                  <c:v>3.40060939690607</c:v>
                </c:pt>
                <c:pt idx="290">
                  <c:v>28.0178906405284</c:v>
                </c:pt>
                <c:pt idx="291">
                  <c:v>12.8913403675827</c:v>
                </c:pt>
                <c:pt idx="292">
                  <c:v>-4.1692932077311404</c:v>
                </c:pt>
                <c:pt idx="293">
                  <c:v>-21.157067300175001</c:v>
                </c:pt>
                <c:pt idx="294">
                  <c:v>0.67279842778103804</c:v>
                </c:pt>
                <c:pt idx="295">
                  <c:v>-6.9846410130271197</c:v>
                </c:pt>
                <c:pt idx="296">
                  <c:v>3.4761193840147899</c:v>
                </c:pt>
                <c:pt idx="297">
                  <c:v>9.1693311068106595</c:v>
                </c:pt>
                <c:pt idx="298">
                  <c:v>-2.3098033812066601</c:v>
                </c:pt>
                <c:pt idx="299">
                  <c:v>9.1174151231317708</c:v>
                </c:pt>
                <c:pt idx="300">
                  <c:v>7.2825677287266499</c:v>
                </c:pt>
                <c:pt idx="301">
                  <c:v>-8.6545980745265592</c:v>
                </c:pt>
                <c:pt idx="302">
                  <c:v>4.1908643578312104</c:v>
                </c:pt>
                <c:pt idx="303">
                  <c:v>1.2500035760264401</c:v>
                </c:pt>
                <c:pt idx="304">
                  <c:v>-21.4356242229297</c:v>
                </c:pt>
                <c:pt idx="305">
                  <c:v>-20.8698940943342</c:v>
                </c:pt>
                <c:pt idx="306">
                  <c:v>2.3614722470670499</c:v>
                </c:pt>
                <c:pt idx="307">
                  <c:v>-25.729940710595798</c:v>
                </c:pt>
                <c:pt idx="308">
                  <c:v>10.385603707325901</c:v>
                </c:pt>
                <c:pt idx="309">
                  <c:v>3.51533590890529</c:v>
                </c:pt>
                <c:pt idx="310">
                  <c:v>-19.0998821679019</c:v>
                </c:pt>
                <c:pt idx="311">
                  <c:v>-46.553365062731302</c:v>
                </c:pt>
                <c:pt idx="312">
                  <c:v>-11.710978017179301</c:v>
                </c:pt>
                <c:pt idx="313">
                  <c:v>-26.619452316880501</c:v>
                </c:pt>
                <c:pt idx="314">
                  <c:v>-7.4250771173794403</c:v>
                </c:pt>
                <c:pt idx="315">
                  <c:v>-8.6462291872799302</c:v>
                </c:pt>
                <c:pt idx="316">
                  <c:v>5.4856196700690498</c:v>
                </c:pt>
                <c:pt idx="317">
                  <c:v>3.4640894090917298</c:v>
                </c:pt>
                <c:pt idx="318">
                  <c:v>23.768660386931401</c:v>
                </c:pt>
                <c:pt idx="319">
                  <c:v>-12.6619321669258</c:v>
                </c:pt>
                <c:pt idx="320">
                  <c:v>18.9055322418196</c:v>
                </c:pt>
                <c:pt idx="321">
                  <c:v>-13.8829605793703</c:v>
                </c:pt>
                <c:pt idx="322">
                  <c:v>6.13494612520911</c:v>
                </c:pt>
                <c:pt idx="323">
                  <c:v>-0.237948643959112</c:v>
                </c:pt>
                <c:pt idx="324">
                  <c:v>3.1976019591051199</c:v>
                </c:pt>
                <c:pt idx="325">
                  <c:v>27.650143902008899</c:v>
                </c:pt>
                <c:pt idx="326">
                  <c:v>1.4464605000139901</c:v>
                </c:pt>
                <c:pt idx="327">
                  <c:v>26.1398746431653</c:v>
                </c:pt>
                <c:pt idx="328">
                  <c:v>16.620430436992802</c:v>
                </c:pt>
                <c:pt idx="329">
                  <c:v>-3.2633112197777501</c:v>
                </c:pt>
                <c:pt idx="330">
                  <c:v>-11.2992132269636</c:v>
                </c:pt>
                <c:pt idx="331">
                  <c:v>-3.6963937452875602</c:v>
                </c:pt>
                <c:pt idx="332">
                  <c:v>7.4638554627286098</c:v>
                </c:pt>
                <c:pt idx="333">
                  <c:v>15.177853318904999</c:v>
                </c:pt>
                <c:pt idx="334">
                  <c:v>-4.9949229221658902</c:v>
                </c:pt>
                <c:pt idx="335">
                  <c:v>9.3624203238702197</c:v>
                </c:pt>
                <c:pt idx="336">
                  <c:v>-4.1103047532302304</c:v>
                </c:pt>
                <c:pt idx="337">
                  <c:v>3.9308297479345802</c:v>
                </c:pt>
                <c:pt idx="338">
                  <c:v>-22.388651644975699</c:v>
                </c:pt>
                <c:pt idx="339">
                  <c:v>-0.25233428543458603</c:v>
                </c:pt>
                <c:pt idx="340">
                  <c:v>15.2247661845919</c:v>
                </c:pt>
                <c:pt idx="341">
                  <c:v>15.906894010944599</c:v>
                </c:pt>
                <c:pt idx="342">
                  <c:v>5.5155334424972802</c:v>
                </c:pt>
                <c:pt idx="343">
                  <c:v>8.6061385798063199</c:v>
                </c:pt>
                <c:pt idx="344">
                  <c:v>-10.159212689296799</c:v>
                </c:pt>
                <c:pt idx="345">
                  <c:v>21.450814558454901</c:v>
                </c:pt>
                <c:pt idx="346">
                  <c:v>-13.9806735576168</c:v>
                </c:pt>
                <c:pt idx="347">
                  <c:v>17.424561016312101</c:v>
                </c:pt>
                <c:pt idx="348">
                  <c:v>-10.445621494009901</c:v>
                </c:pt>
                <c:pt idx="349">
                  <c:v>-5.4872336184451598</c:v>
                </c:pt>
                <c:pt idx="350">
                  <c:v>7.6205650688705502</c:v>
                </c:pt>
                <c:pt idx="351">
                  <c:v>-11.499982011223199</c:v>
                </c:pt>
                <c:pt idx="352">
                  <c:v>-0.21615406111785901</c:v>
                </c:pt>
                <c:pt idx="353">
                  <c:v>-6.8349618504210898</c:v>
                </c:pt>
                <c:pt idx="354">
                  <c:v>1.34714730594349</c:v>
                </c:pt>
                <c:pt idx="355">
                  <c:v>-11.816533117652</c:v>
                </c:pt>
                <c:pt idx="356">
                  <c:v>25.416450720504798</c:v>
                </c:pt>
                <c:pt idx="357">
                  <c:v>-4.3003522802331098</c:v>
                </c:pt>
                <c:pt idx="358">
                  <c:v>-7.17877477921198</c:v>
                </c:pt>
                <c:pt idx="359">
                  <c:v>-17.794597726724401</c:v>
                </c:pt>
                <c:pt idx="360">
                  <c:v>-10.1630945131923</c:v>
                </c:pt>
                <c:pt idx="361">
                  <c:v>-7.4234858192149398</c:v>
                </c:pt>
                <c:pt idx="362">
                  <c:v>-10.6598512766727</c:v>
                </c:pt>
                <c:pt idx="363">
                  <c:v>-46.011038821222201</c:v>
                </c:pt>
                <c:pt idx="364">
                  <c:v>-3.0885359735317102</c:v>
                </c:pt>
                <c:pt idx="365">
                  <c:v>-28.759935920817199</c:v>
                </c:pt>
                <c:pt idx="366">
                  <c:v>5.3789264666814596</c:v>
                </c:pt>
                <c:pt idx="367">
                  <c:v>-9.08937201666029</c:v>
                </c:pt>
                <c:pt idx="368">
                  <c:v>-17.976879864931998</c:v>
                </c:pt>
                <c:pt idx="369">
                  <c:v>18.519751097632099</c:v>
                </c:pt>
                <c:pt idx="370">
                  <c:v>17.371188049659899</c:v>
                </c:pt>
                <c:pt idx="371">
                  <c:v>-10.8460731440326</c:v>
                </c:pt>
                <c:pt idx="372">
                  <c:v>-4.2555571212240197</c:v>
                </c:pt>
                <c:pt idx="373">
                  <c:v>31.091003979578701</c:v>
                </c:pt>
                <c:pt idx="374">
                  <c:v>1.3657439429432601</c:v>
                </c:pt>
                <c:pt idx="375">
                  <c:v>-9.4314721822834997</c:v>
                </c:pt>
                <c:pt idx="376">
                  <c:v>-31.805120927893501</c:v>
                </c:pt>
                <c:pt idx="377">
                  <c:v>-0.22138091041504901</c:v>
                </c:pt>
                <c:pt idx="378">
                  <c:v>-1.7710087435800601</c:v>
                </c:pt>
                <c:pt idx="379">
                  <c:v>-8.5094068784946106</c:v>
                </c:pt>
                <c:pt idx="380">
                  <c:v>-10.4942634097424</c:v>
                </c:pt>
                <c:pt idx="381">
                  <c:v>-41.187490576074701</c:v>
                </c:pt>
                <c:pt idx="382">
                  <c:v>-24.246265325865199</c:v>
                </c:pt>
                <c:pt idx="383">
                  <c:v>-70.749489395318307</c:v>
                </c:pt>
                <c:pt idx="384">
                  <c:v>39.3161945219329</c:v>
                </c:pt>
                <c:pt idx="385">
                  <c:v>-12.263777296034</c:v>
                </c:pt>
                <c:pt idx="386">
                  <c:v>12.666080916984001</c:v>
                </c:pt>
                <c:pt idx="387">
                  <c:v>30.220159032843998</c:v>
                </c:pt>
                <c:pt idx="388">
                  <c:v>23.807084284692699</c:v>
                </c:pt>
                <c:pt idx="389">
                  <c:v>-16.052288688094301</c:v>
                </c:pt>
                <c:pt idx="390">
                  <c:v>-0.74034854055208998</c:v>
                </c:pt>
                <c:pt idx="391">
                  <c:v>-23.416336956407601</c:v>
                </c:pt>
                <c:pt idx="392">
                  <c:v>-20.901095405522401</c:v>
                </c:pt>
                <c:pt idx="393">
                  <c:v>42.689711753153098</c:v>
                </c:pt>
                <c:pt idx="394">
                  <c:v>-23.842875241445402</c:v>
                </c:pt>
                <c:pt idx="395">
                  <c:v>3.7634452683884798</c:v>
                </c:pt>
                <c:pt idx="396">
                  <c:v>-6.9891173183141699</c:v>
                </c:pt>
                <c:pt idx="397">
                  <c:v>-6.0478286973878399</c:v>
                </c:pt>
                <c:pt idx="398">
                  <c:v>-24.5322258481063</c:v>
                </c:pt>
                <c:pt idx="399">
                  <c:v>-9.0894440144798399</c:v>
                </c:pt>
                <c:pt idx="400">
                  <c:v>-40.794809924262402</c:v>
                </c:pt>
                <c:pt idx="401">
                  <c:v>32.0200477761408</c:v>
                </c:pt>
                <c:pt idx="402">
                  <c:v>26.585217565333</c:v>
                </c:pt>
                <c:pt idx="403">
                  <c:v>10.3290975769848</c:v>
                </c:pt>
                <c:pt idx="404">
                  <c:v>-8.9539831649134598</c:v>
                </c:pt>
                <c:pt idx="405">
                  <c:v>29.523640933615599</c:v>
                </c:pt>
                <c:pt idx="406">
                  <c:v>-14.0580518034549</c:v>
                </c:pt>
                <c:pt idx="407">
                  <c:v>24.770919990748698</c:v>
                </c:pt>
                <c:pt idx="408">
                  <c:v>-8.2316915347145798</c:v>
                </c:pt>
                <c:pt idx="409">
                  <c:v>-12.7435922559744</c:v>
                </c:pt>
                <c:pt idx="410">
                  <c:v>5.1478272460966696</c:v>
                </c:pt>
                <c:pt idx="411">
                  <c:v>-17.0782429023878</c:v>
                </c:pt>
                <c:pt idx="412">
                  <c:v>4.9080803892394904</c:v>
                </c:pt>
                <c:pt idx="413">
                  <c:v>14.408713371038299</c:v>
                </c:pt>
                <c:pt idx="414">
                  <c:v>17.905580439124101</c:v>
                </c:pt>
                <c:pt idx="415">
                  <c:v>42.859503365420302</c:v>
                </c:pt>
                <c:pt idx="416">
                  <c:v>-7.3253362308514101</c:v>
                </c:pt>
                <c:pt idx="417">
                  <c:v>19.846531708525902</c:v>
                </c:pt>
                <c:pt idx="418">
                  <c:v>-9.9894242128447193</c:v>
                </c:pt>
                <c:pt idx="419">
                  <c:v>4.1695874105922304</c:v>
                </c:pt>
                <c:pt idx="420">
                  <c:v>7.44992842871594</c:v>
                </c:pt>
                <c:pt idx="421">
                  <c:v>-1.6953940734338</c:v>
                </c:pt>
                <c:pt idx="422">
                  <c:v>-3.04310361192515</c:v>
                </c:pt>
                <c:pt idx="423">
                  <c:v>-2.1962020575935601</c:v>
                </c:pt>
                <c:pt idx="424">
                  <c:v>33.789086623923303</c:v>
                </c:pt>
                <c:pt idx="425">
                  <c:v>6.1397939565638397</c:v>
                </c:pt>
                <c:pt idx="426">
                  <c:v>-2.6198179145503202</c:v>
                </c:pt>
                <c:pt idx="427">
                  <c:v>-11.503869770599</c:v>
                </c:pt>
                <c:pt idx="428">
                  <c:v>5.2273263274368196</c:v>
                </c:pt>
                <c:pt idx="429">
                  <c:v>4.8226849743810298</c:v>
                </c:pt>
                <c:pt idx="430">
                  <c:v>13.399839375215199</c:v>
                </c:pt>
                <c:pt idx="431">
                  <c:v>4.71951791225377</c:v>
                </c:pt>
                <c:pt idx="432">
                  <c:v>3.0847018708194001</c:v>
                </c:pt>
                <c:pt idx="433">
                  <c:v>-4.7943882959384103</c:v>
                </c:pt>
                <c:pt idx="434">
                  <c:v>-0.89018596342673595</c:v>
                </c:pt>
                <c:pt idx="435">
                  <c:v>7.61206827992096</c:v>
                </c:pt>
                <c:pt idx="436">
                  <c:v>3.6741713195098198</c:v>
                </c:pt>
                <c:pt idx="437">
                  <c:v>-1.0765417225344001</c:v>
                </c:pt>
                <c:pt idx="438">
                  <c:v>18.880036163995499</c:v>
                </c:pt>
                <c:pt idx="439">
                  <c:v>3.4267922889390201</c:v>
                </c:pt>
                <c:pt idx="440">
                  <c:v>1.1173634153404799</c:v>
                </c:pt>
                <c:pt idx="441">
                  <c:v>-3.51161248315666</c:v>
                </c:pt>
                <c:pt idx="442">
                  <c:v>-37.7239873568194</c:v>
                </c:pt>
                <c:pt idx="443">
                  <c:v>9.6075540053974908</c:v>
                </c:pt>
                <c:pt idx="444">
                  <c:v>12.752146501752801</c:v>
                </c:pt>
                <c:pt idx="445">
                  <c:v>-12.895263356400401</c:v>
                </c:pt>
                <c:pt idx="446">
                  <c:v>-12.425850894120201</c:v>
                </c:pt>
                <c:pt idx="447">
                  <c:v>3.0486829982144799</c:v>
                </c:pt>
                <c:pt idx="448">
                  <c:v>-6.3913380390300398</c:v>
                </c:pt>
                <c:pt idx="449">
                  <c:v>-11.843254507342101</c:v>
                </c:pt>
                <c:pt idx="450">
                  <c:v>0.142677105135912</c:v>
                </c:pt>
                <c:pt idx="451">
                  <c:v>-13.6853653531132</c:v>
                </c:pt>
                <c:pt idx="452">
                  <c:v>28.302022960008902</c:v>
                </c:pt>
                <c:pt idx="453">
                  <c:v>11.246423032284399</c:v>
                </c:pt>
                <c:pt idx="454">
                  <c:v>3.0868148473961798</c:v>
                </c:pt>
                <c:pt idx="455">
                  <c:v>-1.2005565967324701</c:v>
                </c:pt>
                <c:pt idx="456">
                  <c:v>23.061278895106899</c:v>
                </c:pt>
                <c:pt idx="457">
                  <c:v>1.24246186048214</c:v>
                </c:pt>
                <c:pt idx="458">
                  <c:v>14.265975095236399</c:v>
                </c:pt>
                <c:pt idx="459">
                  <c:v>0.47334573144819803</c:v>
                </c:pt>
                <c:pt idx="460">
                  <c:v>23.203201811391001</c:v>
                </c:pt>
                <c:pt idx="461">
                  <c:v>-16.929683406895599</c:v>
                </c:pt>
                <c:pt idx="462">
                  <c:v>-10.7161572728106</c:v>
                </c:pt>
                <c:pt idx="463">
                  <c:v>22.174386197216499</c:v>
                </c:pt>
                <c:pt idx="464">
                  <c:v>26.922634712031801</c:v>
                </c:pt>
                <c:pt idx="465">
                  <c:v>-14.485028989630999</c:v>
                </c:pt>
                <c:pt idx="466">
                  <c:v>8.6758705063989794</c:v>
                </c:pt>
                <c:pt idx="467">
                  <c:v>0.32009887482055099</c:v>
                </c:pt>
                <c:pt idx="468">
                  <c:v>-7.8770310316642398</c:v>
                </c:pt>
                <c:pt idx="469">
                  <c:v>7.8193332188111304</c:v>
                </c:pt>
                <c:pt idx="470">
                  <c:v>-12.7128435825945</c:v>
                </c:pt>
                <c:pt idx="471">
                  <c:v>12.853650844494499</c:v>
                </c:pt>
                <c:pt idx="472">
                  <c:v>13.4731873992652</c:v>
                </c:pt>
                <c:pt idx="473">
                  <c:v>15.875086288688699</c:v>
                </c:pt>
                <c:pt idx="474">
                  <c:v>-34.706725036760098</c:v>
                </c:pt>
                <c:pt idx="475">
                  <c:v>-4.4699429979616099</c:v>
                </c:pt>
                <c:pt idx="476">
                  <c:v>-3.59504462047158</c:v>
                </c:pt>
                <c:pt idx="477">
                  <c:v>-11.1839044182806</c:v>
                </c:pt>
                <c:pt idx="478">
                  <c:v>0.16094793664620999</c:v>
                </c:pt>
                <c:pt idx="479">
                  <c:v>-14.3314906838963</c:v>
                </c:pt>
                <c:pt idx="480">
                  <c:v>6.4438838561888403</c:v>
                </c:pt>
                <c:pt idx="481">
                  <c:v>-15.515949939670801</c:v>
                </c:pt>
                <c:pt idx="482">
                  <c:v>-1.4531983633273999</c:v>
                </c:pt>
                <c:pt idx="483">
                  <c:v>-31.402910521643999</c:v>
                </c:pt>
                <c:pt idx="484">
                  <c:v>-6.5699300667603104</c:v>
                </c:pt>
                <c:pt idx="485">
                  <c:v>8.5537899525261398</c:v>
                </c:pt>
                <c:pt idx="486">
                  <c:v>-8.0767989560419906</c:v>
                </c:pt>
                <c:pt idx="487">
                  <c:v>10.763591620590899</c:v>
                </c:pt>
                <c:pt idx="488">
                  <c:v>12.7842826477959</c:v>
                </c:pt>
                <c:pt idx="489">
                  <c:v>-24.022227140128901</c:v>
                </c:pt>
                <c:pt idx="490">
                  <c:v>-28.244509053335701</c:v>
                </c:pt>
                <c:pt idx="491">
                  <c:v>-19.012872419903999</c:v>
                </c:pt>
                <c:pt idx="492">
                  <c:v>18.054034178731101</c:v>
                </c:pt>
                <c:pt idx="493">
                  <c:v>6.8640473082542899</c:v>
                </c:pt>
                <c:pt idx="494">
                  <c:v>13.1035317652562</c:v>
                </c:pt>
                <c:pt idx="495">
                  <c:v>-19.993685694480298</c:v>
                </c:pt>
                <c:pt idx="496">
                  <c:v>-2.1996336527579401</c:v>
                </c:pt>
                <c:pt idx="497">
                  <c:v>37.477247881331401</c:v>
                </c:pt>
                <c:pt idx="498">
                  <c:v>49.0602390494575</c:v>
                </c:pt>
                <c:pt idx="499">
                  <c:v>14.370596872934801</c:v>
                </c:pt>
                <c:pt idx="500">
                  <c:v>-18.1910572873037</c:v>
                </c:pt>
                <c:pt idx="501">
                  <c:v>11.9488943982237</c:v>
                </c:pt>
                <c:pt idx="502">
                  <c:v>-2.45226519360159</c:v>
                </c:pt>
                <c:pt idx="503">
                  <c:v>26.140017928103099</c:v>
                </c:pt>
                <c:pt idx="504">
                  <c:v>-3.01622923593336</c:v>
                </c:pt>
                <c:pt idx="505">
                  <c:v>2.9188754338789802</c:v>
                </c:pt>
                <c:pt idx="506">
                  <c:v>12.2454567565015</c:v>
                </c:pt>
                <c:pt idx="507">
                  <c:v>10.3665272845346</c:v>
                </c:pt>
                <c:pt idx="508">
                  <c:v>-12.3983367299266</c:v>
                </c:pt>
                <c:pt idx="509">
                  <c:v>-7.3749544458046401</c:v>
                </c:pt>
                <c:pt idx="510">
                  <c:v>1.41493701713244</c:v>
                </c:pt>
                <c:pt idx="511">
                  <c:v>-0.82397224812314196</c:v>
                </c:pt>
                <c:pt idx="512">
                  <c:v>-7.3498441389866596</c:v>
                </c:pt>
                <c:pt idx="513">
                  <c:v>-13.481905308365301</c:v>
                </c:pt>
                <c:pt idx="514">
                  <c:v>15.9162266185534</c:v>
                </c:pt>
                <c:pt idx="515">
                  <c:v>2.4180353933860599</c:v>
                </c:pt>
                <c:pt idx="516">
                  <c:v>10.7359344345073</c:v>
                </c:pt>
                <c:pt idx="517">
                  <c:v>-3.0628568139570702</c:v>
                </c:pt>
                <c:pt idx="518">
                  <c:v>9.9189602884004309</c:v>
                </c:pt>
                <c:pt idx="519">
                  <c:v>-5.6989138510678004</c:v>
                </c:pt>
                <c:pt idx="520">
                  <c:v>-1.90187786831137</c:v>
                </c:pt>
                <c:pt idx="521">
                  <c:v>3.61236124416159</c:v>
                </c:pt>
                <c:pt idx="522">
                  <c:v>-1.8250051103440501</c:v>
                </c:pt>
                <c:pt idx="523">
                  <c:v>-15.131232945842701</c:v>
                </c:pt>
                <c:pt idx="524">
                  <c:v>-1.1789342598399799</c:v>
                </c:pt>
                <c:pt idx="525">
                  <c:v>-6.8739816438562897</c:v>
                </c:pt>
                <c:pt idx="526">
                  <c:v>-3.9241772383091398</c:v>
                </c:pt>
                <c:pt idx="527">
                  <c:v>14.584985566018799</c:v>
                </c:pt>
                <c:pt idx="528">
                  <c:v>5.2365280687509799</c:v>
                </c:pt>
                <c:pt idx="529">
                  <c:v>-5.76567187588671</c:v>
                </c:pt>
                <c:pt idx="530">
                  <c:v>1.89984812396747</c:v>
                </c:pt>
                <c:pt idx="531">
                  <c:v>-5.4472114274979404</c:v>
                </c:pt>
                <c:pt idx="532">
                  <c:v>-3.8427978633364002</c:v>
                </c:pt>
                <c:pt idx="533">
                  <c:v>-7.9879610821764704</c:v>
                </c:pt>
                <c:pt idx="534">
                  <c:v>10.2547930716756</c:v>
                </c:pt>
                <c:pt idx="535">
                  <c:v>12.629817501862201</c:v>
                </c:pt>
                <c:pt idx="536">
                  <c:v>-10.0758731958102</c:v>
                </c:pt>
                <c:pt idx="537">
                  <c:v>0.22832668370127401</c:v>
                </c:pt>
                <c:pt idx="538">
                  <c:v>-2.7815560485103199</c:v>
                </c:pt>
                <c:pt idx="539">
                  <c:v>9.9169690955072607</c:v>
                </c:pt>
                <c:pt idx="540">
                  <c:v>0.77260428480021404</c:v>
                </c:pt>
                <c:pt idx="541">
                  <c:v>-12.2734220968015</c:v>
                </c:pt>
                <c:pt idx="542">
                  <c:v>6.8884672638506599</c:v>
                </c:pt>
                <c:pt idx="543">
                  <c:v>-5.2773651934376096</c:v>
                </c:pt>
                <c:pt idx="544">
                  <c:v>-9.9939473895323694</c:v>
                </c:pt>
                <c:pt idx="545">
                  <c:v>-8.6849338605077708</c:v>
                </c:pt>
                <c:pt idx="546">
                  <c:v>4.1545352892891998</c:v>
                </c:pt>
                <c:pt idx="547">
                  <c:v>-13.477449513610299</c:v>
                </c:pt>
                <c:pt idx="548">
                  <c:v>-3.3772428715146199</c:v>
                </c:pt>
                <c:pt idx="549">
                  <c:v>-22.099266702234001</c:v>
                </c:pt>
                <c:pt idx="550">
                  <c:v>-11.089922161467101</c:v>
                </c:pt>
                <c:pt idx="551">
                  <c:v>-7.1227460421607498</c:v>
                </c:pt>
                <c:pt idx="552">
                  <c:v>23.839089010513501</c:v>
                </c:pt>
                <c:pt idx="553">
                  <c:v>-3.1171996333090299</c:v>
                </c:pt>
                <c:pt idx="554">
                  <c:v>11.4018254825749</c:v>
                </c:pt>
                <c:pt idx="555">
                  <c:v>-15.4467370670049</c:v>
                </c:pt>
                <c:pt idx="556">
                  <c:v>7.5942003315228304</c:v>
                </c:pt>
                <c:pt idx="557">
                  <c:v>-18.037582458057301</c:v>
                </c:pt>
                <c:pt idx="558">
                  <c:v>7.0785630084425897</c:v>
                </c:pt>
                <c:pt idx="559">
                  <c:v>2.7966338943596698</c:v>
                </c:pt>
                <c:pt idx="560">
                  <c:v>2.4904186803077799</c:v>
                </c:pt>
                <c:pt idx="561">
                  <c:v>-12.6547553548432</c:v>
                </c:pt>
                <c:pt idx="562">
                  <c:v>-12.958484290750899</c:v>
                </c:pt>
                <c:pt idx="563">
                  <c:v>7.68967962618028</c:v>
                </c:pt>
                <c:pt idx="564">
                  <c:v>0.81683861992024498</c:v>
                </c:pt>
                <c:pt idx="565">
                  <c:v>1.8593290938232401</c:v>
                </c:pt>
                <c:pt idx="566">
                  <c:v>0.14530771030418099</c:v>
                </c:pt>
                <c:pt idx="567">
                  <c:v>-4.3616347214465501</c:v>
                </c:pt>
                <c:pt idx="568">
                  <c:v>-4.3290957983747402</c:v>
                </c:pt>
                <c:pt idx="569">
                  <c:v>10.6391951549751</c:v>
                </c:pt>
                <c:pt idx="570">
                  <c:v>3.7317509020373798</c:v>
                </c:pt>
                <c:pt idx="571">
                  <c:v>-2.8149579789910999</c:v>
                </c:pt>
                <c:pt idx="572">
                  <c:v>-4.2252159376978797</c:v>
                </c:pt>
                <c:pt idx="573">
                  <c:v>-14.913423498442899</c:v>
                </c:pt>
                <c:pt idx="574">
                  <c:v>14.876578540053901</c:v>
                </c:pt>
                <c:pt idx="575">
                  <c:v>-2.2601945329295199</c:v>
                </c:pt>
                <c:pt idx="576">
                  <c:v>-1.49560474631496</c:v>
                </c:pt>
                <c:pt idx="577">
                  <c:v>-13.7850443537726</c:v>
                </c:pt>
                <c:pt idx="578">
                  <c:v>-11.2597904057157</c:v>
                </c:pt>
                <c:pt idx="579">
                  <c:v>-17.2810973507409</c:v>
                </c:pt>
                <c:pt idx="580">
                  <c:v>20.893841105657302</c:v>
                </c:pt>
                <c:pt idx="581">
                  <c:v>0.35207288935856401</c:v>
                </c:pt>
                <c:pt idx="582">
                  <c:v>22.069769203467601</c:v>
                </c:pt>
                <c:pt idx="583">
                  <c:v>-4.8545911465846698</c:v>
                </c:pt>
                <c:pt idx="584">
                  <c:v>2.6878087458096802</c:v>
                </c:pt>
                <c:pt idx="585">
                  <c:v>2.3212645182396798</c:v>
                </c:pt>
                <c:pt idx="586">
                  <c:v>13.2331357410966</c:v>
                </c:pt>
                <c:pt idx="587">
                  <c:v>-6.9665422895515103</c:v>
                </c:pt>
                <c:pt idx="588">
                  <c:v>-4.0469482264808496</c:v>
                </c:pt>
                <c:pt idx="589">
                  <c:v>-1.1307284447216599</c:v>
                </c:pt>
                <c:pt idx="590">
                  <c:v>-7.7767119068944801</c:v>
                </c:pt>
                <c:pt idx="591">
                  <c:v>4.3847660413907903</c:v>
                </c:pt>
                <c:pt idx="592">
                  <c:v>6.4903806606233196</c:v>
                </c:pt>
                <c:pt idx="593">
                  <c:v>-13.6978261249751</c:v>
                </c:pt>
                <c:pt idx="594">
                  <c:v>-7.3937963220335003</c:v>
                </c:pt>
                <c:pt idx="595">
                  <c:v>6.9522407300494597</c:v>
                </c:pt>
                <c:pt idx="596">
                  <c:v>-10.0152392176427</c:v>
                </c:pt>
                <c:pt idx="597">
                  <c:v>-8.8614269190683004</c:v>
                </c:pt>
                <c:pt idx="598">
                  <c:v>-5.3580280983115802</c:v>
                </c:pt>
                <c:pt idx="599">
                  <c:v>11.9206557265502</c:v>
                </c:pt>
                <c:pt idx="600">
                  <c:v>11.2613259651551</c:v>
                </c:pt>
                <c:pt idx="601">
                  <c:v>-5.4096925815472101</c:v>
                </c:pt>
                <c:pt idx="602">
                  <c:v>-3.08619326440013</c:v>
                </c:pt>
                <c:pt idx="603">
                  <c:v>-5.0200245972861799</c:v>
                </c:pt>
                <c:pt idx="604">
                  <c:v>-11.793327214622099</c:v>
                </c:pt>
                <c:pt idx="605">
                  <c:v>5.79929932805618</c:v>
                </c:pt>
                <c:pt idx="606">
                  <c:v>-19.052538267083801</c:v>
                </c:pt>
                <c:pt idx="607">
                  <c:v>13.4381638884023</c:v>
                </c:pt>
                <c:pt idx="608">
                  <c:v>-13.5553344714715</c:v>
                </c:pt>
                <c:pt idx="609">
                  <c:v>-2.73750737213564</c:v>
                </c:pt>
                <c:pt idx="610">
                  <c:v>9.6822136538839594</c:v>
                </c:pt>
                <c:pt idx="611">
                  <c:v>4.5004815393209201</c:v>
                </c:pt>
                <c:pt idx="612">
                  <c:v>-9.5444388805284994</c:v>
                </c:pt>
                <c:pt idx="613">
                  <c:v>9.4456173238179293</c:v>
                </c:pt>
                <c:pt idx="614">
                  <c:v>4.8784308611983898</c:v>
                </c:pt>
                <c:pt idx="615">
                  <c:v>0.24889069635099301</c:v>
                </c:pt>
                <c:pt idx="616">
                  <c:v>6.69921339941566</c:v>
                </c:pt>
                <c:pt idx="617">
                  <c:v>6.7754349172808102</c:v>
                </c:pt>
                <c:pt idx="618">
                  <c:v>-13.5053937529267</c:v>
                </c:pt>
                <c:pt idx="619">
                  <c:v>-6.9103150428991302</c:v>
                </c:pt>
                <c:pt idx="620">
                  <c:v>-0.61390455215600603</c:v>
                </c:pt>
                <c:pt idx="621">
                  <c:v>-16.804678019601798</c:v>
                </c:pt>
                <c:pt idx="622">
                  <c:v>12.4750697956308</c:v>
                </c:pt>
                <c:pt idx="623">
                  <c:v>-14.033966831452901</c:v>
                </c:pt>
                <c:pt idx="624">
                  <c:v>0.78765279083866202</c:v>
                </c:pt>
                <c:pt idx="625">
                  <c:v>2.37354949823564</c:v>
                </c:pt>
                <c:pt idx="626">
                  <c:v>5.0115979163767204</c:v>
                </c:pt>
                <c:pt idx="627">
                  <c:v>-3.8278067111121099</c:v>
                </c:pt>
                <c:pt idx="628">
                  <c:v>-10.8830180914695</c:v>
                </c:pt>
                <c:pt idx="629">
                  <c:v>3.3858936235958099</c:v>
                </c:pt>
                <c:pt idx="630">
                  <c:v>-0.68377304839588005</c:v>
                </c:pt>
                <c:pt idx="631">
                  <c:v>-11.141485438307299</c:v>
                </c:pt>
                <c:pt idx="632">
                  <c:v>9.4470064450733204</c:v>
                </c:pt>
                <c:pt idx="633">
                  <c:v>-1.10042156638455</c:v>
                </c:pt>
                <c:pt idx="634">
                  <c:v>-6.1851361587403302</c:v>
                </c:pt>
                <c:pt idx="635">
                  <c:v>2.5377741526516502</c:v>
                </c:pt>
                <c:pt idx="636">
                  <c:v>-58.208087402851902</c:v>
                </c:pt>
                <c:pt idx="637">
                  <c:v>5.3385790942785301</c:v>
                </c:pt>
                <c:pt idx="638">
                  <c:v>15.9823811083598</c:v>
                </c:pt>
                <c:pt idx="639">
                  <c:v>3.4632811308110698</c:v>
                </c:pt>
                <c:pt idx="640">
                  <c:v>10.9709426513236</c:v>
                </c:pt>
                <c:pt idx="641">
                  <c:v>8.3469665705852805</c:v>
                </c:pt>
                <c:pt idx="642">
                  <c:v>-9.5833239832378503</c:v>
                </c:pt>
                <c:pt idx="643">
                  <c:v>-5.2146508042994402</c:v>
                </c:pt>
                <c:pt idx="644">
                  <c:v>-4.7691453683661704</c:v>
                </c:pt>
                <c:pt idx="645">
                  <c:v>-10.7268700558971</c:v>
                </c:pt>
                <c:pt idx="646">
                  <c:v>-11.9254367702596</c:v>
                </c:pt>
                <c:pt idx="647">
                  <c:v>7.8282813347403604</c:v>
                </c:pt>
                <c:pt idx="648">
                  <c:v>-7.9748690575880996</c:v>
                </c:pt>
                <c:pt idx="649">
                  <c:v>16.233086168835801</c:v>
                </c:pt>
                <c:pt idx="650">
                  <c:v>-2.7921950038402099</c:v>
                </c:pt>
                <c:pt idx="651">
                  <c:v>-16.533232405311999</c:v>
                </c:pt>
                <c:pt idx="652">
                  <c:v>17.2549025589942</c:v>
                </c:pt>
                <c:pt idx="653">
                  <c:v>-6.1052552002406602</c:v>
                </c:pt>
                <c:pt idx="654">
                  <c:v>-0.42887661509710001</c:v>
                </c:pt>
                <c:pt idx="655">
                  <c:v>5.7805233336182598</c:v>
                </c:pt>
                <c:pt idx="656">
                  <c:v>20.755362328648101</c:v>
                </c:pt>
                <c:pt idx="657">
                  <c:v>8.6186452952680206</c:v>
                </c:pt>
                <c:pt idx="658">
                  <c:v>12.3547379223352</c:v>
                </c:pt>
                <c:pt idx="659">
                  <c:v>-1.76632741901443</c:v>
                </c:pt>
                <c:pt idx="660">
                  <c:v>6.61685740290915</c:v>
                </c:pt>
                <c:pt idx="661">
                  <c:v>9.3534716604346997</c:v>
                </c:pt>
                <c:pt idx="662">
                  <c:v>-3.8720619559536398</c:v>
                </c:pt>
                <c:pt idx="663">
                  <c:v>-5.5435145026385504</c:v>
                </c:pt>
                <c:pt idx="664">
                  <c:v>3.00618380107939</c:v>
                </c:pt>
                <c:pt idx="665">
                  <c:v>30.0172049026765</c:v>
                </c:pt>
                <c:pt idx="666">
                  <c:v>6.7138255506887399</c:v>
                </c:pt>
                <c:pt idx="667">
                  <c:v>1.9802811526912001</c:v>
                </c:pt>
                <c:pt idx="668">
                  <c:v>4.8196096585449002</c:v>
                </c:pt>
                <c:pt idx="669">
                  <c:v>5.82898722740675</c:v>
                </c:pt>
                <c:pt idx="670">
                  <c:v>-6.1888525336544697</c:v>
                </c:pt>
                <c:pt idx="671">
                  <c:v>6.3256361918833797</c:v>
                </c:pt>
                <c:pt idx="672">
                  <c:v>-9.7058681704958794</c:v>
                </c:pt>
                <c:pt idx="673">
                  <c:v>-0.35623736013152701</c:v>
                </c:pt>
                <c:pt idx="674">
                  <c:v>10.477671277097199</c:v>
                </c:pt>
                <c:pt idx="675">
                  <c:v>20.773339755868601</c:v>
                </c:pt>
                <c:pt idx="676">
                  <c:v>-8.3920369265497801</c:v>
                </c:pt>
                <c:pt idx="677">
                  <c:v>0.37697770209658099</c:v>
                </c:pt>
                <c:pt idx="678">
                  <c:v>14.1166717655498</c:v>
                </c:pt>
                <c:pt idx="679">
                  <c:v>8.7176863847335397</c:v>
                </c:pt>
                <c:pt idx="680">
                  <c:v>8.0272446159196402</c:v>
                </c:pt>
                <c:pt idx="681">
                  <c:v>-9.0879321724265001</c:v>
                </c:pt>
                <c:pt idx="682">
                  <c:v>8.29513814109057</c:v>
                </c:pt>
                <c:pt idx="683">
                  <c:v>-7.6307410983524004</c:v>
                </c:pt>
                <c:pt idx="684">
                  <c:v>8.4700714988641401</c:v>
                </c:pt>
                <c:pt idx="685">
                  <c:v>-1.20905274481878</c:v>
                </c:pt>
                <c:pt idx="686">
                  <c:v>45.417619611649997</c:v>
                </c:pt>
                <c:pt idx="687">
                  <c:v>-6.8209454387795203</c:v>
                </c:pt>
                <c:pt idx="688">
                  <c:v>2.8623798126989701</c:v>
                </c:pt>
                <c:pt idx="689">
                  <c:v>-1.47222073970976</c:v>
                </c:pt>
                <c:pt idx="690">
                  <c:v>12.0400320602417</c:v>
                </c:pt>
                <c:pt idx="691">
                  <c:v>-1.2673599236231099</c:v>
                </c:pt>
                <c:pt idx="692">
                  <c:v>0.15724044540759599</c:v>
                </c:pt>
                <c:pt idx="693">
                  <c:v>4.4241133190951301</c:v>
                </c:pt>
                <c:pt idx="694">
                  <c:v>1.88703055732933</c:v>
                </c:pt>
                <c:pt idx="695">
                  <c:v>15.1238513127155</c:v>
                </c:pt>
                <c:pt idx="696">
                  <c:v>0</c:v>
                </c:pt>
                <c:pt idx="697">
                  <c:v>-23.261353253331102</c:v>
                </c:pt>
                <c:pt idx="698">
                  <c:v>-7.3769688772596496</c:v>
                </c:pt>
                <c:pt idx="699">
                  <c:v>10.4697387567274</c:v>
                </c:pt>
                <c:pt idx="700">
                  <c:v>-11.2679169146448</c:v>
                </c:pt>
                <c:pt idx="701">
                  <c:v>-0.56149139723646901</c:v>
                </c:pt>
                <c:pt idx="702">
                  <c:v>7.01290894611925</c:v>
                </c:pt>
                <c:pt idx="703">
                  <c:v>-4.0102639005145502</c:v>
                </c:pt>
                <c:pt idx="704">
                  <c:v>8.2590166568663594</c:v>
                </c:pt>
                <c:pt idx="705">
                  <c:v>2.6926827118690801</c:v>
                </c:pt>
                <c:pt idx="706">
                  <c:v>4.5135441245292496</c:v>
                </c:pt>
                <c:pt idx="707">
                  <c:v>-8.0657004450352403</c:v>
                </c:pt>
                <c:pt idx="708">
                  <c:v>-9.0936772755676092</c:v>
                </c:pt>
                <c:pt idx="709">
                  <c:v>-1.7360183799172599</c:v>
                </c:pt>
                <c:pt idx="710">
                  <c:v>-6.0021983803380197</c:v>
                </c:pt>
                <c:pt idx="711">
                  <c:v>8.7927874859064694</c:v>
                </c:pt>
                <c:pt idx="712">
                  <c:v>-2.2140694701211401</c:v>
                </c:pt>
                <c:pt idx="713">
                  <c:v>-4.44124241753563</c:v>
                </c:pt>
                <c:pt idx="714">
                  <c:v>-4.2477586565085197</c:v>
                </c:pt>
                <c:pt idx="715">
                  <c:v>9.8474183811760803</c:v>
                </c:pt>
                <c:pt idx="716">
                  <c:v>-10.991079407074301</c:v>
                </c:pt>
                <c:pt idx="717">
                  <c:v>13.0503719074053</c:v>
                </c:pt>
                <c:pt idx="718">
                  <c:v>1.21579464824742</c:v>
                </c:pt>
                <c:pt idx="719">
                  <c:v>-0.11061304370208901</c:v>
                </c:pt>
                <c:pt idx="720">
                  <c:v>8.0300753764800792</c:v>
                </c:pt>
                <c:pt idx="721">
                  <c:v>-17.166157970210001</c:v>
                </c:pt>
                <c:pt idx="722">
                  <c:v>1.6133256248633401</c:v>
                </c:pt>
                <c:pt idx="723">
                  <c:v>0.233579406349189</c:v>
                </c:pt>
                <c:pt idx="724">
                  <c:v>-4.6965953972260097</c:v>
                </c:pt>
                <c:pt idx="725">
                  <c:v>-10.737499988056999</c:v>
                </c:pt>
                <c:pt idx="726">
                  <c:v>-13.3260540193131</c:v>
                </c:pt>
                <c:pt idx="727">
                  <c:v>5.6440423227510896</c:v>
                </c:pt>
                <c:pt idx="728">
                  <c:v>-1.8159342314173299</c:v>
                </c:pt>
                <c:pt idx="729">
                  <c:v>2.56924601921077</c:v>
                </c:pt>
                <c:pt idx="730">
                  <c:v>-5.0971565601114897</c:v>
                </c:pt>
                <c:pt idx="731">
                  <c:v>1.2677384633035</c:v>
                </c:pt>
                <c:pt idx="732">
                  <c:v>11.5158185686933</c:v>
                </c:pt>
                <c:pt idx="733">
                  <c:v>-8.2277388759932109</c:v>
                </c:pt>
                <c:pt idx="734">
                  <c:v>10.4665991263281</c:v>
                </c:pt>
                <c:pt idx="735">
                  <c:v>-5.0296935137793302</c:v>
                </c:pt>
                <c:pt idx="736">
                  <c:v>-1.1056938601875901</c:v>
                </c:pt>
                <c:pt idx="737">
                  <c:v>-6.4505007620411199</c:v>
                </c:pt>
                <c:pt idx="738">
                  <c:v>7.0423097671418997</c:v>
                </c:pt>
                <c:pt idx="739">
                  <c:v>3.7859154455702799</c:v>
                </c:pt>
                <c:pt idx="740">
                  <c:v>5.3609777655627404</c:v>
                </c:pt>
                <c:pt idx="741">
                  <c:v>-1.2651584151883899</c:v>
                </c:pt>
                <c:pt idx="742">
                  <c:v>12.322986542644299</c:v>
                </c:pt>
                <c:pt idx="743">
                  <c:v>2.36534007133905</c:v>
                </c:pt>
                <c:pt idx="744">
                  <c:v>1.2080722511272699</c:v>
                </c:pt>
                <c:pt idx="745">
                  <c:v>3.1257771981317601</c:v>
                </c:pt>
                <c:pt idx="746">
                  <c:v>-5.8443071379763696</c:v>
                </c:pt>
                <c:pt idx="747">
                  <c:v>-8.2689617821690504</c:v>
                </c:pt>
                <c:pt idx="748">
                  <c:v>-7.0755427593972504</c:v>
                </c:pt>
                <c:pt idx="749">
                  <c:v>-7.1852280960075001</c:v>
                </c:pt>
                <c:pt idx="750">
                  <c:v>4.09483565358512</c:v>
                </c:pt>
                <c:pt idx="751">
                  <c:v>12.3378442966323</c:v>
                </c:pt>
                <c:pt idx="752">
                  <c:v>6.6215092477558803</c:v>
                </c:pt>
                <c:pt idx="753">
                  <c:v>-1.3613313375343801</c:v>
                </c:pt>
                <c:pt idx="754">
                  <c:v>-4.2056934044390104</c:v>
                </c:pt>
                <c:pt idx="755">
                  <c:v>3.3559378645938098</c:v>
                </c:pt>
                <c:pt idx="756">
                  <c:v>-0.86481919604776303</c:v>
                </c:pt>
                <c:pt idx="757">
                  <c:v>-7.3457156417289298</c:v>
                </c:pt>
                <c:pt idx="758">
                  <c:v>7.0731439020408402</c:v>
                </c:pt>
                <c:pt idx="759">
                  <c:v>-8.2117687210616204</c:v>
                </c:pt>
                <c:pt idx="760">
                  <c:v>-3.2541059092997502</c:v>
                </c:pt>
                <c:pt idx="761">
                  <c:v>-1.9016071435459098E-2</c:v>
                </c:pt>
                <c:pt idx="762">
                  <c:v>3.1478467705848301</c:v>
                </c:pt>
                <c:pt idx="763">
                  <c:v>-12.4237524957557</c:v>
                </c:pt>
                <c:pt idx="764">
                  <c:v>-2.5656546929281498</c:v>
                </c:pt>
                <c:pt idx="765">
                  <c:v>-16.265632309681401</c:v>
                </c:pt>
                <c:pt idx="766">
                  <c:v>11.871804291437799</c:v>
                </c:pt>
                <c:pt idx="767">
                  <c:v>-6.9273308951009396</c:v>
                </c:pt>
                <c:pt idx="768">
                  <c:v>-8.3771946087407994</c:v>
                </c:pt>
                <c:pt idx="769">
                  <c:v>-1.99739984697314</c:v>
                </c:pt>
                <c:pt idx="770">
                  <c:v>12.6637026472409</c:v>
                </c:pt>
                <c:pt idx="771">
                  <c:v>-7.5978844686390303</c:v>
                </c:pt>
                <c:pt idx="772">
                  <c:v>-11.808479356479999</c:v>
                </c:pt>
                <c:pt idx="773">
                  <c:v>4.4732655361339697</c:v>
                </c:pt>
                <c:pt idx="774">
                  <c:v>-3.7202644882665199</c:v>
                </c:pt>
                <c:pt idx="775">
                  <c:v>-9.8614829653114597</c:v>
                </c:pt>
                <c:pt idx="776">
                  <c:v>2.9979011880946902</c:v>
                </c:pt>
                <c:pt idx="777">
                  <c:v>-3.5067033313135298</c:v>
                </c:pt>
                <c:pt idx="778">
                  <c:v>7.9448894925543403</c:v>
                </c:pt>
                <c:pt idx="779">
                  <c:v>4.3352852489646603</c:v>
                </c:pt>
                <c:pt idx="780">
                  <c:v>3.09630407742713</c:v>
                </c:pt>
                <c:pt idx="781">
                  <c:v>12.9240485047672</c:v>
                </c:pt>
                <c:pt idx="782">
                  <c:v>1.47321105902834</c:v>
                </c:pt>
                <c:pt idx="783">
                  <c:v>-4.3990518853714802</c:v>
                </c:pt>
                <c:pt idx="784">
                  <c:v>3.28779235553912</c:v>
                </c:pt>
                <c:pt idx="785">
                  <c:v>-3.1208079564037599</c:v>
                </c:pt>
                <c:pt idx="786">
                  <c:v>1.0392827311606201</c:v>
                </c:pt>
                <c:pt idx="787">
                  <c:v>17.8357879748377</c:v>
                </c:pt>
                <c:pt idx="788">
                  <c:v>-0.49242676423797899</c:v>
                </c:pt>
                <c:pt idx="789">
                  <c:v>-8.2645201135432096</c:v>
                </c:pt>
                <c:pt idx="790">
                  <c:v>1.3911259906470901</c:v>
                </c:pt>
                <c:pt idx="791">
                  <c:v>1.52028536331888</c:v>
                </c:pt>
                <c:pt idx="792">
                  <c:v>1.8455601179710699</c:v>
                </c:pt>
                <c:pt idx="793">
                  <c:v>-6.7694878508340297</c:v>
                </c:pt>
                <c:pt idx="794">
                  <c:v>2.6516413319055099</c:v>
                </c:pt>
                <c:pt idx="795">
                  <c:v>4.2501297586741096</c:v>
                </c:pt>
                <c:pt idx="796">
                  <c:v>-8.6927495193950008</c:v>
                </c:pt>
                <c:pt idx="797">
                  <c:v>-4.6794098845487797</c:v>
                </c:pt>
                <c:pt idx="798">
                  <c:v>-2.2135667435535602</c:v>
                </c:pt>
                <c:pt idx="799">
                  <c:v>7.6691783835961402</c:v>
                </c:pt>
                <c:pt idx="800">
                  <c:v>11.6409309812515</c:v>
                </c:pt>
                <c:pt idx="801">
                  <c:v>8.6544458218950702</c:v>
                </c:pt>
                <c:pt idx="802">
                  <c:v>8.9462433174854503</c:v>
                </c:pt>
                <c:pt idx="803">
                  <c:v>-11.7620610461701</c:v>
                </c:pt>
                <c:pt idx="804">
                  <c:v>2.57537513778371</c:v>
                </c:pt>
                <c:pt idx="805">
                  <c:v>7.7754738504865601</c:v>
                </c:pt>
                <c:pt idx="806">
                  <c:v>7.3836972836880799</c:v>
                </c:pt>
                <c:pt idx="807">
                  <c:v>6.7346953287658504</c:v>
                </c:pt>
                <c:pt idx="808">
                  <c:v>6.69501470834535</c:v>
                </c:pt>
                <c:pt idx="809">
                  <c:v>0.169024363048218</c:v>
                </c:pt>
                <c:pt idx="810">
                  <c:v>10.434530118870001</c:v>
                </c:pt>
                <c:pt idx="811">
                  <c:v>-7.8698321599241599</c:v>
                </c:pt>
                <c:pt idx="812">
                  <c:v>3.60332056599702</c:v>
                </c:pt>
                <c:pt idx="813">
                  <c:v>-2.9096535188754502</c:v>
                </c:pt>
                <c:pt idx="814">
                  <c:v>-1.0630410610598799</c:v>
                </c:pt>
                <c:pt idx="815">
                  <c:v>-2.2674930884475302</c:v>
                </c:pt>
                <c:pt idx="816">
                  <c:v>-3.1855696216849698</c:v>
                </c:pt>
                <c:pt idx="817">
                  <c:v>8.0509553735632693</c:v>
                </c:pt>
                <c:pt idx="818">
                  <c:v>-6.4673182233609099</c:v>
                </c:pt>
                <c:pt idx="819">
                  <c:v>8.5160340507447803</c:v>
                </c:pt>
                <c:pt idx="820">
                  <c:v>3.0537126304420901</c:v>
                </c:pt>
                <c:pt idx="821">
                  <c:v>7.9595998435003503</c:v>
                </c:pt>
                <c:pt idx="822">
                  <c:v>1.56109051570099</c:v>
                </c:pt>
                <c:pt idx="823">
                  <c:v>2.1129948769664901</c:v>
                </c:pt>
                <c:pt idx="824">
                  <c:v>2.2543860129079301</c:v>
                </c:pt>
                <c:pt idx="825">
                  <c:v>-0.78414560339815897</c:v>
                </c:pt>
                <c:pt idx="826">
                  <c:v>-9.0529451539517805</c:v>
                </c:pt>
                <c:pt idx="827">
                  <c:v>12.645066539210299</c:v>
                </c:pt>
                <c:pt idx="828">
                  <c:v>2.8479629338260302</c:v>
                </c:pt>
                <c:pt idx="829">
                  <c:v>8.6266924533483493</c:v>
                </c:pt>
                <c:pt idx="830">
                  <c:v>-1.1102653002324701</c:v>
                </c:pt>
                <c:pt idx="831">
                  <c:v>-1.16189596004398</c:v>
                </c:pt>
                <c:pt idx="832">
                  <c:v>-4.4950987497824304</c:v>
                </c:pt>
                <c:pt idx="833">
                  <c:v>2.15983684268453</c:v>
                </c:pt>
                <c:pt idx="834">
                  <c:v>-4.0632512974067101</c:v>
                </c:pt>
                <c:pt idx="835">
                  <c:v>7.4610066475447203</c:v>
                </c:pt>
                <c:pt idx="836">
                  <c:v>2.7567431417089798</c:v>
                </c:pt>
                <c:pt idx="837">
                  <c:v>2.1270338908711501</c:v>
                </c:pt>
                <c:pt idx="838">
                  <c:v>12.030018341134101</c:v>
                </c:pt>
                <c:pt idx="839">
                  <c:v>-2.5766058348577601</c:v>
                </c:pt>
                <c:pt idx="840">
                  <c:v>-2.6792331252160602</c:v>
                </c:pt>
                <c:pt idx="841">
                  <c:v>8.2222227303318896</c:v>
                </c:pt>
                <c:pt idx="842">
                  <c:v>7.4801651394823496</c:v>
                </c:pt>
                <c:pt idx="843">
                  <c:v>25.028319543616099</c:v>
                </c:pt>
                <c:pt idx="844">
                  <c:v>-26.780166615157199</c:v>
                </c:pt>
                <c:pt idx="845">
                  <c:v>1.1415413706508599</c:v>
                </c:pt>
                <c:pt idx="846">
                  <c:v>2.70543580927525</c:v>
                </c:pt>
                <c:pt idx="847">
                  <c:v>-4.5439778672785396</c:v>
                </c:pt>
                <c:pt idx="848">
                  <c:v>1.14881388003208</c:v>
                </c:pt>
                <c:pt idx="849">
                  <c:v>5.1243324197375504</c:v>
                </c:pt>
                <c:pt idx="850">
                  <c:v>7.0260763749483601</c:v>
                </c:pt>
                <c:pt idx="851">
                  <c:v>-7.5213894628961802</c:v>
                </c:pt>
                <c:pt idx="852">
                  <c:v>-1.0766299975021001</c:v>
                </c:pt>
                <c:pt idx="853">
                  <c:v>-3.8441178958176199</c:v>
                </c:pt>
                <c:pt idx="854">
                  <c:v>0.32168122557357298</c:v>
                </c:pt>
                <c:pt idx="855">
                  <c:v>4.8123719222834396</c:v>
                </c:pt>
                <c:pt idx="856">
                  <c:v>-4.1105238347402899</c:v>
                </c:pt>
                <c:pt idx="857">
                  <c:v>6.2516182253560997</c:v>
                </c:pt>
                <c:pt idx="858">
                  <c:v>-15.068515792721699</c:v>
                </c:pt>
                <c:pt idx="859">
                  <c:v>4.2029808327973797</c:v>
                </c:pt>
                <c:pt idx="860">
                  <c:v>-5.1738953722641696</c:v>
                </c:pt>
                <c:pt idx="861">
                  <c:v>-2.3739229544060501</c:v>
                </c:pt>
                <c:pt idx="862">
                  <c:v>-7.3601354514041004</c:v>
                </c:pt>
                <c:pt idx="863">
                  <c:v>1.5979123750062101E-2</c:v>
                </c:pt>
                <c:pt idx="864">
                  <c:v>12.371773570560499</c:v>
                </c:pt>
                <c:pt idx="865">
                  <c:v>4.92296051261164</c:v>
                </c:pt>
                <c:pt idx="866">
                  <c:v>7.4905161959944104</c:v>
                </c:pt>
                <c:pt idx="867">
                  <c:v>-5.8658186234042802</c:v>
                </c:pt>
                <c:pt idx="868">
                  <c:v>12.335869400780201</c:v>
                </c:pt>
                <c:pt idx="869">
                  <c:v>12.6294284594779</c:v>
                </c:pt>
                <c:pt idx="870">
                  <c:v>-6.1404858749916897</c:v>
                </c:pt>
                <c:pt idx="871">
                  <c:v>12.5997124610056</c:v>
                </c:pt>
                <c:pt idx="872">
                  <c:v>-8.8663152581429792</c:v>
                </c:pt>
                <c:pt idx="873">
                  <c:v>0.879542120995218</c:v>
                </c:pt>
                <c:pt idx="874">
                  <c:v>-5.94205083252655</c:v>
                </c:pt>
                <c:pt idx="875">
                  <c:v>0.69234350411419399</c:v>
                </c:pt>
                <c:pt idx="876">
                  <c:v>7.4095532212148303</c:v>
                </c:pt>
                <c:pt idx="877">
                  <c:v>0.47586381125428601</c:v>
                </c:pt>
                <c:pt idx="878">
                  <c:v>-1.3370515996321499</c:v>
                </c:pt>
                <c:pt idx="879">
                  <c:v>2.3349336118161301</c:v>
                </c:pt>
                <c:pt idx="880">
                  <c:v>9.5770342909101291</c:v>
                </c:pt>
                <c:pt idx="881">
                  <c:v>-11.5989357355457</c:v>
                </c:pt>
                <c:pt idx="882">
                  <c:v>-26.1378980601026</c:v>
                </c:pt>
                <c:pt idx="883">
                  <c:v>5.12582940528364</c:v>
                </c:pt>
                <c:pt idx="884">
                  <c:v>-3.4207886448926201</c:v>
                </c:pt>
                <c:pt idx="885">
                  <c:v>2.4379848222592</c:v>
                </c:pt>
                <c:pt idx="886">
                  <c:v>0.500872304490662</c:v>
                </c:pt>
                <c:pt idx="887">
                  <c:v>6.2122900308963196</c:v>
                </c:pt>
                <c:pt idx="888">
                  <c:v>7.4443872159566604</c:v>
                </c:pt>
                <c:pt idx="889">
                  <c:v>-4.3185013479311403</c:v>
                </c:pt>
                <c:pt idx="890">
                  <c:v>-6.0618248120470897</c:v>
                </c:pt>
                <c:pt idx="891">
                  <c:v>1.8924044219829099</c:v>
                </c:pt>
                <c:pt idx="892">
                  <c:v>-11.1031586162051</c:v>
                </c:pt>
                <c:pt idx="893">
                  <c:v>0.94310185619036302</c:v>
                </c:pt>
                <c:pt idx="894">
                  <c:v>10.6857696078864</c:v>
                </c:pt>
                <c:pt idx="895">
                  <c:v>2.2956189269685101</c:v>
                </c:pt>
                <c:pt idx="896">
                  <c:v>-11.9092378893563</c:v>
                </c:pt>
                <c:pt idx="897">
                  <c:v>-1.06087024196227</c:v>
                </c:pt>
                <c:pt idx="898">
                  <c:v>0.82731375953225506</c:v>
                </c:pt>
                <c:pt idx="899">
                  <c:v>0.44747593430091098</c:v>
                </c:pt>
                <c:pt idx="900">
                  <c:v>0.547276733345334</c:v>
                </c:pt>
                <c:pt idx="901">
                  <c:v>-0.40676362262815302</c:v>
                </c:pt>
                <c:pt idx="902">
                  <c:v>5.0329590645506297</c:v>
                </c:pt>
                <c:pt idx="903">
                  <c:v>-10.5414929569872</c:v>
                </c:pt>
                <c:pt idx="904">
                  <c:v>7.8294562400488399</c:v>
                </c:pt>
                <c:pt idx="905">
                  <c:v>7.6661067652427999</c:v>
                </c:pt>
                <c:pt idx="906">
                  <c:v>-0.93182789477563599</c:v>
                </c:pt>
                <c:pt idx="907">
                  <c:v>2.8091392111920999</c:v>
                </c:pt>
                <c:pt idx="908">
                  <c:v>-9.2612068621491996</c:v>
                </c:pt>
                <c:pt idx="909">
                  <c:v>3.4340285743280699E-2</c:v>
                </c:pt>
                <c:pt idx="910">
                  <c:v>-2.5689029856772798</c:v>
                </c:pt>
                <c:pt idx="911">
                  <c:v>4.2085223384416697</c:v>
                </c:pt>
                <c:pt idx="912">
                  <c:v>5.3538921396449899</c:v>
                </c:pt>
                <c:pt idx="913">
                  <c:v>3.5583082932841901</c:v>
                </c:pt>
                <c:pt idx="914">
                  <c:v>10.0540686164808</c:v>
                </c:pt>
                <c:pt idx="915">
                  <c:v>2.6071419196890901</c:v>
                </c:pt>
                <c:pt idx="916">
                  <c:v>9.5562958120485302</c:v>
                </c:pt>
                <c:pt idx="917">
                  <c:v>1.8555884473434801</c:v>
                </c:pt>
                <c:pt idx="918">
                  <c:v>6.0159038524091901</c:v>
                </c:pt>
                <c:pt idx="919">
                  <c:v>21.715457555762601</c:v>
                </c:pt>
                <c:pt idx="920">
                  <c:v>8.4066907551433108</c:v>
                </c:pt>
                <c:pt idx="921">
                  <c:v>10.330281246150999</c:v>
                </c:pt>
                <c:pt idx="922">
                  <c:v>-2.2628085824336699</c:v>
                </c:pt>
                <c:pt idx="923">
                  <c:v>-8.4957135868420295</c:v>
                </c:pt>
                <c:pt idx="924">
                  <c:v>5.5963040933469896</c:v>
                </c:pt>
                <c:pt idx="925">
                  <c:v>-2.0378130683419302</c:v>
                </c:pt>
                <c:pt idx="926">
                  <c:v>11.7631911405533</c:v>
                </c:pt>
                <c:pt idx="927">
                  <c:v>4.16373727934171</c:v>
                </c:pt>
                <c:pt idx="928">
                  <c:v>-5.4187097365395402</c:v>
                </c:pt>
                <c:pt idx="929">
                  <c:v>-2.1715787326192602</c:v>
                </c:pt>
                <c:pt idx="930">
                  <c:v>3.2280403732574201</c:v>
                </c:pt>
                <c:pt idx="931">
                  <c:v>-7.3331511014443604</c:v>
                </c:pt>
                <c:pt idx="932">
                  <c:v>-15.0189648213914</c:v>
                </c:pt>
                <c:pt idx="933">
                  <c:v>14.9643640049648</c:v>
                </c:pt>
                <c:pt idx="934">
                  <c:v>-15.6648216079892</c:v>
                </c:pt>
                <c:pt idx="935">
                  <c:v>-8.5951482709479095</c:v>
                </c:pt>
                <c:pt idx="936">
                  <c:v>3.7153291139232301</c:v>
                </c:pt>
                <c:pt idx="937">
                  <c:v>-7.3552789845591997</c:v>
                </c:pt>
                <c:pt idx="938">
                  <c:v>-4.9164515373603397</c:v>
                </c:pt>
                <c:pt idx="939">
                  <c:v>2.6500014714421498</c:v>
                </c:pt>
                <c:pt idx="940">
                  <c:v>4.2962715891062402</c:v>
                </c:pt>
                <c:pt idx="941">
                  <c:v>5.7027257400271897E-2</c:v>
                </c:pt>
                <c:pt idx="942">
                  <c:v>20.928664905482002</c:v>
                </c:pt>
                <c:pt idx="943">
                  <c:v>4.1704441186312202</c:v>
                </c:pt>
                <c:pt idx="944">
                  <c:v>-8.7008903960883401</c:v>
                </c:pt>
                <c:pt idx="945">
                  <c:v>5.19157643920739</c:v>
                </c:pt>
                <c:pt idx="946">
                  <c:v>2.0712313609047701</c:v>
                </c:pt>
                <c:pt idx="947">
                  <c:v>4.8813238596995498</c:v>
                </c:pt>
                <c:pt idx="948">
                  <c:v>-11.0261798594277</c:v>
                </c:pt>
                <c:pt idx="949">
                  <c:v>-14.1957844314599</c:v>
                </c:pt>
                <c:pt idx="950">
                  <c:v>4.9091101367597698</c:v>
                </c:pt>
                <c:pt idx="951">
                  <c:v>-5.1370528430326097</c:v>
                </c:pt>
                <c:pt idx="952">
                  <c:v>10.5168025543505</c:v>
                </c:pt>
                <c:pt idx="953">
                  <c:v>4.3918269347597603</c:v>
                </c:pt>
                <c:pt idx="954">
                  <c:v>-7.0256240871998203</c:v>
                </c:pt>
                <c:pt idx="955">
                  <c:v>7.5122329841498701</c:v>
                </c:pt>
                <c:pt idx="956">
                  <c:v>-1.3312349069081999</c:v>
                </c:pt>
                <c:pt idx="957">
                  <c:v>-3.3575576493330801</c:v>
                </c:pt>
                <c:pt idx="958">
                  <c:v>-1.2700185151133301</c:v>
                </c:pt>
                <c:pt idx="959">
                  <c:v>0.68512746850020501</c:v>
                </c:pt>
                <c:pt idx="960">
                  <c:v>1.45598203515985</c:v>
                </c:pt>
                <c:pt idx="961">
                  <c:v>-2.89803783002561</c:v>
                </c:pt>
                <c:pt idx="962">
                  <c:v>3.91870080196112</c:v>
                </c:pt>
                <c:pt idx="963">
                  <c:v>2.6828059547759402</c:v>
                </c:pt>
                <c:pt idx="964">
                  <c:v>-9.5942864523699694</c:v>
                </c:pt>
                <c:pt idx="965">
                  <c:v>0.68738080117321398</c:v>
                </c:pt>
                <c:pt idx="966">
                  <c:v>-0.91792811438974398</c:v>
                </c:pt>
                <c:pt idx="967">
                  <c:v>-5.0985250219409997</c:v>
                </c:pt>
                <c:pt idx="968">
                  <c:v>2.7390980609738498</c:v>
                </c:pt>
                <c:pt idx="969">
                  <c:v>3.99681688301049</c:v>
                </c:pt>
                <c:pt idx="970">
                  <c:v>-3.6066997093600199</c:v>
                </c:pt>
                <c:pt idx="971">
                  <c:v>-2.7037051489520301</c:v>
                </c:pt>
                <c:pt idx="972">
                  <c:v>1.93434932315803</c:v>
                </c:pt>
                <c:pt idx="973">
                  <c:v>-0.71779251014204204</c:v>
                </c:pt>
                <c:pt idx="974">
                  <c:v>4.3307127660401799</c:v>
                </c:pt>
                <c:pt idx="975">
                  <c:v>3.7068107337773402</c:v>
                </c:pt>
                <c:pt idx="976">
                  <c:v>3.38457902124363</c:v>
                </c:pt>
                <c:pt idx="977">
                  <c:v>5.0838042381938298</c:v>
                </c:pt>
                <c:pt idx="978">
                  <c:v>-0.38962267692987101</c:v>
                </c:pt>
                <c:pt idx="979">
                  <c:v>7.1298703625257902</c:v>
                </c:pt>
                <c:pt idx="980">
                  <c:v>1.94736738521277</c:v>
                </c:pt>
                <c:pt idx="981">
                  <c:v>-9.8946040687128107</c:v>
                </c:pt>
                <c:pt idx="982">
                  <c:v>-5.86595850054373</c:v>
                </c:pt>
                <c:pt idx="983">
                  <c:v>6.8045801936824404</c:v>
                </c:pt>
                <c:pt idx="984">
                  <c:v>-2.63741102145516</c:v>
                </c:pt>
                <c:pt idx="985">
                  <c:v>7.2699212341465698</c:v>
                </c:pt>
                <c:pt idx="986">
                  <c:v>1.6522773984661101</c:v>
                </c:pt>
                <c:pt idx="987">
                  <c:v>-1.67611394047735</c:v>
                </c:pt>
                <c:pt idx="988">
                  <c:v>-5.7875369416714104</c:v>
                </c:pt>
                <c:pt idx="989">
                  <c:v>7.3933388480053902E-2</c:v>
                </c:pt>
                <c:pt idx="990">
                  <c:v>2.03097874412728</c:v>
                </c:pt>
                <c:pt idx="991">
                  <c:v>-4.2448045876921503</c:v>
                </c:pt>
                <c:pt idx="992">
                  <c:v>4.5567420881538796</c:v>
                </c:pt>
                <c:pt idx="993">
                  <c:v>-1.52620951418365</c:v>
                </c:pt>
                <c:pt idx="994">
                  <c:v>-3.90545695686379</c:v>
                </c:pt>
                <c:pt idx="995">
                  <c:v>-2.2593288777425</c:v>
                </c:pt>
                <c:pt idx="996">
                  <c:v>-2.50340620667053</c:v>
                </c:pt>
                <c:pt idx="997">
                  <c:v>0.83728075453226203</c:v>
                </c:pt>
                <c:pt idx="998">
                  <c:v>-1.42427579856655</c:v>
                </c:pt>
                <c:pt idx="999">
                  <c:v>13.0539246365793</c:v>
                </c:pt>
                <c:pt idx="1000">
                  <c:v>-3.3910168954658202</c:v>
                </c:pt>
                <c:pt idx="1001">
                  <c:v>1.80912550875499</c:v>
                </c:pt>
                <c:pt idx="1002">
                  <c:v>9.4257502830384006</c:v>
                </c:pt>
                <c:pt idx="1003">
                  <c:v>13.4017294220815</c:v>
                </c:pt>
                <c:pt idx="1004">
                  <c:v>12.2341977561532</c:v>
                </c:pt>
                <c:pt idx="1005">
                  <c:v>-4.8441019357036996</c:v>
                </c:pt>
                <c:pt idx="1006">
                  <c:v>-6.5619512473728703</c:v>
                </c:pt>
                <c:pt idx="1007">
                  <c:v>2.8702628192574302</c:v>
                </c:pt>
                <c:pt idx="1008">
                  <c:v>2.8909032535547698</c:v>
                </c:pt>
                <c:pt idx="1009">
                  <c:v>1.2247260373281601</c:v>
                </c:pt>
                <c:pt idx="1010">
                  <c:v>4.1313806157495199</c:v>
                </c:pt>
                <c:pt idx="1011">
                  <c:v>8.8364124961738799</c:v>
                </c:pt>
                <c:pt idx="1012">
                  <c:v>-4.7351989664685998</c:v>
                </c:pt>
                <c:pt idx="1013">
                  <c:v>5.6553398243358197</c:v>
                </c:pt>
                <c:pt idx="1014">
                  <c:v>4.8773383475759102</c:v>
                </c:pt>
                <c:pt idx="1015">
                  <c:v>-1.84404030085131</c:v>
                </c:pt>
                <c:pt idx="1016">
                  <c:v>1.18325634003442</c:v>
                </c:pt>
                <c:pt idx="1017">
                  <c:v>-2.7216113986997001</c:v>
                </c:pt>
                <c:pt idx="1018">
                  <c:v>8.8279690684159302</c:v>
                </c:pt>
                <c:pt idx="1019">
                  <c:v>-2.1299827347281002</c:v>
                </c:pt>
                <c:pt idx="1020">
                  <c:v>-0.76154322477736203</c:v>
                </c:pt>
                <c:pt idx="1021">
                  <c:v>8.7137061346570093</c:v>
                </c:pt>
                <c:pt idx="1022">
                  <c:v>-3.5517760542773602</c:v>
                </c:pt>
                <c:pt idx="1023">
                  <c:v>2.7913296031576298</c:v>
                </c:pt>
                <c:pt idx="1024">
                  <c:v>-4.82999956326882</c:v>
                </c:pt>
                <c:pt idx="1025">
                  <c:v>-10.218573806163</c:v>
                </c:pt>
                <c:pt idx="1026">
                  <c:v>-1.3031820957528299</c:v>
                </c:pt>
                <c:pt idx="1027">
                  <c:v>-8.1888912013184196</c:v>
                </c:pt>
                <c:pt idx="1028">
                  <c:v>3.2554136058587302</c:v>
                </c:pt>
                <c:pt idx="1029">
                  <c:v>-1.7589011143276501</c:v>
                </c:pt>
                <c:pt idx="1030">
                  <c:v>9.5256353573061894</c:v>
                </c:pt>
                <c:pt idx="1031">
                  <c:v>-11.3534366927086</c:v>
                </c:pt>
                <c:pt idx="1032">
                  <c:v>7.2610906036528302</c:v>
                </c:pt>
                <c:pt idx="1033">
                  <c:v>-5.8032252787678198</c:v>
                </c:pt>
                <c:pt idx="1034">
                  <c:v>1.0753676714714999</c:v>
                </c:pt>
                <c:pt idx="1035">
                  <c:v>-1.2639881395942001</c:v>
                </c:pt>
                <c:pt idx="1036">
                  <c:v>-0.23469300632277201</c:v>
                </c:pt>
                <c:pt idx="1037">
                  <c:v>5.5540714665019699</c:v>
                </c:pt>
                <c:pt idx="1038">
                  <c:v>2.7178044629439899</c:v>
                </c:pt>
                <c:pt idx="1039">
                  <c:v>-6.9259142467735799</c:v>
                </c:pt>
                <c:pt idx="1040">
                  <c:v>-3.5279329970714302</c:v>
                </c:pt>
                <c:pt idx="1041">
                  <c:v>0.326508285255519</c:v>
                </c:pt>
                <c:pt idx="1042">
                  <c:v>-18.9280481263845</c:v>
                </c:pt>
                <c:pt idx="1043">
                  <c:v>1.55007031915704</c:v>
                </c:pt>
                <c:pt idx="1044">
                  <c:v>3.0156303182542601</c:v>
                </c:pt>
                <c:pt idx="1045">
                  <c:v>2.8373974229108399</c:v>
                </c:pt>
                <c:pt idx="1046">
                  <c:v>-3.5752711868966398</c:v>
                </c:pt>
                <c:pt idx="1047">
                  <c:v>-1.1701117608510101</c:v>
                </c:pt>
                <c:pt idx="1048">
                  <c:v>-2.8031795293606998</c:v>
                </c:pt>
                <c:pt idx="1049">
                  <c:v>-5.10308788749842</c:v>
                </c:pt>
                <c:pt idx="1050">
                  <c:v>3.8517985967160899</c:v>
                </c:pt>
                <c:pt idx="1051">
                  <c:v>-4.31738335414859</c:v>
                </c:pt>
                <c:pt idx="1052">
                  <c:v>-1.4479154423030101</c:v>
                </c:pt>
                <c:pt idx="1053">
                  <c:v>1.31884425459395</c:v>
                </c:pt>
                <c:pt idx="1054">
                  <c:v>-5.2440197939040596</c:v>
                </c:pt>
                <c:pt idx="1055">
                  <c:v>9.0906689587648799</c:v>
                </c:pt>
                <c:pt idx="1056">
                  <c:v>0.46484208552179601</c:v>
                </c:pt>
                <c:pt idx="1057">
                  <c:v>4.4928403379850401</c:v>
                </c:pt>
                <c:pt idx="1058">
                  <c:v>-0.83672695913042805</c:v>
                </c:pt>
                <c:pt idx="1059">
                  <c:v>-1.1979872726543399</c:v>
                </c:pt>
                <c:pt idx="1060">
                  <c:v>3.1802761845513299</c:v>
                </c:pt>
                <c:pt idx="1061">
                  <c:v>-7.5368837686130403</c:v>
                </c:pt>
                <c:pt idx="1062">
                  <c:v>5.7814093992169404</c:v>
                </c:pt>
                <c:pt idx="1063">
                  <c:v>-4.3491816974275803</c:v>
                </c:pt>
                <c:pt idx="1064">
                  <c:v>-3.1319507526072798</c:v>
                </c:pt>
                <c:pt idx="1065">
                  <c:v>0.52471379219419201</c:v>
                </c:pt>
                <c:pt idx="1066">
                  <c:v>-2.6343165822504198E-2</c:v>
                </c:pt>
                <c:pt idx="1067">
                  <c:v>8.5797419989256305</c:v>
                </c:pt>
                <c:pt idx="1068">
                  <c:v>-2.31868126764628</c:v>
                </c:pt>
                <c:pt idx="1069">
                  <c:v>-9.0759846772365993</c:v>
                </c:pt>
                <c:pt idx="1070">
                  <c:v>2.1483603105590099</c:v>
                </c:pt>
                <c:pt idx="1071">
                  <c:v>0.25846950991805701</c:v>
                </c:pt>
                <c:pt idx="1072">
                  <c:v>-4.9537170988998103</c:v>
                </c:pt>
                <c:pt idx="1073">
                  <c:v>3.4146009222971698</c:v>
                </c:pt>
                <c:pt idx="1074">
                  <c:v>3.5591535863130899</c:v>
                </c:pt>
                <c:pt idx="1075">
                  <c:v>1.13305981719709</c:v>
                </c:pt>
                <c:pt idx="1076">
                  <c:v>1.21666063068893</c:v>
                </c:pt>
                <c:pt idx="1077">
                  <c:v>-2.5834885880793701</c:v>
                </c:pt>
                <c:pt idx="1078">
                  <c:v>-1.50791501969464</c:v>
                </c:pt>
                <c:pt idx="1079">
                  <c:v>4.7941084006262296</c:v>
                </c:pt>
                <c:pt idx="1080">
                  <c:v>1.33190734692228</c:v>
                </c:pt>
                <c:pt idx="1081">
                  <c:v>2.8157570950143098</c:v>
                </c:pt>
                <c:pt idx="1082">
                  <c:v>0.30259660115352899</c:v>
                </c:pt>
                <c:pt idx="1083">
                  <c:v>-7.1730440668650299</c:v>
                </c:pt>
                <c:pt idx="1084">
                  <c:v>12.6389491277003</c:v>
                </c:pt>
                <c:pt idx="1085">
                  <c:v>1.5535199905586199</c:v>
                </c:pt>
                <c:pt idx="1086">
                  <c:v>-1.7921649764208301</c:v>
                </c:pt>
                <c:pt idx="1087">
                  <c:v>2.7973119534995901</c:v>
                </c:pt>
                <c:pt idx="1088">
                  <c:v>-0.18139026056552701</c:v>
                </c:pt>
                <c:pt idx="1089">
                  <c:v>-2.0614393325189502</c:v>
                </c:pt>
                <c:pt idx="1090">
                  <c:v>-3.6646330108553</c:v>
                </c:pt>
                <c:pt idx="1091">
                  <c:v>0.57234206930935305</c:v>
                </c:pt>
                <c:pt idx="1092">
                  <c:v>3.3709333991196302</c:v>
                </c:pt>
                <c:pt idx="1093">
                  <c:v>-7.2266779163832</c:v>
                </c:pt>
                <c:pt idx="1094">
                  <c:v>-3.5718584036604302</c:v>
                </c:pt>
                <c:pt idx="1095">
                  <c:v>0.81646490053114296</c:v>
                </c:pt>
                <c:pt idx="1096">
                  <c:v>1.31211453982809</c:v>
                </c:pt>
                <c:pt idx="1097">
                  <c:v>-3.2520320020821001</c:v>
                </c:pt>
                <c:pt idx="1098">
                  <c:v>3.8269574076699602</c:v>
                </c:pt>
                <c:pt idx="1099">
                  <c:v>0.35749936918774899</c:v>
                </c:pt>
                <c:pt idx="1100">
                  <c:v>5.3994584426591601</c:v>
                </c:pt>
                <c:pt idx="1101">
                  <c:v>-0.98510166768282603</c:v>
                </c:pt>
                <c:pt idx="1102">
                  <c:v>-1.0671198002279001</c:v>
                </c:pt>
                <c:pt idx="1103">
                  <c:v>-4.4295416254821802</c:v>
                </c:pt>
                <c:pt idx="1104">
                  <c:v>-3.9345818007430702</c:v>
                </c:pt>
                <c:pt idx="1105">
                  <c:v>-6.9513454232916398</c:v>
                </c:pt>
                <c:pt idx="1106">
                  <c:v>2.66017750352185</c:v>
                </c:pt>
                <c:pt idx="1107">
                  <c:v>3.9131437755571699</c:v>
                </c:pt>
                <c:pt idx="1108">
                  <c:v>1.9998821577905801</c:v>
                </c:pt>
                <c:pt idx="1109">
                  <c:v>4.6031687946902302</c:v>
                </c:pt>
                <c:pt idx="1110">
                  <c:v>5.3745690625168201E-2</c:v>
                </c:pt>
                <c:pt idx="1111">
                  <c:v>2.8348870167042999</c:v>
                </c:pt>
                <c:pt idx="1112">
                  <c:v>-0.86817567699783504</c:v>
                </c:pt>
                <c:pt idx="1113">
                  <c:v>-2.4122755068980801</c:v>
                </c:pt>
                <c:pt idx="1114">
                  <c:v>4.61949128350303</c:v>
                </c:pt>
                <c:pt idx="1115">
                  <c:v>1.24464570272501</c:v>
                </c:pt>
                <c:pt idx="1116">
                  <c:v>5.0057985247701202</c:v>
                </c:pt>
                <c:pt idx="1117">
                  <c:v>-8.9211875088835804</c:v>
                </c:pt>
                <c:pt idx="1118">
                  <c:v>-3.8837106453757402</c:v>
                </c:pt>
                <c:pt idx="1119">
                  <c:v>0.85918038635929395</c:v>
                </c:pt>
                <c:pt idx="1120">
                  <c:v>-6.1317883438319702</c:v>
                </c:pt>
                <c:pt idx="1121">
                  <c:v>-7.74793619642697</c:v>
                </c:pt>
                <c:pt idx="1122">
                  <c:v>-9.2336873746186399</c:v>
                </c:pt>
                <c:pt idx="1123">
                  <c:v>-1.31410699906819</c:v>
                </c:pt>
                <c:pt idx="1124">
                  <c:v>-3.4356912228068901</c:v>
                </c:pt>
                <c:pt idx="1125">
                  <c:v>-1.6897629791051201</c:v>
                </c:pt>
                <c:pt idx="1126">
                  <c:v>2.30786319895258</c:v>
                </c:pt>
                <c:pt idx="1127">
                  <c:v>-1.1089502494525001</c:v>
                </c:pt>
                <c:pt idx="1128">
                  <c:v>10.518153725666</c:v>
                </c:pt>
                <c:pt idx="1129">
                  <c:v>5.3059257011540799</c:v>
                </c:pt>
                <c:pt idx="1130">
                  <c:v>2.4712596560920299</c:v>
                </c:pt>
                <c:pt idx="1131">
                  <c:v>-10.116961895856999</c:v>
                </c:pt>
                <c:pt idx="1132">
                  <c:v>4.2233673441758697</c:v>
                </c:pt>
                <c:pt idx="1133">
                  <c:v>-3.3351054644273499</c:v>
                </c:pt>
                <c:pt idx="1134">
                  <c:v>-5.0282940078023701</c:v>
                </c:pt>
                <c:pt idx="1135">
                  <c:v>6.0488653322571597</c:v>
                </c:pt>
                <c:pt idx="1136">
                  <c:v>-8.4409708075437493</c:v>
                </c:pt>
                <c:pt idx="1137">
                  <c:v>1.43375693291994</c:v>
                </c:pt>
                <c:pt idx="1138">
                  <c:v>-7.9297501662219201</c:v>
                </c:pt>
                <c:pt idx="1139">
                  <c:v>-9.4998499041496307E-2</c:v>
                </c:pt>
                <c:pt idx="1140">
                  <c:v>-10.033973023000501</c:v>
                </c:pt>
                <c:pt idx="1141">
                  <c:v>-14.2780403417363</c:v>
                </c:pt>
                <c:pt idx="1142">
                  <c:v>0.26979297366687099</c:v>
                </c:pt>
                <c:pt idx="1143">
                  <c:v>-6.5446393529067803</c:v>
                </c:pt>
                <c:pt idx="1144">
                  <c:v>0.96446575075072005</c:v>
                </c:pt>
                <c:pt idx="1145">
                  <c:v>-7.8945068105120102</c:v>
                </c:pt>
                <c:pt idx="1146">
                  <c:v>-15.731170129968399</c:v>
                </c:pt>
                <c:pt idx="1147">
                  <c:v>-9.6613054020454392</c:v>
                </c:pt>
                <c:pt idx="1148">
                  <c:v>1.4263553970427401</c:v>
                </c:pt>
                <c:pt idx="1149">
                  <c:v>7.8143091499452604</c:v>
                </c:pt>
                <c:pt idx="1150">
                  <c:v>-19.2276197060778</c:v>
                </c:pt>
                <c:pt idx="1151">
                  <c:v>1.5513071155468099</c:v>
                </c:pt>
                <c:pt idx="1152">
                  <c:v>-7.0402739310832301</c:v>
                </c:pt>
                <c:pt idx="1153">
                  <c:v>4.7156381420951003</c:v>
                </c:pt>
                <c:pt idx="1154">
                  <c:v>8.9144322914699199</c:v>
                </c:pt>
                <c:pt idx="1155">
                  <c:v>-9.4233814236535304E-2</c:v>
                </c:pt>
                <c:pt idx="1156">
                  <c:v>-6.9934953106542199</c:v>
                </c:pt>
                <c:pt idx="1157">
                  <c:v>10.104061133109401</c:v>
                </c:pt>
                <c:pt idx="1158">
                  <c:v>-5.0829068934151902</c:v>
                </c:pt>
                <c:pt idx="1159">
                  <c:v>2.4128349407968601</c:v>
                </c:pt>
                <c:pt idx="1160">
                  <c:v>1.66736201157483</c:v>
                </c:pt>
                <c:pt idx="1161">
                  <c:v>-24.041997347777102</c:v>
                </c:pt>
                <c:pt idx="1162">
                  <c:v>2.8070992691591599</c:v>
                </c:pt>
                <c:pt idx="1163">
                  <c:v>-11.493657570825899</c:v>
                </c:pt>
                <c:pt idx="1164">
                  <c:v>5.2850454396905899</c:v>
                </c:pt>
                <c:pt idx="1165">
                  <c:v>-4.8389839199407296</c:v>
                </c:pt>
                <c:pt idx="1166">
                  <c:v>3.1049158251153002</c:v>
                </c:pt>
                <c:pt idx="1167">
                  <c:v>6.2607946305670596</c:v>
                </c:pt>
                <c:pt idx="1168">
                  <c:v>-7.5089278701758797</c:v>
                </c:pt>
                <c:pt idx="1169">
                  <c:v>-10.771325193289201</c:v>
                </c:pt>
                <c:pt idx="1170">
                  <c:v>0.330294349789435</c:v>
                </c:pt>
                <c:pt idx="1171">
                  <c:v>-2.5747463987296602</c:v>
                </c:pt>
                <c:pt idx="1172">
                  <c:v>0.72765887167143795</c:v>
                </c:pt>
                <c:pt idx="1173">
                  <c:v>18.179290186456502</c:v>
                </c:pt>
                <c:pt idx="1174">
                  <c:v>2.2555719194998201</c:v>
                </c:pt>
                <c:pt idx="1175">
                  <c:v>-0.60373143577903698</c:v>
                </c:pt>
                <c:pt idx="1176">
                  <c:v>3.6726896339388602</c:v>
                </c:pt>
                <c:pt idx="1177">
                  <c:v>-7.9715892080362902</c:v>
                </c:pt>
                <c:pt idx="1178">
                  <c:v>0.35760085284163501</c:v>
                </c:pt>
                <c:pt idx="1179">
                  <c:v>1.0772280466111599</c:v>
                </c:pt>
                <c:pt idx="1180">
                  <c:v>6.0235978541184396</c:v>
                </c:pt>
                <c:pt idx="1181">
                  <c:v>-5.2974804873175501</c:v>
                </c:pt>
                <c:pt idx="1182">
                  <c:v>4.4194345301058897</c:v>
                </c:pt>
                <c:pt idx="1183">
                  <c:v>-4.5873466046882498</c:v>
                </c:pt>
                <c:pt idx="1184">
                  <c:v>-4.5887056315037998E-2</c:v>
                </c:pt>
                <c:pt idx="1185">
                  <c:v>1.2420643224491299</c:v>
                </c:pt>
                <c:pt idx="1186">
                  <c:v>-3.2303387943332398</c:v>
                </c:pt>
                <c:pt idx="1187">
                  <c:v>0.20603342137137601</c:v>
                </c:pt>
                <c:pt idx="1188">
                  <c:v>9.0406327644219502</c:v>
                </c:pt>
                <c:pt idx="1189">
                  <c:v>2.5455533415370901</c:v>
                </c:pt>
                <c:pt idx="1190">
                  <c:v>-7.5256194611017202</c:v>
                </c:pt>
                <c:pt idx="1191">
                  <c:v>-2.7167650229746698</c:v>
                </c:pt>
                <c:pt idx="1192">
                  <c:v>-5.0544412156126102</c:v>
                </c:pt>
                <c:pt idx="1193">
                  <c:v>0.51897395520979595</c:v>
                </c:pt>
                <c:pt idx="1194">
                  <c:v>-17.597201983341499</c:v>
                </c:pt>
                <c:pt idx="1195">
                  <c:v>1.92222546526553</c:v>
                </c:pt>
                <c:pt idx="1196">
                  <c:v>-13.1184485726557</c:v>
                </c:pt>
                <c:pt idx="1197">
                  <c:v>-16.417878313132601</c:v>
                </c:pt>
                <c:pt idx="1198">
                  <c:v>9.3902929368272208</c:v>
                </c:pt>
                <c:pt idx="1199">
                  <c:v>6.99201641044582</c:v>
                </c:pt>
                <c:pt idx="1200">
                  <c:v>-7.0755655655794296</c:v>
                </c:pt>
                <c:pt idx="1201">
                  <c:v>7.6044923376285301</c:v>
                </c:pt>
                <c:pt idx="1202">
                  <c:v>0.88882160306576097</c:v>
                </c:pt>
                <c:pt idx="1203">
                  <c:v>3.6130501243595599</c:v>
                </c:pt>
                <c:pt idx="1204">
                  <c:v>-8.5973897354140103</c:v>
                </c:pt>
                <c:pt idx="1205">
                  <c:v>-8.0793270173828997</c:v>
                </c:pt>
              </c:numCache>
            </c:numRef>
          </c:xVal>
          <c:yVal>
            <c:numRef>
              <c:f>PC1_PC2_scatter_dataset!$C$2:$C$1207</c:f>
              <c:numCache>
                <c:formatCode>General</c:formatCode>
                <c:ptCount val="1206"/>
                <c:pt idx="0">
                  <c:v>0.61874505369802302</c:v>
                </c:pt>
                <c:pt idx="1">
                  <c:v>4.1716708054092502</c:v>
                </c:pt>
                <c:pt idx="2">
                  <c:v>3.9300948694713802</c:v>
                </c:pt>
                <c:pt idx="3">
                  <c:v>1.83688655677715</c:v>
                </c:pt>
                <c:pt idx="4">
                  <c:v>3.75226320412039</c:v>
                </c:pt>
                <c:pt idx="5">
                  <c:v>1.31189657914076</c:v>
                </c:pt>
                <c:pt idx="6">
                  <c:v>-6.5184038000757099</c:v>
                </c:pt>
                <c:pt idx="7">
                  <c:v>-4.3015092966462403</c:v>
                </c:pt>
                <c:pt idx="8">
                  <c:v>-1.92368598862469</c:v>
                </c:pt>
                <c:pt idx="9">
                  <c:v>-2.64984438403433</c:v>
                </c:pt>
                <c:pt idx="10">
                  <c:v>1.99541258621179</c:v>
                </c:pt>
                <c:pt idx="11">
                  <c:v>1.0917985400474499</c:v>
                </c:pt>
                <c:pt idx="12">
                  <c:v>-1.0262622687745</c:v>
                </c:pt>
                <c:pt idx="13">
                  <c:v>4.6451376854922399</c:v>
                </c:pt>
                <c:pt idx="14">
                  <c:v>3.57601258373905</c:v>
                </c:pt>
                <c:pt idx="15">
                  <c:v>-2.6627146747707502</c:v>
                </c:pt>
                <c:pt idx="16">
                  <c:v>2.7160880597815802</c:v>
                </c:pt>
                <c:pt idx="17">
                  <c:v>1.68606151163332</c:v>
                </c:pt>
                <c:pt idx="18">
                  <c:v>4.5986716133815803E-2</c:v>
                </c:pt>
                <c:pt idx="19">
                  <c:v>-0.44430133124813598</c:v>
                </c:pt>
                <c:pt idx="20">
                  <c:v>-4.9098914001480702</c:v>
                </c:pt>
                <c:pt idx="21">
                  <c:v>-2.0066840450434</c:v>
                </c:pt>
                <c:pt idx="22">
                  <c:v>0.37989987699726202</c:v>
                </c:pt>
                <c:pt idx="23">
                  <c:v>1.5980279385640901</c:v>
                </c:pt>
                <c:pt idx="24">
                  <c:v>-0.63539503851443302</c:v>
                </c:pt>
                <c:pt idx="25">
                  <c:v>-1.9893491030702799</c:v>
                </c:pt>
                <c:pt idx="26">
                  <c:v>-0.45418788664221299</c:v>
                </c:pt>
                <c:pt idx="27">
                  <c:v>-1.6617447471914499</c:v>
                </c:pt>
                <c:pt idx="28">
                  <c:v>1.9467093856996101</c:v>
                </c:pt>
                <c:pt idx="29">
                  <c:v>2.25761308775756</c:v>
                </c:pt>
                <c:pt idx="30">
                  <c:v>-0.61071155397996602</c:v>
                </c:pt>
                <c:pt idx="31">
                  <c:v>3.6878607932382099</c:v>
                </c:pt>
                <c:pt idx="32">
                  <c:v>4.5559889118010597</c:v>
                </c:pt>
                <c:pt idx="33">
                  <c:v>-1.4640384017955799E-2</c:v>
                </c:pt>
                <c:pt idx="34">
                  <c:v>-4.9235455094760898E-2</c:v>
                </c:pt>
                <c:pt idx="35">
                  <c:v>0.71860872815936605</c:v>
                </c:pt>
                <c:pt idx="36">
                  <c:v>3.1154529993367399</c:v>
                </c:pt>
                <c:pt idx="37">
                  <c:v>8.6789075498114196E-2</c:v>
                </c:pt>
                <c:pt idx="38">
                  <c:v>-1.2285503949365899</c:v>
                </c:pt>
                <c:pt idx="39">
                  <c:v>4.9286074474993299E-3</c:v>
                </c:pt>
                <c:pt idx="40">
                  <c:v>1.8390363207812399</c:v>
                </c:pt>
                <c:pt idx="41">
                  <c:v>1.1477785532501801</c:v>
                </c:pt>
                <c:pt idx="42">
                  <c:v>1.1317281529541401</c:v>
                </c:pt>
                <c:pt idx="43">
                  <c:v>-2.2217149421633602</c:v>
                </c:pt>
                <c:pt idx="44">
                  <c:v>2.67160552765437</c:v>
                </c:pt>
                <c:pt idx="45">
                  <c:v>0.80793074967648204</c:v>
                </c:pt>
                <c:pt idx="46">
                  <c:v>-1.95483311679776</c:v>
                </c:pt>
                <c:pt idx="47">
                  <c:v>1.7178926195303701</c:v>
                </c:pt>
                <c:pt idx="48">
                  <c:v>0.73991428425239503</c:v>
                </c:pt>
                <c:pt idx="49">
                  <c:v>0.55925982461153301</c:v>
                </c:pt>
                <c:pt idx="50">
                  <c:v>-1.2408240906879999</c:v>
                </c:pt>
                <c:pt idx="51">
                  <c:v>-0.98141619057186302</c:v>
                </c:pt>
                <c:pt idx="52">
                  <c:v>-2.6799841166979999</c:v>
                </c:pt>
                <c:pt idx="53">
                  <c:v>2.02927923352402</c:v>
                </c:pt>
                <c:pt idx="54">
                  <c:v>-1.8612468050278801</c:v>
                </c:pt>
                <c:pt idx="55">
                  <c:v>-1.1317064458881201</c:v>
                </c:pt>
                <c:pt idx="56">
                  <c:v>0.89544237629505996</c:v>
                </c:pt>
                <c:pt idx="57">
                  <c:v>0.75438146493201097</c:v>
                </c:pt>
                <c:pt idx="58">
                  <c:v>0.47123205342278801</c:v>
                </c:pt>
                <c:pt idx="59">
                  <c:v>-5.3057482047345204</c:v>
                </c:pt>
                <c:pt idx="60">
                  <c:v>-1.22608222980028</c:v>
                </c:pt>
                <c:pt idx="61">
                  <c:v>-2.7460492603444902</c:v>
                </c:pt>
                <c:pt idx="62">
                  <c:v>-2.48370582618124E-2</c:v>
                </c:pt>
                <c:pt idx="63">
                  <c:v>-14.544186910593901</c:v>
                </c:pt>
                <c:pt idx="64">
                  <c:v>-1.02785526428839</c:v>
                </c:pt>
                <c:pt idx="65">
                  <c:v>-0.61947038116630604</c:v>
                </c:pt>
                <c:pt idx="66">
                  <c:v>-6.1837290376412204</c:v>
                </c:pt>
                <c:pt idx="67">
                  <c:v>-0.63621296251125903</c:v>
                </c:pt>
                <c:pt idx="68">
                  <c:v>-2.57641153051935</c:v>
                </c:pt>
                <c:pt idx="69">
                  <c:v>-2.0241549809266601</c:v>
                </c:pt>
                <c:pt idx="70">
                  <c:v>-5.5249114687043397</c:v>
                </c:pt>
                <c:pt idx="71">
                  <c:v>6.97264434451629</c:v>
                </c:pt>
                <c:pt idx="72">
                  <c:v>0.38855081676125502</c:v>
                </c:pt>
                <c:pt idx="73">
                  <c:v>-3.2827924942985298</c:v>
                </c:pt>
                <c:pt idx="74">
                  <c:v>-2.5220661953669801</c:v>
                </c:pt>
                <c:pt idx="75">
                  <c:v>-0.35476276681330998</c:v>
                </c:pt>
                <c:pt idx="76">
                  <c:v>-1.41286676892753</c:v>
                </c:pt>
                <c:pt idx="77">
                  <c:v>-0.16534059826234901</c:v>
                </c:pt>
                <c:pt idx="78">
                  <c:v>-2.2217775530517399</c:v>
                </c:pt>
                <c:pt idx="79">
                  <c:v>-0.53024271878930895</c:v>
                </c:pt>
                <c:pt idx="80">
                  <c:v>0.71553277050155994</c:v>
                </c:pt>
                <c:pt idx="81">
                  <c:v>2.0748757523507799</c:v>
                </c:pt>
                <c:pt idx="82">
                  <c:v>-2.08560886716191</c:v>
                </c:pt>
                <c:pt idx="83">
                  <c:v>1.0234181751689699</c:v>
                </c:pt>
                <c:pt idx="84">
                  <c:v>2.52668896745628</c:v>
                </c:pt>
                <c:pt idx="85">
                  <c:v>-0.81013392257018702</c:v>
                </c:pt>
                <c:pt idx="86">
                  <c:v>-3.3936315482059798</c:v>
                </c:pt>
                <c:pt idx="87">
                  <c:v>0.766828894362097</c:v>
                </c:pt>
                <c:pt idx="88">
                  <c:v>-9.4528769596722793</c:v>
                </c:pt>
                <c:pt idx="89">
                  <c:v>0.92687116198859598</c:v>
                </c:pt>
                <c:pt idx="90">
                  <c:v>-4.4111197520797898</c:v>
                </c:pt>
                <c:pt idx="91">
                  <c:v>-4.0396947474321303</c:v>
                </c:pt>
                <c:pt idx="92">
                  <c:v>0.87547467994594397</c:v>
                </c:pt>
                <c:pt idx="93">
                  <c:v>3.2829471010426499</c:v>
                </c:pt>
                <c:pt idx="94">
                  <c:v>-2.8469318189902202</c:v>
                </c:pt>
                <c:pt idx="95">
                  <c:v>0.872573931859559</c:v>
                </c:pt>
                <c:pt idx="96">
                  <c:v>-0.66162916409169903</c:v>
                </c:pt>
                <c:pt idx="97">
                  <c:v>-4.2221348600884401</c:v>
                </c:pt>
                <c:pt idx="98">
                  <c:v>2.6554579143466799</c:v>
                </c:pt>
                <c:pt idx="99">
                  <c:v>-1.71091374138771</c:v>
                </c:pt>
                <c:pt idx="100">
                  <c:v>1.30505462192042</c:v>
                </c:pt>
                <c:pt idx="101">
                  <c:v>-3.1128671622482198</c:v>
                </c:pt>
                <c:pt idx="102">
                  <c:v>0.84206403827934995</c:v>
                </c:pt>
                <c:pt idx="103">
                  <c:v>1.62494903964018</c:v>
                </c:pt>
                <c:pt idx="104">
                  <c:v>-2.1393906055005498</c:v>
                </c:pt>
                <c:pt idx="105">
                  <c:v>1.6665671661543</c:v>
                </c:pt>
                <c:pt idx="106">
                  <c:v>0.72777188100949297</c:v>
                </c:pt>
                <c:pt idx="107">
                  <c:v>2.4533276209627402</c:v>
                </c:pt>
                <c:pt idx="108">
                  <c:v>-0.69090450318591201</c:v>
                </c:pt>
                <c:pt idx="109">
                  <c:v>-6.5274944018800907E-2</c:v>
                </c:pt>
                <c:pt idx="110">
                  <c:v>-2.7430307244487699</c:v>
                </c:pt>
                <c:pt idx="111">
                  <c:v>0.802593059097788</c:v>
                </c:pt>
                <c:pt idx="112">
                  <c:v>1.52500908843727</c:v>
                </c:pt>
                <c:pt idx="113">
                  <c:v>-1.80156793173409</c:v>
                </c:pt>
                <c:pt idx="114">
                  <c:v>0.725866380166165</c:v>
                </c:pt>
                <c:pt idx="115">
                  <c:v>1.07032386563428E-2</c:v>
                </c:pt>
                <c:pt idx="116">
                  <c:v>-1.0914544394150301</c:v>
                </c:pt>
                <c:pt idx="117">
                  <c:v>2.4378291722588501</c:v>
                </c:pt>
                <c:pt idx="118">
                  <c:v>0.20288865403497899</c:v>
                </c:pt>
                <c:pt idx="119">
                  <c:v>-1.6852122052120799</c:v>
                </c:pt>
                <c:pt idx="120">
                  <c:v>0.100562610450737</c:v>
                </c:pt>
                <c:pt idx="121">
                  <c:v>1.0419515559752599</c:v>
                </c:pt>
                <c:pt idx="122">
                  <c:v>-0.38140326030255201</c:v>
                </c:pt>
                <c:pt idx="123">
                  <c:v>-1.00311725360524</c:v>
                </c:pt>
                <c:pt idx="124">
                  <c:v>1.8382555587690299</c:v>
                </c:pt>
                <c:pt idx="125">
                  <c:v>5.8394684571170898E-2</c:v>
                </c:pt>
                <c:pt idx="126">
                  <c:v>1.93559845955641</c:v>
                </c:pt>
                <c:pt idx="127">
                  <c:v>-4.3235986503043398</c:v>
                </c:pt>
                <c:pt idx="128">
                  <c:v>-2.7007118850693099</c:v>
                </c:pt>
                <c:pt idx="129">
                  <c:v>1.0537204841607399</c:v>
                </c:pt>
                <c:pt idx="130">
                  <c:v>0.98631766647081098</c:v>
                </c:pt>
                <c:pt idx="131">
                  <c:v>1.4189571515997399</c:v>
                </c:pt>
                <c:pt idx="132">
                  <c:v>-0.84591162690719301</c:v>
                </c:pt>
                <c:pt idx="133">
                  <c:v>1.2808741055911399</c:v>
                </c:pt>
                <c:pt idx="134">
                  <c:v>-0.191190440875879</c:v>
                </c:pt>
                <c:pt idx="135">
                  <c:v>5.0155258192777099</c:v>
                </c:pt>
                <c:pt idx="136">
                  <c:v>2.6774283172070401</c:v>
                </c:pt>
                <c:pt idx="137">
                  <c:v>4.3321641558764901</c:v>
                </c:pt>
                <c:pt idx="138">
                  <c:v>-3.0277828797919901</c:v>
                </c:pt>
                <c:pt idx="139">
                  <c:v>3.3274914886411699</c:v>
                </c:pt>
                <c:pt idx="140">
                  <c:v>-2.9960702529915899</c:v>
                </c:pt>
                <c:pt idx="141">
                  <c:v>2.5775472461245199</c:v>
                </c:pt>
                <c:pt idx="142">
                  <c:v>1.2612936206190499</c:v>
                </c:pt>
                <c:pt idx="143">
                  <c:v>-0.35462486860081099</c:v>
                </c:pt>
                <c:pt idx="144">
                  <c:v>1.2745591620085399</c:v>
                </c:pt>
                <c:pt idx="145">
                  <c:v>-4.6177710372626004</c:v>
                </c:pt>
                <c:pt idx="146">
                  <c:v>-3.8322270007535502</c:v>
                </c:pt>
                <c:pt idx="147">
                  <c:v>-3.93568505360339</c:v>
                </c:pt>
                <c:pt idx="148">
                  <c:v>2.7803396368672701</c:v>
                </c:pt>
                <c:pt idx="149">
                  <c:v>-1.9248396916283601</c:v>
                </c:pt>
                <c:pt idx="150">
                  <c:v>-1.2142341260719001</c:v>
                </c:pt>
                <c:pt idx="151">
                  <c:v>2.5816673479585899</c:v>
                </c:pt>
                <c:pt idx="152">
                  <c:v>2.2638384542929502</c:v>
                </c:pt>
                <c:pt idx="153">
                  <c:v>-0.14053374626716</c:v>
                </c:pt>
                <c:pt idx="154">
                  <c:v>1.4419086294196</c:v>
                </c:pt>
                <c:pt idx="155">
                  <c:v>2.2008103355650701</c:v>
                </c:pt>
                <c:pt idx="156">
                  <c:v>-9.6037937490917393</c:v>
                </c:pt>
                <c:pt idx="157">
                  <c:v>-8.1433582312256192</c:v>
                </c:pt>
                <c:pt idx="158">
                  <c:v>5.8377248783549298</c:v>
                </c:pt>
                <c:pt idx="159">
                  <c:v>-9.4989245189390097</c:v>
                </c:pt>
                <c:pt idx="160">
                  <c:v>2.28890804446982</c:v>
                </c:pt>
                <c:pt idx="161">
                  <c:v>1.97395467135308</c:v>
                </c:pt>
                <c:pt idx="162">
                  <c:v>-4.2283945125298104</c:v>
                </c:pt>
                <c:pt idx="163">
                  <c:v>-0.96567185636608399</c:v>
                </c:pt>
                <c:pt idx="164">
                  <c:v>-2.1933774772637899E-3</c:v>
                </c:pt>
                <c:pt idx="165">
                  <c:v>1.35488247447823</c:v>
                </c:pt>
                <c:pt idx="166">
                  <c:v>2.08705492906499</c:v>
                </c:pt>
                <c:pt idx="167">
                  <c:v>-5.6129466647672897E-2</c:v>
                </c:pt>
                <c:pt idx="168">
                  <c:v>-4.3573735549119803</c:v>
                </c:pt>
                <c:pt idx="169">
                  <c:v>2.3733092330229199E-2</c:v>
                </c:pt>
                <c:pt idx="170">
                  <c:v>-1.49810342623489</c:v>
                </c:pt>
                <c:pt idx="171">
                  <c:v>1.72708124343891</c:v>
                </c:pt>
                <c:pt idx="172">
                  <c:v>1.06723720541435</c:v>
                </c:pt>
                <c:pt idx="173">
                  <c:v>2.9999204309335701</c:v>
                </c:pt>
                <c:pt idx="174">
                  <c:v>-3.7369212580844202</c:v>
                </c:pt>
                <c:pt idx="175">
                  <c:v>2.08503088918</c:v>
                </c:pt>
                <c:pt idx="176">
                  <c:v>0.66016663010749199</c:v>
                </c:pt>
                <c:pt idx="177">
                  <c:v>2.8114219643916201</c:v>
                </c:pt>
                <c:pt idx="178">
                  <c:v>-2.97298703497732</c:v>
                </c:pt>
                <c:pt idx="179">
                  <c:v>2.8960123399561302</c:v>
                </c:pt>
                <c:pt idx="180">
                  <c:v>-3.24598609366002</c:v>
                </c:pt>
                <c:pt idx="181">
                  <c:v>-8.1836867171504206</c:v>
                </c:pt>
                <c:pt idx="182">
                  <c:v>-0.92912181512090997</c:v>
                </c:pt>
                <c:pt idx="183">
                  <c:v>-1.10132955798804</c:v>
                </c:pt>
                <c:pt idx="184">
                  <c:v>1.9139328619095199</c:v>
                </c:pt>
                <c:pt idx="185">
                  <c:v>1.26352421619217</c:v>
                </c:pt>
                <c:pt idx="186">
                  <c:v>-1.5655712653996301</c:v>
                </c:pt>
                <c:pt idx="187">
                  <c:v>2.86587546393686</c:v>
                </c:pt>
                <c:pt idx="188">
                  <c:v>0.48654765596838701</c:v>
                </c:pt>
                <c:pt idx="189">
                  <c:v>0.115851239648672</c:v>
                </c:pt>
                <c:pt idx="190">
                  <c:v>1.09105132826586</c:v>
                </c:pt>
                <c:pt idx="191">
                  <c:v>-2.0248305553226098</c:v>
                </c:pt>
                <c:pt idx="192">
                  <c:v>0.82834651810014703</c:v>
                </c:pt>
                <c:pt idx="193">
                  <c:v>0.51590343660363702</c:v>
                </c:pt>
                <c:pt idx="194">
                  <c:v>-1.28444659702566</c:v>
                </c:pt>
                <c:pt idx="195">
                  <c:v>0.42103459751627398</c:v>
                </c:pt>
                <c:pt idx="196">
                  <c:v>0.70335409025097395</c:v>
                </c:pt>
                <c:pt idx="197">
                  <c:v>1.1597388659946199</c:v>
                </c:pt>
                <c:pt idx="198">
                  <c:v>1.81036163337099</c:v>
                </c:pt>
                <c:pt idx="199">
                  <c:v>2.6344379446018702</c:v>
                </c:pt>
                <c:pt idx="200">
                  <c:v>-1.78765043722907</c:v>
                </c:pt>
                <c:pt idx="201">
                  <c:v>-0.13394372240031999</c:v>
                </c:pt>
                <c:pt idx="202">
                  <c:v>4.3238423011873497</c:v>
                </c:pt>
                <c:pt idx="203">
                  <c:v>0.29076513185048702</c:v>
                </c:pt>
                <c:pt idx="204">
                  <c:v>1.88743759285091</c:v>
                </c:pt>
                <c:pt idx="205">
                  <c:v>-2.0337502155515099</c:v>
                </c:pt>
                <c:pt idx="206">
                  <c:v>-0.53638094216864196</c:v>
                </c:pt>
                <c:pt idx="207">
                  <c:v>-1.27851991081889</c:v>
                </c:pt>
                <c:pt idx="208">
                  <c:v>-2.1436512474704799</c:v>
                </c:pt>
                <c:pt idx="209">
                  <c:v>-0.60091753697380401</c:v>
                </c:pt>
                <c:pt idx="210">
                  <c:v>1.36824845640022</c:v>
                </c:pt>
                <c:pt idx="211">
                  <c:v>-1.1951886806409699</c:v>
                </c:pt>
                <c:pt idx="212">
                  <c:v>0.85783010821374805</c:v>
                </c:pt>
                <c:pt idx="213">
                  <c:v>-2.74623556819293</c:v>
                </c:pt>
                <c:pt idx="214">
                  <c:v>1.6142356140970899</c:v>
                </c:pt>
                <c:pt idx="215">
                  <c:v>0.353724948037348</c:v>
                </c:pt>
                <c:pt idx="216">
                  <c:v>4.7089972782705001</c:v>
                </c:pt>
                <c:pt idx="217">
                  <c:v>-1.8205984843152001</c:v>
                </c:pt>
                <c:pt idx="218">
                  <c:v>-1.7415327733152499</c:v>
                </c:pt>
                <c:pt idx="219">
                  <c:v>2.9551708863232502</c:v>
                </c:pt>
                <c:pt idx="220">
                  <c:v>-0.67586415025103896</c:v>
                </c:pt>
                <c:pt idx="221">
                  <c:v>-0.62135430130399305</c:v>
                </c:pt>
                <c:pt idx="222">
                  <c:v>-2.9420225025843298</c:v>
                </c:pt>
                <c:pt idx="223">
                  <c:v>1.72673629634437</c:v>
                </c:pt>
                <c:pt idx="224">
                  <c:v>1.7420184384539801</c:v>
                </c:pt>
                <c:pt idx="225">
                  <c:v>2.6446394439021499</c:v>
                </c:pt>
                <c:pt idx="226">
                  <c:v>-1.1457340065427699</c:v>
                </c:pt>
                <c:pt idx="227">
                  <c:v>1.1063355097146801</c:v>
                </c:pt>
                <c:pt idx="228">
                  <c:v>-1.6289938386706</c:v>
                </c:pt>
                <c:pt idx="229">
                  <c:v>1.2596722041370101</c:v>
                </c:pt>
                <c:pt idx="230">
                  <c:v>-2.2448103369590102</c:v>
                </c:pt>
                <c:pt idx="231">
                  <c:v>-3.5219382151432499</c:v>
                </c:pt>
                <c:pt idx="232">
                  <c:v>-1.0080479659171599</c:v>
                </c:pt>
                <c:pt idx="233">
                  <c:v>2.26701779387865</c:v>
                </c:pt>
                <c:pt idx="234">
                  <c:v>2.9569586626181099</c:v>
                </c:pt>
                <c:pt idx="235">
                  <c:v>-0.43962003089600499</c:v>
                </c:pt>
                <c:pt idx="236">
                  <c:v>1.6793827508831001</c:v>
                </c:pt>
                <c:pt idx="237">
                  <c:v>-1.5416269409160701</c:v>
                </c:pt>
                <c:pt idx="238">
                  <c:v>0.893067949017884</c:v>
                </c:pt>
                <c:pt idx="239">
                  <c:v>-2.2414941073766901</c:v>
                </c:pt>
                <c:pt idx="240">
                  <c:v>5.0026157558615196</c:v>
                </c:pt>
                <c:pt idx="241">
                  <c:v>1.8814848753809701</c:v>
                </c:pt>
                <c:pt idx="242">
                  <c:v>-1.34663598777642</c:v>
                </c:pt>
                <c:pt idx="243">
                  <c:v>2.5645270083426799</c:v>
                </c:pt>
                <c:pt idx="244">
                  <c:v>1.0478037285498301</c:v>
                </c:pt>
                <c:pt idx="245">
                  <c:v>-5.9038474253852904</c:v>
                </c:pt>
                <c:pt idx="246">
                  <c:v>2.55897576658881</c:v>
                </c:pt>
                <c:pt idx="247">
                  <c:v>-2.3748757731843901</c:v>
                </c:pt>
                <c:pt idx="248">
                  <c:v>-0.26851259801223298</c:v>
                </c:pt>
                <c:pt idx="249">
                  <c:v>2.4136193381939601</c:v>
                </c:pt>
                <c:pt idx="250">
                  <c:v>1.7213944228348199</c:v>
                </c:pt>
                <c:pt idx="251">
                  <c:v>3.2598200804807602</c:v>
                </c:pt>
                <c:pt idx="252">
                  <c:v>-0.680401248073773</c:v>
                </c:pt>
                <c:pt idx="253">
                  <c:v>1.0405540824445301</c:v>
                </c:pt>
                <c:pt idx="254">
                  <c:v>-3.00279367003919</c:v>
                </c:pt>
                <c:pt idx="255">
                  <c:v>-2.89181242131205</c:v>
                </c:pt>
                <c:pt idx="256">
                  <c:v>-2.1176595460480798</c:v>
                </c:pt>
                <c:pt idx="257">
                  <c:v>0.96213766744586604</c:v>
                </c:pt>
                <c:pt idx="258">
                  <c:v>-2.3400400632678098</c:v>
                </c:pt>
                <c:pt idx="259">
                  <c:v>-7.7534095361589097</c:v>
                </c:pt>
                <c:pt idx="260">
                  <c:v>-2.3773852129491599</c:v>
                </c:pt>
                <c:pt idx="261">
                  <c:v>-2.98838956654975</c:v>
                </c:pt>
                <c:pt idx="262">
                  <c:v>4.6283525832664703</c:v>
                </c:pt>
                <c:pt idx="263">
                  <c:v>-6.8353768347933501</c:v>
                </c:pt>
                <c:pt idx="264">
                  <c:v>-0.78145684770019797</c:v>
                </c:pt>
                <c:pt idx="265">
                  <c:v>-1.5099119195826001</c:v>
                </c:pt>
                <c:pt idx="266">
                  <c:v>-5.4094979155614702</c:v>
                </c:pt>
                <c:pt idx="267">
                  <c:v>1.3398166953171999</c:v>
                </c:pt>
                <c:pt idx="268">
                  <c:v>-7.0239763361076601</c:v>
                </c:pt>
                <c:pt idx="269">
                  <c:v>-6.4698134757275696</c:v>
                </c:pt>
                <c:pt idx="270">
                  <c:v>3.3141293754583598</c:v>
                </c:pt>
                <c:pt idx="271">
                  <c:v>6.6150753925054397</c:v>
                </c:pt>
                <c:pt idx="272">
                  <c:v>7.6779165393350297</c:v>
                </c:pt>
                <c:pt idx="273">
                  <c:v>6.4712624927026896</c:v>
                </c:pt>
                <c:pt idx="274">
                  <c:v>5.2772251591966599</c:v>
                </c:pt>
                <c:pt idx="275">
                  <c:v>-0.68762099107378705</c:v>
                </c:pt>
                <c:pt idx="276">
                  <c:v>0.257214272557027</c:v>
                </c:pt>
                <c:pt idx="277">
                  <c:v>1.2741296507404201</c:v>
                </c:pt>
                <c:pt idx="278">
                  <c:v>-0.96830603160093398</c:v>
                </c:pt>
                <c:pt idx="279">
                  <c:v>-3.20577538361196</c:v>
                </c:pt>
                <c:pt idx="280">
                  <c:v>1.77829065478933</c:v>
                </c:pt>
                <c:pt idx="281">
                  <c:v>-5.8443555269385499</c:v>
                </c:pt>
                <c:pt idx="282">
                  <c:v>-4.6614683581890501</c:v>
                </c:pt>
                <c:pt idx="283">
                  <c:v>3.4717852045377602</c:v>
                </c:pt>
                <c:pt idx="284">
                  <c:v>2.1592771546963001</c:v>
                </c:pt>
                <c:pt idx="285">
                  <c:v>-1.5930878961053501</c:v>
                </c:pt>
                <c:pt idx="286">
                  <c:v>-1.3806260271211499</c:v>
                </c:pt>
                <c:pt idx="287">
                  <c:v>2.5977069616137101</c:v>
                </c:pt>
                <c:pt idx="288">
                  <c:v>5.9600293172362697</c:v>
                </c:pt>
                <c:pt idx="289">
                  <c:v>1.2378652680368001</c:v>
                </c:pt>
                <c:pt idx="290">
                  <c:v>-1.74588015931211</c:v>
                </c:pt>
                <c:pt idx="291">
                  <c:v>-9.2879239943904306</c:v>
                </c:pt>
                <c:pt idx="292">
                  <c:v>4.0821492204783496</c:v>
                </c:pt>
                <c:pt idx="293">
                  <c:v>-8.7685178581431291</c:v>
                </c:pt>
                <c:pt idx="294">
                  <c:v>1.6735139128743</c:v>
                </c:pt>
                <c:pt idx="295">
                  <c:v>1.9575686877468299</c:v>
                </c:pt>
                <c:pt idx="296">
                  <c:v>0.99153265000486202</c:v>
                </c:pt>
                <c:pt idx="297">
                  <c:v>-0.33360852700692201</c:v>
                </c:pt>
                <c:pt idx="298">
                  <c:v>-1.1235458972262</c:v>
                </c:pt>
                <c:pt idx="299">
                  <c:v>0.80170628732861604</c:v>
                </c:pt>
                <c:pt idx="300">
                  <c:v>-3.2500369124614998</c:v>
                </c:pt>
                <c:pt idx="301">
                  <c:v>4.2534875456763404</c:v>
                </c:pt>
                <c:pt idx="302">
                  <c:v>-1.5018554064573799</c:v>
                </c:pt>
                <c:pt idx="303">
                  <c:v>-1.1308445115775201</c:v>
                </c:pt>
                <c:pt idx="304">
                  <c:v>0.65770653362271703</c:v>
                </c:pt>
                <c:pt idx="305">
                  <c:v>2.91434074831986</c:v>
                </c:pt>
                <c:pt idx="306">
                  <c:v>-3.7034394133356101</c:v>
                </c:pt>
                <c:pt idx="307">
                  <c:v>2.06929593116379</c:v>
                </c:pt>
                <c:pt idx="308">
                  <c:v>-4.4936072161676099</c:v>
                </c:pt>
                <c:pt idx="309">
                  <c:v>3.4164559754705799</c:v>
                </c:pt>
                <c:pt idx="310">
                  <c:v>-9.3324623013596693</c:v>
                </c:pt>
                <c:pt idx="311">
                  <c:v>-7.9680740539360704</c:v>
                </c:pt>
                <c:pt idx="312">
                  <c:v>-3.8339426997789698</c:v>
                </c:pt>
                <c:pt idx="313">
                  <c:v>-4.6478735310082699</c:v>
                </c:pt>
                <c:pt idx="314">
                  <c:v>-7.4924117868403703</c:v>
                </c:pt>
                <c:pt idx="315">
                  <c:v>-3.5832974279965502</c:v>
                </c:pt>
                <c:pt idx="316">
                  <c:v>2.5129972918742101</c:v>
                </c:pt>
                <c:pt idx="317">
                  <c:v>0.97678819505272996</c:v>
                </c:pt>
                <c:pt idx="318">
                  <c:v>2.2764511976944699</c:v>
                </c:pt>
                <c:pt idx="319">
                  <c:v>-3.3591558944774098</c:v>
                </c:pt>
                <c:pt idx="320">
                  <c:v>-0.71740730883644399</c:v>
                </c:pt>
                <c:pt idx="321">
                  <c:v>1.6110288767011001</c:v>
                </c:pt>
                <c:pt idx="322">
                  <c:v>-2.5090450109969402</c:v>
                </c:pt>
                <c:pt idx="323">
                  <c:v>-1.4845265775890299</c:v>
                </c:pt>
                <c:pt idx="324">
                  <c:v>-3.7286931324616699</c:v>
                </c:pt>
                <c:pt idx="325">
                  <c:v>-6.1457123501341799</c:v>
                </c:pt>
                <c:pt idx="326">
                  <c:v>-1.75616088910669</c:v>
                </c:pt>
                <c:pt idx="327">
                  <c:v>-1.8783701058379501</c:v>
                </c:pt>
                <c:pt idx="328">
                  <c:v>-1.4814356167552101</c:v>
                </c:pt>
                <c:pt idx="329">
                  <c:v>-1.09817432801721</c:v>
                </c:pt>
                <c:pt idx="330">
                  <c:v>7.1957227853190503E-2</c:v>
                </c:pt>
                <c:pt idx="331">
                  <c:v>2.3968722409864398</c:v>
                </c:pt>
                <c:pt idx="332">
                  <c:v>-1.67205223894202</c:v>
                </c:pt>
                <c:pt idx="333">
                  <c:v>1.90496581154265</c:v>
                </c:pt>
                <c:pt idx="334">
                  <c:v>-7.6441967536488402</c:v>
                </c:pt>
                <c:pt idx="335">
                  <c:v>3.0516258828912801</c:v>
                </c:pt>
                <c:pt idx="336">
                  <c:v>3.4470838250084999</c:v>
                </c:pt>
                <c:pt idx="337">
                  <c:v>6.5823621730299797E-3</c:v>
                </c:pt>
                <c:pt idx="338">
                  <c:v>1.1227692421561</c:v>
                </c:pt>
                <c:pt idx="339">
                  <c:v>0.62189679842745904</c:v>
                </c:pt>
                <c:pt idx="340">
                  <c:v>1.12175641794373</c:v>
                </c:pt>
                <c:pt idx="341">
                  <c:v>-4.57151163914014</c:v>
                </c:pt>
                <c:pt idx="342">
                  <c:v>-0.34510719241735599</c:v>
                </c:pt>
                <c:pt idx="343">
                  <c:v>-3.0643333799807801</c:v>
                </c:pt>
                <c:pt idx="344">
                  <c:v>4.5839219212451701</c:v>
                </c:pt>
                <c:pt idx="345">
                  <c:v>4.4273024967276697</c:v>
                </c:pt>
                <c:pt idx="346">
                  <c:v>1.9415105690126699</c:v>
                </c:pt>
                <c:pt idx="347">
                  <c:v>-0.99976833231040796</c:v>
                </c:pt>
                <c:pt idx="348">
                  <c:v>-2.4353185369827202</c:v>
                </c:pt>
                <c:pt idx="349">
                  <c:v>-4.8400868576783298E-3</c:v>
                </c:pt>
                <c:pt idx="350">
                  <c:v>-0.45222558227057003</c:v>
                </c:pt>
                <c:pt idx="351">
                  <c:v>-1.92585368588684</c:v>
                </c:pt>
                <c:pt idx="352">
                  <c:v>-0.74889275931538202</c:v>
                </c:pt>
                <c:pt idx="353">
                  <c:v>3.5546071990708299</c:v>
                </c:pt>
                <c:pt idx="354">
                  <c:v>4.9874776706852098</c:v>
                </c:pt>
                <c:pt idx="355">
                  <c:v>1.11552984889123</c:v>
                </c:pt>
                <c:pt idx="356">
                  <c:v>-2.1638482614163101</c:v>
                </c:pt>
                <c:pt idx="357">
                  <c:v>1.11241291285831</c:v>
                </c:pt>
                <c:pt idx="358">
                  <c:v>0.15718217004225499</c:v>
                </c:pt>
                <c:pt idx="359">
                  <c:v>1.6343676651813801</c:v>
                </c:pt>
                <c:pt idx="360">
                  <c:v>-1.9879925879009399</c:v>
                </c:pt>
                <c:pt idx="361">
                  <c:v>-1.89000894368723</c:v>
                </c:pt>
                <c:pt idx="362">
                  <c:v>1.66269762196807</c:v>
                </c:pt>
                <c:pt idx="363">
                  <c:v>-8.2087067561278708</c:v>
                </c:pt>
                <c:pt idx="364">
                  <c:v>2.3171532321940802</c:v>
                </c:pt>
                <c:pt idx="365">
                  <c:v>-2.9199460289969599</c:v>
                </c:pt>
                <c:pt idx="366">
                  <c:v>-1.6977534778948</c:v>
                </c:pt>
                <c:pt idx="367">
                  <c:v>-2.46102504146076</c:v>
                </c:pt>
                <c:pt idx="368">
                  <c:v>-6.3872016597754499E-3</c:v>
                </c:pt>
                <c:pt idx="369">
                  <c:v>5.1109025512175004</c:v>
                </c:pt>
                <c:pt idx="370">
                  <c:v>-0.34597581036816599</c:v>
                </c:pt>
                <c:pt idx="371">
                  <c:v>-2.5307507481457798</c:v>
                </c:pt>
                <c:pt idx="372">
                  <c:v>2.6593446668803198</c:v>
                </c:pt>
                <c:pt idx="373">
                  <c:v>2.5568535712422902</c:v>
                </c:pt>
                <c:pt idx="374">
                  <c:v>-2.1433598863807202</c:v>
                </c:pt>
                <c:pt idx="375">
                  <c:v>-5.5997408854818396</c:v>
                </c:pt>
                <c:pt idx="376">
                  <c:v>2.8439256988641399</c:v>
                </c:pt>
                <c:pt idx="377">
                  <c:v>-0.82186915308752995</c:v>
                </c:pt>
                <c:pt idx="378">
                  <c:v>0.83409688731089304</c:v>
                </c:pt>
                <c:pt idx="379">
                  <c:v>-2.1303796331064802</c:v>
                </c:pt>
                <c:pt idx="380">
                  <c:v>0.71901128629764299</c:v>
                </c:pt>
                <c:pt idx="381">
                  <c:v>-12.0882813857604</c:v>
                </c:pt>
                <c:pt idx="382">
                  <c:v>2.7403654412696201</c:v>
                </c:pt>
                <c:pt idx="383">
                  <c:v>-14.1908162637235</c:v>
                </c:pt>
                <c:pt idx="384">
                  <c:v>13.409434202779901</c:v>
                </c:pt>
                <c:pt idx="385">
                  <c:v>11.7591779673771</c:v>
                </c:pt>
                <c:pt idx="386">
                  <c:v>-8.6107769724351808</c:v>
                </c:pt>
                <c:pt idx="387">
                  <c:v>-2.6542743860603402</c:v>
                </c:pt>
                <c:pt idx="388">
                  <c:v>3.5112900176717901</c:v>
                </c:pt>
                <c:pt idx="389">
                  <c:v>1.68965872648643</c:v>
                </c:pt>
                <c:pt idx="390">
                  <c:v>1.4798729873026299</c:v>
                </c:pt>
                <c:pt idx="391">
                  <c:v>-0.46782463121852902</c:v>
                </c:pt>
                <c:pt idx="392">
                  <c:v>-0.580635185112929</c:v>
                </c:pt>
                <c:pt idx="393">
                  <c:v>5.0197744996754601</c:v>
                </c:pt>
                <c:pt idx="394">
                  <c:v>1.02761223223146</c:v>
                </c:pt>
                <c:pt idx="395">
                  <c:v>-5.1030759431324304</c:v>
                </c:pt>
                <c:pt idx="396">
                  <c:v>-0.52644602047742795</c:v>
                </c:pt>
                <c:pt idx="397">
                  <c:v>4.3459479624593103</c:v>
                </c:pt>
                <c:pt idx="398">
                  <c:v>2.6078659932714499</c:v>
                </c:pt>
                <c:pt idx="399">
                  <c:v>4.4043263933475201</c:v>
                </c:pt>
                <c:pt idx="400">
                  <c:v>4.51249544853634</c:v>
                </c:pt>
                <c:pt idx="401">
                  <c:v>7.0366133880966997</c:v>
                </c:pt>
                <c:pt idx="402">
                  <c:v>-10.074763976234101</c:v>
                </c:pt>
                <c:pt idx="403">
                  <c:v>-9.4764494084948208</c:v>
                </c:pt>
                <c:pt idx="404">
                  <c:v>0.55132659621260705</c:v>
                </c:pt>
                <c:pt idx="405">
                  <c:v>-0.191462902282381</c:v>
                </c:pt>
                <c:pt idx="406">
                  <c:v>-3.59901469279299</c:v>
                </c:pt>
                <c:pt idx="407">
                  <c:v>3.55686171276602</c:v>
                </c:pt>
                <c:pt idx="408">
                  <c:v>-6.6331370932567602</c:v>
                </c:pt>
                <c:pt idx="409">
                  <c:v>-2.00229726181658</c:v>
                </c:pt>
                <c:pt idx="410">
                  <c:v>2.9314406216067299</c:v>
                </c:pt>
                <c:pt idx="411">
                  <c:v>2.2906939049264201</c:v>
                </c:pt>
                <c:pt idx="412">
                  <c:v>-0.115767554308049</c:v>
                </c:pt>
                <c:pt idx="413">
                  <c:v>1.14328590756522</c:v>
                </c:pt>
                <c:pt idx="414">
                  <c:v>-6.7744931320128998</c:v>
                </c:pt>
                <c:pt idx="415">
                  <c:v>2.2286040411622401</c:v>
                </c:pt>
                <c:pt idx="416">
                  <c:v>1.36523886528454</c:v>
                </c:pt>
                <c:pt idx="417">
                  <c:v>2.0303875992144902</c:v>
                </c:pt>
                <c:pt idx="418">
                  <c:v>-1.58446546698335</c:v>
                </c:pt>
                <c:pt idx="419">
                  <c:v>-4.5492291004589402</c:v>
                </c:pt>
                <c:pt idx="420">
                  <c:v>-3.54188271757958</c:v>
                </c:pt>
                <c:pt idx="421">
                  <c:v>-6.4500482080124204</c:v>
                </c:pt>
                <c:pt idx="422">
                  <c:v>0.48563662067771401</c:v>
                </c:pt>
                <c:pt idx="423">
                  <c:v>-2.32027572187044</c:v>
                </c:pt>
                <c:pt idx="424">
                  <c:v>9.5775019642437606E-2</c:v>
                </c:pt>
                <c:pt idx="425">
                  <c:v>5.7630814413529903</c:v>
                </c:pt>
                <c:pt idx="426">
                  <c:v>-2.8483246622776801</c:v>
                </c:pt>
                <c:pt idx="427">
                  <c:v>-0.82714349183913904</c:v>
                </c:pt>
                <c:pt idx="428">
                  <c:v>3.9114410008770601</c:v>
                </c:pt>
                <c:pt idx="429">
                  <c:v>2.1660144392230101</c:v>
                </c:pt>
                <c:pt idx="430">
                  <c:v>-7.4670821018237596</c:v>
                </c:pt>
                <c:pt idx="431">
                  <c:v>-1.1251353444946099</c:v>
                </c:pt>
                <c:pt idx="432">
                  <c:v>-7.5909829617910596</c:v>
                </c:pt>
                <c:pt idx="433">
                  <c:v>-0.46204407855666502</c:v>
                </c:pt>
                <c:pt idx="434">
                  <c:v>0.42613246556432599</c:v>
                </c:pt>
                <c:pt idx="435">
                  <c:v>-4.06504058661156</c:v>
                </c:pt>
                <c:pt idx="436">
                  <c:v>0.57101263296375804</c:v>
                </c:pt>
                <c:pt idx="437">
                  <c:v>1.27026407445357</c:v>
                </c:pt>
                <c:pt idx="438">
                  <c:v>2.97821284380051</c:v>
                </c:pt>
                <c:pt idx="439">
                  <c:v>-2.16328551431419</c:v>
                </c:pt>
                <c:pt idx="440">
                  <c:v>-3.9818631790242902</c:v>
                </c:pt>
                <c:pt idx="441">
                  <c:v>2.3027465337302302</c:v>
                </c:pt>
                <c:pt idx="442">
                  <c:v>6.4006685510849</c:v>
                </c:pt>
                <c:pt idx="443">
                  <c:v>2.0041691191769901</c:v>
                </c:pt>
                <c:pt idx="444">
                  <c:v>0.52375954863557495</c:v>
                </c:pt>
                <c:pt idx="445">
                  <c:v>0.509520280968352</c:v>
                </c:pt>
                <c:pt idx="446">
                  <c:v>2.5286872700543701</c:v>
                </c:pt>
                <c:pt idx="447">
                  <c:v>-2.15116825094655</c:v>
                </c:pt>
                <c:pt idx="448">
                  <c:v>4.0191403669763304</c:v>
                </c:pt>
                <c:pt idx="449">
                  <c:v>2.2789499549346299</c:v>
                </c:pt>
                <c:pt idx="450">
                  <c:v>0.407117137736632</c:v>
                </c:pt>
                <c:pt idx="451">
                  <c:v>2.9248206477969001</c:v>
                </c:pt>
                <c:pt idx="452">
                  <c:v>-0.33348432353521201</c:v>
                </c:pt>
                <c:pt idx="453">
                  <c:v>-1.36054077399715</c:v>
                </c:pt>
                <c:pt idx="454">
                  <c:v>-3.9450068629303501</c:v>
                </c:pt>
                <c:pt idx="455">
                  <c:v>-2.33005569319984</c:v>
                </c:pt>
                <c:pt idx="456">
                  <c:v>2.3971407082913498</c:v>
                </c:pt>
                <c:pt idx="457">
                  <c:v>-0.65859027623099198</c:v>
                </c:pt>
                <c:pt idx="458">
                  <c:v>2.8765283528723198</c:v>
                </c:pt>
                <c:pt idx="459">
                  <c:v>-0.63980738036895102</c:v>
                </c:pt>
                <c:pt idx="460">
                  <c:v>-1.1945917647584099</c:v>
                </c:pt>
                <c:pt idx="461">
                  <c:v>-0.451309052476985</c:v>
                </c:pt>
                <c:pt idx="462">
                  <c:v>1.3668826176937099</c:v>
                </c:pt>
                <c:pt idx="463">
                  <c:v>-1.9792808184951001</c:v>
                </c:pt>
                <c:pt idx="464">
                  <c:v>-0.93284556957114595</c:v>
                </c:pt>
                <c:pt idx="465">
                  <c:v>-0.456298619516676</c:v>
                </c:pt>
                <c:pt idx="466">
                  <c:v>-0.91067613452512397</c:v>
                </c:pt>
                <c:pt idx="467">
                  <c:v>2.43674874864125</c:v>
                </c:pt>
                <c:pt idx="468">
                  <c:v>1.8544123403286299</c:v>
                </c:pt>
                <c:pt idx="469">
                  <c:v>0.85438019246054597</c:v>
                </c:pt>
                <c:pt idx="470">
                  <c:v>-1.2216190512388301</c:v>
                </c:pt>
                <c:pt idx="471">
                  <c:v>0.98005476266608604</c:v>
                </c:pt>
                <c:pt idx="472">
                  <c:v>4.3186251347754698</c:v>
                </c:pt>
                <c:pt idx="473">
                  <c:v>0.16702818048238799</c:v>
                </c:pt>
                <c:pt idx="474">
                  <c:v>-2.8977340870006998</c:v>
                </c:pt>
                <c:pt idx="475">
                  <c:v>-2.0549579648680698</c:v>
                </c:pt>
                <c:pt idx="476">
                  <c:v>0.86748892408371103</c:v>
                </c:pt>
                <c:pt idx="477">
                  <c:v>-2.26511735926813</c:v>
                </c:pt>
                <c:pt idx="478">
                  <c:v>1.4368545155046999</c:v>
                </c:pt>
                <c:pt idx="479">
                  <c:v>1.5657702102392099</c:v>
                </c:pt>
                <c:pt idx="480">
                  <c:v>-3.3579219442758301</c:v>
                </c:pt>
                <c:pt idx="481">
                  <c:v>-1.84176412603546</c:v>
                </c:pt>
                <c:pt idx="482">
                  <c:v>0.62864319061433305</c:v>
                </c:pt>
                <c:pt idx="483">
                  <c:v>1.32049029170981</c:v>
                </c:pt>
                <c:pt idx="484">
                  <c:v>1.0464935799355601E-2</c:v>
                </c:pt>
                <c:pt idx="485">
                  <c:v>1.2792901399880101</c:v>
                </c:pt>
                <c:pt idx="486">
                  <c:v>1.7347193964038601</c:v>
                </c:pt>
                <c:pt idx="487">
                  <c:v>-0.54756953594509095</c:v>
                </c:pt>
                <c:pt idx="488">
                  <c:v>-4.2460658908759399</c:v>
                </c:pt>
                <c:pt idx="489">
                  <c:v>-4.3542553234078003</c:v>
                </c:pt>
                <c:pt idx="490">
                  <c:v>1.4647859516433599</c:v>
                </c:pt>
                <c:pt idx="491">
                  <c:v>1.91884154145073</c:v>
                </c:pt>
                <c:pt idx="492">
                  <c:v>3.9888255478761501</c:v>
                </c:pt>
                <c:pt idx="493">
                  <c:v>-2.8223178275715202</c:v>
                </c:pt>
                <c:pt idx="494">
                  <c:v>-0.85554755751809397</c:v>
                </c:pt>
                <c:pt idx="495">
                  <c:v>-7.1380867449440499</c:v>
                </c:pt>
                <c:pt idx="496">
                  <c:v>0.46104765931041097</c:v>
                </c:pt>
                <c:pt idx="497">
                  <c:v>0.400352199404022</c:v>
                </c:pt>
                <c:pt idx="498">
                  <c:v>10.877763160900001</c:v>
                </c:pt>
                <c:pt idx="499">
                  <c:v>-0.86268605448617397</c:v>
                </c:pt>
                <c:pt idx="500">
                  <c:v>6.7891808969565606E-2</c:v>
                </c:pt>
                <c:pt idx="501">
                  <c:v>7.8619909610871499</c:v>
                </c:pt>
                <c:pt idx="502">
                  <c:v>0.20369016169103299</c:v>
                </c:pt>
                <c:pt idx="503">
                  <c:v>4.0188643130614103</c:v>
                </c:pt>
                <c:pt idx="504">
                  <c:v>-3.4456939137087499</c:v>
                </c:pt>
                <c:pt idx="505">
                  <c:v>-0.612800889542779</c:v>
                </c:pt>
                <c:pt idx="506">
                  <c:v>4.9080595658721098</c:v>
                </c:pt>
                <c:pt idx="507">
                  <c:v>-2.9102125361744902</c:v>
                </c:pt>
                <c:pt idx="508">
                  <c:v>-0.85730864761579195</c:v>
                </c:pt>
                <c:pt idx="509">
                  <c:v>-0.104617767293211</c:v>
                </c:pt>
                <c:pt idx="510">
                  <c:v>0.755953782445558</c:v>
                </c:pt>
                <c:pt idx="511">
                  <c:v>6.2100583219582104</c:v>
                </c:pt>
                <c:pt idx="512">
                  <c:v>1.7973947379838999</c:v>
                </c:pt>
                <c:pt idx="513">
                  <c:v>-1.24572898798807</c:v>
                </c:pt>
                <c:pt idx="514">
                  <c:v>-1.14441823805903</c:v>
                </c:pt>
                <c:pt idx="515">
                  <c:v>1.13683680959629</c:v>
                </c:pt>
                <c:pt idx="516">
                  <c:v>-2.5753334180802399</c:v>
                </c:pt>
                <c:pt idx="517">
                  <c:v>-2.75926549736164</c:v>
                </c:pt>
                <c:pt idx="518">
                  <c:v>0.52016216513447999</c:v>
                </c:pt>
                <c:pt idx="519">
                  <c:v>-2.3418780853273402</c:v>
                </c:pt>
                <c:pt idx="520">
                  <c:v>0.38936734048569199</c:v>
                </c:pt>
                <c:pt idx="521">
                  <c:v>6.53702130540686</c:v>
                </c:pt>
                <c:pt idx="522">
                  <c:v>-0.71684665502988099</c:v>
                </c:pt>
                <c:pt idx="523">
                  <c:v>-6.0265957810662997E-2</c:v>
                </c:pt>
                <c:pt idx="524">
                  <c:v>3.1928094092212901E-2</c:v>
                </c:pt>
                <c:pt idx="525">
                  <c:v>-2.53933281605239</c:v>
                </c:pt>
                <c:pt idx="526">
                  <c:v>5.5505609551019397</c:v>
                </c:pt>
                <c:pt idx="527">
                  <c:v>-1.96159296956375</c:v>
                </c:pt>
                <c:pt idx="528">
                  <c:v>1.22519362205384</c:v>
                </c:pt>
                <c:pt idx="529">
                  <c:v>-0.242953652438785</c:v>
                </c:pt>
                <c:pt idx="530">
                  <c:v>-0.70879155589864895</c:v>
                </c:pt>
                <c:pt idx="531">
                  <c:v>-0.82431557818487899</c:v>
                </c:pt>
                <c:pt idx="532">
                  <c:v>0.28457639037215299</c:v>
                </c:pt>
                <c:pt idx="533">
                  <c:v>-2.5386156978318999</c:v>
                </c:pt>
                <c:pt idx="534">
                  <c:v>-0.377168252146177</c:v>
                </c:pt>
                <c:pt idx="535">
                  <c:v>1.91716505322113</c:v>
                </c:pt>
                <c:pt idx="536">
                  <c:v>-1.8671720205151301</c:v>
                </c:pt>
                <c:pt idx="537">
                  <c:v>-0.22956319551958701</c:v>
                </c:pt>
                <c:pt idx="538">
                  <c:v>0.34170024966482199</c:v>
                </c:pt>
                <c:pt idx="539">
                  <c:v>0.73130388329163198</c:v>
                </c:pt>
                <c:pt idx="540">
                  <c:v>-2.6197394565228702</c:v>
                </c:pt>
                <c:pt idx="541">
                  <c:v>1.05698049148533</c:v>
                </c:pt>
                <c:pt idx="542">
                  <c:v>0.52146012238836004</c:v>
                </c:pt>
                <c:pt idx="543">
                  <c:v>-2.0361272894436202</c:v>
                </c:pt>
                <c:pt idx="544">
                  <c:v>0.76248386464773099</c:v>
                </c:pt>
                <c:pt idx="545">
                  <c:v>2.2651818472779901</c:v>
                </c:pt>
                <c:pt idx="546">
                  <c:v>8.2188516646042903E-2</c:v>
                </c:pt>
                <c:pt idx="547">
                  <c:v>3.0225392452466502</c:v>
                </c:pt>
                <c:pt idx="548">
                  <c:v>3.19091399793763</c:v>
                </c:pt>
                <c:pt idx="549">
                  <c:v>-0.67425170489578401</c:v>
                </c:pt>
                <c:pt idx="550">
                  <c:v>-0.43710825441648299</c:v>
                </c:pt>
                <c:pt idx="551">
                  <c:v>-1.5560375357124601</c:v>
                </c:pt>
                <c:pt idx="552">
                  <c:v>-2.80853994683237</c:v>
                </c:pt>
                <c:pt idx="553">
                  <c:v>-0.28294347423661198</c:v>
                </c:pt>
                <c:pt idx="554">
                  <c:v>-1.39681533829381</c:v>
                </c:pt>
                <c:pt idx="555">
                  <c:v>-0.76035474725933705</c:v>
                </c:pt>
                <c:pt idx="556">
                  <c:v>0.54175929540707801</c:v>
                </c:pt>
                <c:pt idx="557">
                  <c:v>4.8115597604366602</c:v>
                </c:pt>
                <c:pt idx="558">
                  <c:v>3.1605676397424598</c:v>
                </c:pt>
                <c:pt idx="559">
                  <c:v>-1.5316053000572301</c:v>
                </c:pt>
                <c:pt idx="560">
                  <c:v>1.4549119438951099</c:v>
                </c:pt>
                <c:pt idx="561">
                  <c:v>-1.08196159818405</c:v>
                </c:pt>
                <c:pt idx="562">
                  <c:v>-3.7532116852770301</c:v>
                </c:pt>
                <c:pt idx="563">
                  <c:v>1.76224764959517</c:v>
                </c:pt>
                <c:pt idx="564">
                  <c:v>-1.2796436518963299</c:v>
                </c:pt>
                <c:pt idx="565">
                  <c:v>3.5003821061981002</c:v>
                </c:pt>
                <c:pt idx="566">
                  <c:v>-2.8417572668426301</c:v>
                </c:pt>
                <c:pt idx="567">
                  <c:v>-1.9633573616049001E-2</c:v>
                </c:pt>
                <c:pt idx="568">
                  <c:v>0.94152537637275902</c:v>
                </c:pt>
                <c:pt idx="569">
                  <c:v>-2.7650026869693898</c:v>
                </c:pt>
                <c:pt idx="570">
                  <c:v>0.70798892672612701</c:v>
                </c:pt>
                <c:pt idx="571">
                  <c:v>-0.97816424595649598</c:v>
                </c:pt>
                <c:pt idx="572">
                  <c:v>-1.29997423576431</c:v>
                </c:pt>
                <c:pt idx="573">
                  <c:v>-3.6212483438427898</c:v>
                </c:pt>
                <c:pt idx="574">
                  <c:v>-3.4454158820432901</c:v>
                </c:pt>
                <c:pt idx="575">
                  <c:v>1.6869202873084399</c:v>
                </c:pt>
                <c:pt idx="576">
                  <c:v>0.98766782934856301</c:v>
                </c:pt>
                <c:pt idx="577">
                  <c:v>0.52721665464057699</c:v>
                </c:pt>
                <c:pt idx="578">
                  <c:v>-1.7864730690878701</c:v>
                </c:pt>
                <c:pt idx="579">
                  <c:v>3.0126968035458801</c:v>
                </c:pt>
                <c:pt idx="580">
                  <c:v>-1.14556238127696</c:v>
                </c:pt>
                <c:pt idx="581">
                  <c:v>-1.57388451733449</c:v>
                </c:pt>
                <c:pt idx="582">
                  <c:v>2.98278096627305</c:v>
                </c:pt>
                <c:pt idx="583">
                  <c:v>1.2776899479815</c:v>
                </c:pt>
                <c:pt idx="584">
                  <c:v>-1.7701346388727299</c:v>
                </c:pt>
                <c:pt idx="585">
                  <c:v>2.18453944015361</c:v>
                </c:pt>
                <c:pt idx="586">
                  <c:v>-1.30691916974716</c:v>
                </c:pt>
                <c:pt idx="587">
                  <c:v>-2.1423316012593099</c:v>
                </c:pt>
                <c:pt idx="588">
                  <c:v>-1.97195041560734E-2</c:v>
                </c:pt>
                <c:pt idx="589">
                  <c:v>-1.0635764238549501</c:v>
                </c:pt>
                <c:pt idx="590">
                  <c:v>1.8188804788970601</c:v>
                </c:pt>
                <c:pt idx="591">
                  <c:v>1.4071767407411999</c:v>
                </c:pt>
                <c:pt idx="592">
                  <c:v>3.1400702235765299</c:v>
                </c:pt>
                <c:pt idx="593">
                  <c:v>3.45640374864371</c:v>
                </c:pt>
                <c:pt idx="594">
                  <c:v>-3.0350918167140701</c:v>
                </c:pt>
                <c:pt idx="595">
                  <c:v>0.79015977251629299</c:v>
                </c:pt>
                <c:pt idx="596">
                  <c:v>3.4118034332324698</c:v>
                </c:pt>
                <c:pt idx="597">
                  <c:v>2.0375043036335798</c:v>
                </c:pt>
                <c:pt idx="598">
                  <c:v>1.79168468264685</c:v>
                </c:pt>
                <c:pt idx="599">
                  <c:v>-1.336467451029</c:v>
                </c:pt>
                <c:pt idx="600">
                  <c:v>-3.4440118400408899</c:v>
                </c:pt>
                <c:pt idx="601">
                  <c:v>0.35264656888652401</c:v>
                </c:pt>
                <c:pt idx="602">
                  <c:v>-0.36324154573811002</c:v>
                </c:pt>
                <c:pt idx="603">
                  <c:v>3.86536336295545</c:v>
                </c:pt>
                <c:pt idx="604">
                  <c:v>2.3708043121617099</c:v>
                </c:pt>
                <c:pt idx="605">
                  <c:v>2.00531265471498</c:v>
                </c:pt>
                <c:pt idx="606">
                  <c:v>3.6952314619947302</c:v>
                </c:pt>
                <c:pt idx="607">
                  <c:v>-1.0982539324213101</c:v>
                </c:pt>
                <c:pt idx="608">
                  <c:v>-1.7654803859675601</c:v>
                </c:pt>
                <c:pt idx="609">
                  <c:v>3.0718518662613699</c:v>
                </c:pt>
                <c:pt idx="610">
                  <c:v>-2.9533325402439599</c:v>
                </c:pt>
                <c:pt idx="611">
                  <c:v>-3.27967500152366</c:v>
                </c:pt>
                <c:pt idx="612">
                  <c:v>2.4479653369639398</c:v>
                </c:pt>
                <c:pt idx="613">
                  <c:v>-3.9075093872848901</c:v>
                </c:pt>
                <c:pt idx="614">
                  <c:v>-0.62238083540598099</c:v>
                </c:pt>
                <c:pt idx="615">
                  <c:v>1.1996990041962801</c:v>
                </c:pt>
                <c:pt idx="616">
                  <c:v>-1.6392058223846899</c:v>
                </c:pt>
                <c:pt idx="617">
                  <c:v>-3.5462996893888299</c:v>
                </c:pt>
                <c:pt idx="618">
                  <c:v>1.0724291112306901</c:v>
                </c:pt>
                <c:pt idx="619">
                  <c:v>1.2034193071188</c:v>
                </c:pt>
                <c:pt idx="620">
                  <c:v>1.7820694239122701</c:v>
                </c:pt>
                <c:pt idx="621">
                  <c:v>-1.65538240962429</c:v>
                </c:pt>
                <c:pt idx="622">
                  <c:v>-2.6316017834999399</c:v>
                </c:pt>
                <c:pt idx="623">
                  <c:v>-1.6961985478017501</c:v>
                </c:pt>
                <c:pt idx="624">
                  <c:v>0.483662784829547</c:v>
                </c:pt>
                <c:pt idx="625">
                  <c:v>-1.29880584422461</c:v>
                </c:pt>
                <c:pt idx="626">
                  <c:v>-2.56716916965755</c:v>
                </c:pt>
                <c:pt idx="627">
                  <c:v>-0.23338945365569999</c:v>
                </c:pt>
                <c:pt idx="628">
                  <c:v>1.0999727569214299</c:v>
                </c:pt>
                <c:pt idx="629">
                  <c:v>-0.21324104575662001</c:v>
                </c:pt>
                <c:pt idx="630">
                  <c:v>0.64028294149464404</c:v>
                </c:pt>
                <c:pt idx="631">
                  <c:v>1.95105201540803</c:v>
                </c:pt>
                <c:pt idx="632">
                  <c:v>2.2010224236159801</c:v>
                </c:pt>
                <c:pt idx="633">
                  <c:v>3.4507041996209198</c:v>
                </c:pt>
                <c:pt idx="634">
                  <c:v>2.8511650376747002</c:v>
                </c:pt>
                <c:pt idx="635">
                  <c:v>-1.5141825738484</c:v>
                </c:pt>
                <c:pt idx="636">
                  <c:v>12.389713355830599</c:v>
                </c:pt>
                <c:pt idx="637">
                  <c:v>0.88069651450845499</c:v>
                </c:pt>
                <c:pt idx="638">
                  <c:v>-1.9974795379450501</c:v>
                </c:pt>
                <c:pt idx="639">
                  <c:v>0.79276688471960699</c:v>
                </c:pt>
                <c:pt idx="640">
                  <c:v>-3.2625458505525899</c:v>
                </c:pt>
                <c:pt idx="641">
                  <c:v>-3.6760518257812</c:v>
                </c:pt>
                <c:pt idx="642">
                  <c:v>5.3585545156963796</c:v>
                </c:pt>
                <c:pt idx="643">
                  <c:v>1.8729290727965799</c:v>
                </c:pt>
                <c:pt idx="644">
                  <c:v>1.77812022909753</c:v>
                </c:pt>
                <c:pt idx="645">
                  <c:v>2.0603518739951099</c:v>
                </c:pt>
                <c:pt idx="646">
                  <c:v>5.4558509128236699</c:v>
                </c:pt>
                <c:pt idx="647">
                  <c:v>0.21949364260179899</c:v>
                </c:pt>
                <c:pt idx="648">
                  <c:v>3.2085404676458502</c:v>
                </c:pt>
                <c:pt idx="649">
                  <c:v>-5.88822945427746</c:v>
                </c:pt>
                <c:pt idx="650">
                  <c:v>-4.1202540319547802</c:v>
                </c:pt>
                <c:pt idx="651">
                  <c:v>3.74841274615533</c:v>
                </c:pt>
                <c:pt idx="652">
                  <c:v>-13.1348900517308</c:v>
                </c:pt>
                <c:pt idx="653">
                  <c:v>2.96357415735431</c:v>
                </c:pt>
                <c:pt idx="654">
                  <c:v>0.214589934997925</c:v>
                </c:pt>
                <c:pt idx="655">
                  <c:v>-2.6624153351546598</c:v>
                </c:pt>
                <c:pt idx="656">
                  <c:v>0.85171560941912405</c:v>
                </c:pt>
                <c:pt idx="657">
                  <c:v>-5.1062804191686402</c:v>
                </c:pt>
                <c:pt idx="658">
                  <c:v>-1.9034292980287498E-2</c:v>
                </c:pt>
                <c:pt idx="659">
                  <c:v>-3.5561333401594002</c:v>
                </c:pt>
                <c:pt idx="660">
                  <c:v>-3.5197664993614302</c:v>
                </c:pt>
                <c:pt idx="661">
                  <c:v>-7.2167520251263202</c:v>
                </c:pt>
                <c:pt idx="662">
                  <c:v>-0.76791399262139304</c:v>
                </c:pt>
                <c:pt idx="663">
                  <c:v>0.60936609164380995</c:v>
                </c:pt>
                <c:pt idx="664">
                  <c:v>0.46527122692129302</c:v>
                </c:pt>
                <c:pt idx="665">
                  <c:v>-6.2353536876886997</c:v>
                </c:pt>
                <c:pt idx="666">
                  <c:v>1.4508663513865601</c:v>
                </c:pt>
                <c:pt idx="667">
                  <c:v>3.5443044568199298</c:v>
                </c:pt>
                <c:pt idx="668">
                  <c:v>-1.3447904037540901</c:v>
                </c:pt>
                <c:pt idx="669">
                  <c:v>-1.01659352639687</c:v>
                </c:pt>
                <c:pt idx="670">
                  <c:v>1.8221199279453899</c:v>
                </c:pt>
                <c:pt idx="671">
                  <c:v>-1.79663869616623</c:v>
                </c:pt>
                <c:pt idx="672">
                  <c:v>3.7842122334063002</c:v>
                </c:pt>
                <c:pt idx="673">
                  <c:v>-1.36576429148656</c:v>
                </c:pt>
                <c:pt idx="674">
                  <c:v>-1.17060986424304</c:v>
                </c:pt>
                <c:pt idx="675">
                  <c:v>-0.23323441629879799</c:v>
                </c:pt>
                <c:pt idx="676">
                  <c:v>2.7810444738047</c:v>
                </c:pt>
                <c:pt idx="677">
                  <c:v>-0.328809554322813</c:v>
                </c:pt>
                <c:pt idx="678">
                  <c:v>-0.74188459828091002</c:v>
                </c:pt>
                <c:pt idx="679">
                  <c:v>-0.40116550024756997</c:v>
                </c:pt>
                <c:pt idx="680">
                  <c:v>-2.7133128835174798</c:v>
                </c:pt>
                <c:pt idx="681">
                  <c:v>-2.0829707354055701E-2</c:v>
                </c:pt>
                <c:pt idx="682">
                  <c:v>0.87594439758974796</c:v>
                </c:pt>
                <c:pt idx="683">
                  <c:v>0.27904403633848401</c:v>
                </c:pt>
                <c:pt idx="684">
                  <c:v>-1.15207059096241</c:v>
                </c:pt>
                <c:pt idx="685">
                  <c:v>-4.3815121704150597</c:v>
                </c:pt>
                <c:pt idx="686">
                  <c:v>1.5615044779074001</c:v>
                </c:pt>
                <c:pt idx="687">
                  <c:v>1.26528163962304</c:v>
                </c:pt>
                <c:pt idx="688">
                  <c:v>-1.6455575643459399</c:v>
                </c:pt>
                <c:pt idx="689">
                  <c:v>-3.2057618072989098</c:v>
                </c:pt>
                <c:pt idx="690">
                  <c:v>2.8350286671609699</c:v>
                </c:pt>
                <c:pt idx="691">
                  <c:v>2.1045765411709398</c:v>
                </c:pt>
                <c:pt idx="692">
                  <c:v>0.79881228894600298</c:v>
                </c:pt>
                <c:pt idx="693">
                  <c:v>-2.7983856795630602</c:v>
                </c:pt>
                <c:pt idx="694">
                  <c:v>-3.3133877498966799</c:v>
                </c:pt>
                <c:pt idx="695">
                  <c:v>-1.5938469565184299</c:v>
                </c:pt>
                <c:pt idx="696">
                  <c:v>0</c:v>
                </c:pt>
                <c:pt idx="697">
                  <c:v>5.9538683655533999</c:v>
                </c:pt>
                <c:pt idx="698">
                  <c:v>-1.8691633090565201</c:v>
                </c:pt>
                <c:pt idx="699">
                  <c:v>-0.31618828746629002</c:v>
                </c:pt>
                <c:pt idx="700">
                  <c:v>0.56472383541984905</c:v>
                </c:pt>
                <c:pt idx="701">
                  <c:v>-1.84805293274803</c:v>
                </c:pt>
                <c:pt idx="702">
                  <c:v>3.1297942925649398</c:v>
                </c:pt>
                <c:pt idx="703">
                  <c:v>1.3327716521908699</c:v>
                </c:pt>
                <c:pt idx="704">
                  <c:v>1.2610452095667899</c:v>
                </c:pt>
                <c:pt idx="705">
                  <c:v>4.3426266333688197</c:v>
                </c:pt>
                <c:pt idx="706">
                  <c:v>0.45774897338112602</c:v>
                </c:pt>
                <c:pt idx="707">
                  <c:v>-1.0982952414217499</c:v>
                </c:pt>
                <c:pt idx="708">
                  <c:v>1.04168474121816</c:v>
                </c:pt>
                <c:pt idx="709">
                  <c:v>-0.78309901533283099</c:v>
                </c:pt>
                <c:pt idx="710">
                  <c:v>2.5704407874538302</c:v>
                </c:pt>
                <c:pt idx="711">
                  <c:v>0.146629084940989</c:v>
                </c:pt>
                <c:pt idx="712">
                  <c:v>-0.11856077057722</c:v>
                </c:pt>
                <c:pt idx="713">
                  <c:v>1.14885228973216</c:v>
                </c:pt>
                <c:pt idx="714">
                  <c:v>1.93960189051514</c:v>
                </c:pt>
                <c:pt idx="715">
                  <c:v>2.33793332330684</c:v>
                </c:pt>
                <c:pt idx="716">
                  <c:v>2.3951129164140998</c:v>
                </c:pt>
                <c:pt idx="717">
                  <c:v>-5.5265090390159797</c:v>
                </c:pt>
                <c:pt idx="718">
                  <c:v>-1.24619427616828</c:v>
                </c:pt>
                <c:pt idx="719">
                  <c:v>-0.46964587216589099</c:v>
                </c:pt>
                <c:pt idx="720">
                  <c:v>-5.1953862566559996</c:v>
                </c:pt>
                <c:pt idx="721">
                  <c:v>1.14422620650107</c:v>
                </c:pt>
                <c:pt idx="722">
                  <c:v>2.26028090484398</c:v>
                </c:pt>
                <c:pt idx="723">
                  <c:v>0.49191404769966901</c:v>
                </c:pt>
                <c:pt idx="724">
                  <c:v>5.88536150173046E-2</c:v>
                </c:pt>
                <c:pt idx="725">
                  <c:v>0.151360830283087</c:v>
                </c:pt>
                <c:pt idx="726">
                  <c:v>-2.5185063674052102</c:v>
                </c:pt>
                <c:pt idx="727">
                  <c:v>-0.26056197301760398</c:v>
                </c:pt>
                <c:pt idx="728">
                  <c:v>1.15790279537209</c:v>
                </c:pt>
                <c:pt idx="729">
                  <c:v>-0.71680589469902001</c:v>
                </c:pt>
                <c:pt idx="730">
                  <c:v>2.0739153087492102</c:v>
                </c:pt>
                <c:pt idx="731">
                  <c:v>-1.6031719455007001</c:v>
                </c:pt>
                <c:pt idx="732">
                  <c:v>1.1106973596991201</c:v>
                </c:pt>
                <c:pt idx="733">
                  <c:v>0.197858450711729</c:v>
                </c:pt>
                <c:pt idx="734">
                  <c:v>-3.67258566090036</c:v>
                </c:pt>
                <c:pt idx="735">
                  <c:v>-5.4866919802478098E-2</c:v>
                </c:pt>
                <c:pt idx="736">
                  <c:v>2.4078210841203598</c:v>
                </c:pt>
                <c:pt idx="737">
                  <c:v>0.87179646489617002</c:v>
                </c:pt>
                <c:pt idx="738">
                  <c:v>-1.1066563662970701E-2</c:v>
                </c:pt>
                <c:pt idx="739">
                  <c:v>-2.9038114872343401</c:v>
                </c:pt>
                <c:pt idx="740">
                  <c:v>0.131267912110171</c:v>
                </c:pt>
                <c:pt idx="741">
                  <c:v>2.11312976438639</c:v>
                </c:pt>
                <c:pt idx="742">
                  <c:v>-1.48878567412425</c:v>
                </c:pt>
                <c:pt idx="743">
                  <c:v>2.23469633127818</c:v>
                </c:pt>
                <c:pt idx="744">
                  <c:v>-0.96016494505128602</c:v>
                </c:pt>
                <c:pt idx="745">
                  <c:v>1.3437177147351</c:v>
                </c:pt>
                <c:pt idx="746">
                  <c:v>1.06026558332839</c:v>
                </c:pt>
                <c:pt idx="747">
                  <c:v>2.34072377204888</c:v>
                </c:pt>
                <c:pt idx="748">
                  <c:v>-0.79630248691463401</c:v>
                </c:pt>
                <c:pt idx="749">
                  <c:v>-8.4917620439011396E-2</c:v>
                </c:pt>
                <c:pt idx="750">
                  <c:v>-0.49796830208486598</c:v>
                </c:pt>
                <c:pt idx="751">
                  <c:v>2.7684882425247901</c:v>
                </c:pt>
                <c:pt idx="752">
                  <c:v>-2.41235847164159</c:v>
                </c:pt>
                <c:pt idx="753">
                  <c:v>2.29765067583411</c:v>
                </c:pt>
                <c:pt idx="754">
                  <c:v>0.882918842265903</c:v>
                </c:pt>
                <c:pt idx="755">
                  <c:v>-1.3965314477835999</c:v>
                </c:pt>
                <c:pt idx="756">
                  <c:v>-0.57755413935118805</c:v>
                </c:pt>
                <c:pt idx="757">
                  <c:v>-0.40226893576025002</c:v>
                </c:pt>
                <c:pt idx="758">
                  <c:v>-0.641594273361898</c:v>
                </c:pt>
                <c:pt idx="759">
                  <c:v>0.14046212431910199</c:v>
                </c:pt>
                <c:pt idx="760">
                  <c:v>1.1340246536307901</c:v>
                </c:pt>
                <c:pt idx="761">
                  <c:v>0.98424262280410502</c:v>
                </c:pt>
                <c:pt idx="762">
                  <c:v>-1.1198132172525199</c:v>
                </c:pt>
                <c:pt idx="763">
                  <c:v>-0.39469966045898602</c:v>
                </c:pt>
                <c:pt idx="764">
                  <c:v>-0.16226757733764</c:v>
                </c:pt>
                <c:pt idx="765">
                  <c:v>0.425977863980878</c:v>
                </c:pt>
                <c:pt idx="766">
                  <c:v>0.90504840704339795</c:v>
                </c:pt>
                <c:pt idx="767">
                  <c:v>-6.5299156305050399E-2</c:v>
                </c:pt>
                <c:pt idx="768">
                  <c:v>2.3867246077748399</c:v>
                </c:pt>
                <c:pt idx="769">
                  <c:v>6.7578670191232093E-2</c:v>
                </c:pt>
                <c:pt idx="770">
                  <c:v>-0.93608318353277498</c:v>
                </c:pt>
                <c:pt idx="771">
                  <c:v>-2.2989139617704302</c:v>
                </c:pt>
                <c:pt idx="772">
                  <c:v>1.9402003921456501</c:v>
                </c:pt>
                <c:pt idx="773">
                  <c:v>1.86476177312578</c:v>
                </c:pt>
                <c:pt idx="774">
                  <c:v>0.11140868278794</c:v>
                </c:pt>
                <c:pt idx="775">
                  <c:v>3.21174040907764</c:v>
                </c:pt>
                <c:pt idx="776">
                  <c:v>0.49117978004906998</c:v>
                </c:pt>
                <c:pt idx="777">
                  <c:v>-0.75329237516713898</c:v>
                </c:pt>
                <c:pt idx="778">
                  <c:v>-3.0393294672409001</c:v>
                </c:pt>
                <c:pt idx="779">
                  <c:v>-0.24068511355536701</c:v>
                </c:pt>
                <c:pt idx="780">
                  <c:v>-2.5468798809248301</c:v>
                </c:pt>
                <c:pt idx="781">
                  <c:v>-2.5268249501673901</c:v>
                </c:pt>
                <c:pt idx="782">
                  <c:v>-0.65724419961196801</c:v>
                </c:pt>
                <c:pt idx="783">
                  <c:v>2.1908893269818499</c:v>
                </c:pt>
                <c:pt idx="784">
                  <c:v>-1.0772776241316599</c:v>
                </c:pt>
                <c:pt idx="785">
                  <c:v>0.15759478014997999</c:v>
                </c:pt>
                <c:pt idx="786">
                  <c:v>-1.0095790488115799</c:v>
                </c:pt>
                <c:pt idx="787">
                  <c:v>-1.8638760743914</c:v>
                </c:pt>
                <c:pt idx="788">
                  <c:v>-0.51713018991721105</c:v>
                </c:pt>
                <c:pt idx="789">
                  <c:v>2.5983186132075899</c:v>
                </c:pt>
                <c:pt idx="790">
                  <c:v>-1.32305464562204</c:v>
                </c:pt>
                <c:pt idx="791">
                  <c:v>-1.8689269602679901</c:v>
                </c:pt>
                <c:pt idx="792">
                  <c:v>1.1848185416374</c:v>
                </c:pt>
                <c:pt idx="793">
                  <c:v>2.3429456359788698</c:v>
                </c:pt>
                <c:pt idx="794">
                  <c:v>-0.41131901813605498</c:v>
                </c:pt>
                <c:pt idx="795">
                  <c:v>0.78651903039856697</c:v>
                </c:pt>
                <c:pt idx="796">
                  <c:v>2.7016192703402999</c:v>
                </c:pt>
                <c:pt idx="797">
                  <c:v>0.96005602646739896</c:v>
                </c:pt>
                <c:pt idx="798">
                  <c:v>1.00901354913948</c:v>
                </c:pt>
                <c:pt idx="799">
                  <c:v>-3.6715602069661299</c:v>
                </c:pt>
                <c:pt idx="800">
                  <c:v>-1.80364795174127</c:v>
                </c:pt>
                <c:pt idx="801">
                  <c:v>0.16048649472934701</c:v>
                </c:pt>
                <c:pt idx="802">
                  <c:v>-0.83264714301476295</c:v>
                </c:pt>
                <c:pt idx="803">
                  <c:v>-0.664139452837189</c:v>
                </c:pt>
                <c:pt idx="804">
                  <c:v>0.205646690360443</c:v>
                </c:pt>
                <c:pt idx="805">
                  <c:v>-1.32825664877338</c:v>
                </c:pt>
                <c:pt idx="806">
                  <c:v>-0.983961260140647</c:v>
                </c:pt>
                <c:pt idx="807">
                  <c:v>-1.61481035054137</c:v>
                </c:pt>
                <c:pt idx="808">
                  <c:v>2.4013340700419001</c:v>
                </c:pt>
                <c:pt idx="809">
                  <c:v>-1.06558724460424</c:v>
                </c:pt>
                <c:pt idx="810">
                  <c:v>-1.02328127403041</c:v>
                </c:pt>
                <c:pt idx="811">
                  <c:v>1.0477958403991099</c:v>
                </c:pt>
                <c:pt idx="812">
                  <c:v>1.46981160953137</c:v>
                </c:pt>
                <c:pt idx="813">
                  <c:v>-0.96517379656536495</c:v>
                </c:pt>
                <c:pt idx="814">
                  <c:v>0.18352602879421201</c:v>
                </c:pt>
                <c:pt idx="815">
                  <c:v>-0.39995231376551998</c:v>
                </c:pt>
                <c:pt idx="816">
                  <c:v>1.82668997600572</c:v>
                </c:pt>
                <c:pt idx="817">
                  <c:v>0.65880404646583701</c:v>
                </c:pt>
                <c:pt idx="818">
                  <c:v>1.94615342243844</c:v>
                </c:pt>
                <c:pt idx="819">
                  <c:v>3.2975737720954301</c:v>
                </c:pt>
                <c:pt idx="820">
                  <c:v>-0.67193204416393304</c:v>
                </c:pt>
                <c:pt idx="821">
                  <c:v>0.29931837440082398</c:v>
                </c:pt>
                <c:pt idx="822">
                  <c:v>-0.49385153653770503</c:v>
                </c:pt>
                <c:pt idx="823">
                  <c:v>-1.4979619289111199</c:v>
                </c:pt>
                <c:pt idx="824">
                  <c:v>-1.1689277180706401</c:v>
                </c:pt>
                <c:pt idx="825">
                  <c:v>3.0275656359639198E-2</c:v>
                </c:pt>
                <c:pt idx="826">
                  <c:v>-1.0918311348413501</c:v>
                </c:pt>
                <c:pt idx="827">
                  <c:v>-0.65652412066376398</c:v>
                </c:pt>
                <c:pt idx="828">
                  <c:v>2.5768206448202098</c:v>
                </c:pt>
                <c:pt idx="829">
                  <c:v>-0.227600121416732</c:v>
                </c:pt>
                <c:pt idx="830">
                  <c:v>-1.84789302414284</c:v>
                </c:pt>
                <c:pt idx="831">
                  <c:v>-1.3759375864461401</c:v>
                </c:pt>
                <c:pt idx="832">
                  <c:v>-0.60274022463146604</c:v>
                </c:pt>
                <c:pt idx="833">
                  <c:v>-0.30894183175201201</c:v>
                </c:pt>
                <c:pt idx="834">
                  <c:v>0.79604022936878804</c:v>
                </c:pt>
                <c:pt idx="835">
                  <c:v>-0.63276780875336802</c:v>
                </c:pt>
                <c:pt idx="836">
                  <c:v>1.7291469689549901</c:v>
                </c:pt>
                <c:pt idx="837">
                  <c:v>-0.82959793763589895</c:v>
                </c:pt>
                <c:pt idx="838">
                  <c:v>-1.09674570293531</c:v>
                </c:pt>
                <c:pt idx="839">
                  <c:v>-1.1171162143211399</c:v>
                </c:pt>
                <c:pt idx="840">
                  <c:v>0.45126327546869299</c:v>
                </c:pt>
                <c:pt idx="841">
                  <c:v>-2.0332687618244001</c:v>
                </c:pt>
                <c:pt idx="842">
                  <c:v>-0.83429223642462003</c:v>
                </c:pt>
                <c:pt idx="843">
                  <c:v>2.9739929241318399</c:v>
                </c:pt>
                <c:pt idx="844">
                  <c:v>-0.92204675037865602</c:v>
                </c:pt>
                <c:pt idx="845">
                  <c:v>1.4029268206683201</c:v>
                </c:pt>
                <c:pt idx="846">
                  <c:v>1.4673566022246101</c:v>
                </c:pt>
                <c:pt idx="847">
                  <c:v>-0.35647147589019801</c:v>
                </c:pt>
                <c:pt idx="848">
                  <c:v>-1.2937090757084999</c:v>
                </c:pt>
                <c:pt idx="849">
                  <c:v>-0.89959554154772703</c:v>
                </c:pt>
                <c:pt idx="850">
                  <c:v>-0.40100980351285298</c:v>
                </c:pt>
                <c:pt idx="851">
                  <c:v>-1.0396794462782699</c:v>
                </c:pt>
                <c:pt idx="852">
                  <c:v>1.6481380304337101</c:v>
                </c:pt>
                <c:pt idx="853">
                  <c:v>0.89233486032061005</c:v>
                </c:pt>
                <c:pt idx="854">
                  <c:v>0.70059441782285303</c:v>
                </c:pt>
                <c:pt idx="855">
                  <c:v>1.6426910002984201</c:v>
                </c:pt>
                <c:pt idx="856">
                  <c:v>0.70413865776567797</c:v>
                </c:pt>
                <c:pt idx="857">
                  <c:v>-2.8589288275409502E-2</c:v>
                </c:pt>
                <c:pt idx="858">
                  <c:v>4.4118761357757101</c:v>
                </c:pt>
                <c:pt idx="859">
                  <c:v>1.1958978108918601</c:v>
                </c:pt>
                <c:pt idx="860">
                  <c:v>-0.43833821990131999</c:v>
                </c:pt>
                <c:pt idx="861">
                  <c:v>-9.2783074397808696E-2</c:v>
                </c:pt>
                <c:pt idx="862">
                  <c:v>0.89374805612200103</c:v>
                </c:pt>
                <c:pt idx="863">
                  <c:v>1.47047238610276</c:v>
                </c:pt>
                <c:pt idx="864">
                  <c:v>-0.86852054766520304</c:v>
                </c:pt>
                <c:pt idx="865">
                  <c:v>0.14896873447810999</c:v>
                </c:pt>
                <c:pt idx="866">
                  <c:v>-3.3863499431903801</c:v>
                </c:pt>
                <c:pt idx="867">
                  <c:v>2.6135473348609</c:v>
                </c:pt>
                <c:pt idx="868">
                  <c:v>-3.7650846370565398</c:v>
                </c:pt>
                <c:pt idx="869">
                  <c:v>-0.40129629762701002</c:v>
                </c:pt>
                <c:pt idx="870">
                  <c:v>-3.11698727481805</c:v>
                </c:pt>
                <c:pt idx="871">
                  <c:v>2.3800515798634301</c:v>
                </c:pt>
                <c:pt idx="872">
                  <c:v>6.2448022001937504</c:v>
                </c:pt>
                <c:pt idx="873">
                  <c:v>2.1046033465316301</c:v>
                </c:pt>
                <c:pt idx="874">
                  <c:v>1.3905201083397001</c:v>
                </c:pt>
                <c:pt idx="875">
                  <c:v>0.99388229314300303</c:v>
                </c:pt>
                <c:pt idx="876">
                  <c:v>1.8327308580142301</c:v>
                </c:pt>
                <c:pt idx="877">
                  <c:v>1.00506202438578</c:v>
                </c:pt>
                <c:pt idx="878">
                  <c:v>-2.3145425120897398</c:v>
                </c:pt>
                <c:pt idx="879">
                  <c:v>1.31577460853023</c:v>
                </c:pt>
                <c:pt idx="880">
                  <c:v>-4.1043088281144797</c:v>
                </c:pt>
                <c:pt idx="881">
                  <c:v>0.43054171737126401</c:v>
                </c:pt>
                <c:pt idx="882">
                  <c:v>-2.17071317343148</c:v>
                </c:pt>
                <c:pt idx="883">
                  <c:v>-0.19187966788226599</c:v>
                </c:pt>
                <c:pt idx="884">
                  <c:v>-2.61335466142001</c:v>
                </c:pt>
                <c:pt idx="885">
                  <c:v>0.94220557559437601</c:v>
                </c:pt>
                <c:pt idx="886">
                  <c:v>1.1892249106127399</c:v>
                </c:pt>
                <c:pt idx="887">
                  <c:v>0.73447104425841303</c:v>
                </c:pt>
                <c:pt idx="888">
                  <c:v>-1.08730566365863</c:v>
                </c:pt>
                <c:pt idx="889">
                  <c:v>1.4887334726354</c:v>
                </c:pt>
                <c:pt idx="890">
                  <c:v>2.8010275405326999</c:v>
                </c:pt>
                <c:pt idx="891">
                  <c:v>-9.8735279179924806E-2</c:v>
                </c:pt>
                <c:pt idx="892">
                  <c:v>3.3056599858923499</c:v>
                </c:pt>
                <c:pt idx="893">
                  <c:v>-0.103745021872669</c:v>
                </c:pt>
                <c:pt idx="894">
                  <c:v>-0.234519372062195</c:v>
                </c:pt>
                <c:pt idx="895">
                  <c:v>-0.138884486988024</c:v>
                </c:pt>
                <c:pt idx="896">
                  <c:v>0.43496619852042701</c:v>
                </c:pt>
                <c:pt idx="897">
                  <c:v>0.35664620141608</c:v>
                </c:pt>
                <c:pt idx="898">
                  <c:v>-1.6099334214974601</c:v>
                </c:pt>
                <c:pt idx="899">
                  <c:v>-1.35319816744581</c:v>
                </c:pt>
                <c:pt idx="900">
                  <c:v>-0.353280383520445</c:v>
                </c:pt>
                <c:pt idx="901">
                  <c:v>1.87453613907654</c:v>
                </c:pt>
                <c:pt idx="902">
                  <c:v>-1.10167555358528</c:v>
                </c:pt>
                <c:pt idx="903">
                  <c:v>1.2448514682240801</c:v>
                </c:pt>
                <c:pt idx="904">
                  <c:v>5.6162191006468402E-2</c:v>
                </c:pt>
                <c:pt idx="905">
                  <c:v>-0.83521588755170195</c:v>
                </c:pt>
                <c:pt idx="906">
                  <c:v>-2.7040234557446801</c:v>
                </c:pt>
                <c:pt idx="907">
                  <c:v>-2.1708557604044199</c:v>
                </c:pt>
                <c:pt idx="908">
                  <c:v>0.24181314094805501</c:v>
                </c:pt>
                <c:pt idx="909">
                  <c:v>2.5316005748958901</c:v>
                </c:pt>
                <c:pt idx="910">
                  <c:v>-1.0761955442999001</c:v>
                </c:pt>
                <c:pt idx="911">
                  <c:v>0.27511246331717998</c:v>
                </c:pt>
                <c:pt idx="912">
                  <c:v>-0.63419919514222201</c:v>
                </c:pt>
                <c:pt idx="913">
                  <c:v>-0.34788370956395898</c:v>
                </c:pt>
                <c:pt idx="914">
                  <c:v>-1.76877511464432</c:v>
                </c:pt>
                <c:pt idx="915">
                  <c:v>1.6205025043670001</c:v>
                </c:pt>
                <c:pt idx="916">
                  <c:v>-0.23621715723075401</c:v>
                </c:pt>
                <c:pt idx="917">
                  <c:v>-1.3477776236721499</c:v>
                </c:pt>
                <c:pt idx="918">
                  <c:v>0.228642697397095</c:v>
                </c:pt>
                <c:pt idx="919">
                  <c:v>0.18510680533780199</c:v>
                </c:pt>
                <c:pt idx="920">
                  <c:v>-1.31846742286333</c:v>
                </c:pt>
                <c:pt idx="921">
                  <c:v>-0.92634640958365599</c:v>
                </c:pt>
                <c:pt idx="922">
                  <c:v>-0.73962515030799802</c:v>
                </c:pt>
                <c:pt idx="923">
                  <c:v>0.73624308458097998</c:v>
                </c:pt>
                <c:pt idx="924">
                  <c:v>6.8745737549151101E-2</c:v>
                </c:pt>
                <c:pt idx="925">
                  <c:v>-1.5333283719524999</c:v>
                </c:pt>
                <c:pt idx="926">
                  <c:v>-3.0554174970458301</c:v>
                </c:pt>
                <c:pt idx="927">
                  <c:v>0.14644621403693101</c:v>
                </c:pt>
                <c:pt idx="928">
                  <c:v>3.0918096563918902</c:v>
                </c:pt>
                <c:pt idx="929">
                  <c:v>-1.11153238269405</c:v>
                </c:pt>
                <c:pt idx="930">
                  <c:v>-2.7959717539384998</c:v>
                </c:pt>
                <c:pt idx="931">
                  <c:v>6.7245933309656802</c:v>
                </c:pt>
                <c:pt idx="932">
                  <c:v>2.16084823865117</c:v>
                </c:pt>
                <c:pt idx="933">
                  <c:v>5.0775926152128203</c:v>
                </c:pt>
                <c:pt idx="934">
                  <c:v>-9.5944705888731704E-2</c:v>
                </c:pt>
                <c:pt idx="935">
                  <c:v>2.2467183736688399</c:v>
                </c:pt>
                <c:pt idx="936">
                  <c:v>-2.6982455627067199</c:v>
                </c:pt>
                <c:pt idx="937">
                  <c:v>2.6989511515121301</c:v>
                </c:pt>
                <c:pt idx="938">
                  <c:v>0.52074433529084796</c:v>
                </c:pt>
                <c:pt idx="939">
                  <c:v>2.1904038176867799</c:v>
                </c:pt>
                <c:pt idx="940">
                  <c:v>1.1086405188881501</c:v>
                </c:pt>
                <c:pt idx="941">
                  <c:v>9.9725094690597996E-2</c:v>
                </c:pt>
                <c:pt idx="942">
                  <c:v>-3.1283095169773998</c:v>
                </c:pt>
                <c:pt idx="943">
                  <c:v>1.5834979517409999E-2</c:v>
                </c:pt>
                <c:pt idx="944">
                  <c:v>1.49696954155435</c:v>
                </c:pt>
                <c:pt idx="945">
                  <c:v>-0.24098963323973199</c:v>
                </c:pt>
                <c:pt idx="946">
                  <c:v>0.53272099413970597</c:v>
                </c:pt>
                <c:pt idx="947">
                  <c:v>0.53256723997029898</c:v>
                </c:pt>
                <c:pt idx="948">
                  <c:v>-0.59900335450641595</c:v>
                </c:pt>
                <c:pt idx="949">
                  <c:v>-4.0420508160126296</c:v>
                </c:pt>
                <c:pt idx="950">
                  <c:v>-2.2820677332387498</c:v>
                </c:pt>
                <c:pt idx="951">
                  <c:v>-0.76211168886972103</c:v>
                </c:pt>
                <c:pt idx="952">
                  <c:v>1.0687529912298801</c:v>
                </c:pt>
                <c:pt idx="953">
                  <c:v>3.4987538994780398</c:v>
                </c:pt>
                <c:pt idx="954">
                  <c:v>1.9219710082332699</c:v>
                </c:pt>
                <c:pt idx="955">
                  <c:v>-0.92303947573012401</c:v>
                </c:pt>
                <c:pt idx="956">
                  <c:v>1.26341477949579</c:v>
                </c:pt>
                <c:pt idx="957">
                  <c:v>2.2152146937789401</c:v>
                </c:pt>
                <c:pt idx="958">
                  <c:v>2.8043147560210699</c:v>
                </c:pt>
                <c:pt idx="959">
                  <c:v>-0.16213184417880999</c:v>
                </c:pt>
                <c:pt idx="960">
                  <c:v>-3.52946308467599</c:v>
                </c:pt>
                <c:pt idx="961">
                  <c:v>-0.215067399444861</c:v>
                </c:pt>
                <c:pt idx="962">
                  <c:v>-2.6562722452812801</c:v>
                </c:pt>
                <c:pt idx="963">
                  <c:v>-2.6293451151904601</c:v>
                </c:pt>
                <c:pt idx="964">
                  <c:v>-1.7696895196968001</c:v>
                </c:pt>
                <c:pt idx="965">
                  <c:v>-0.27406549471813302</c:v>
                </c:pt>
                <c:pt idx="966">
                  <c:v>2.2669902067906098</c:v>
                </c:pt>
                <c:pt idx="967">
                  <c:v>1.0495732459756999</c:v>
                </c:pt>
                <c:pt idx="968">
                  <c:v>1.82761425316403</c:v>
                </c:pt>
                <c:pt idx="969">
                  <c:v>-0.89840047867908002</c:v>
                </c:pt>
                <c:pt idx="970">
                  <c:v>0.67805576612458596</c:v>
                </c:pt>
                <c:pt idx="971">
                  <c:v>-0.72741315387801697</c:v>
                </c:pt>
                <c:pt idx="972">
                  <c:v>0.70481747740079703</c:v>
                </c:pt>
                <c:pt idx="973">
                  <c:v>1.81307866941808</c:v>
                </c:pt>
                <c:pt idx="974">
                  <c:v>-1.1891595408333899</c:v>
                </c:pt>
                <c:pt idx="975">
                  <c:v>-1.8112362878936299</c:v>
                </c:pt>
                <c:pt idx="976">
                  <c:v>-0.45350692022584699</c:v>
                </c:pt>
                <c:pt idx="977">
                  <c:v>-3.4796666995755601</c:v>
                </c:pt>
                <c:pt idx="978">
                  <c:v>-0.95013947012666999</c:v>
                </c:pt>
                <c:pt idx="979">
                  <c:v>-3.2275105213397399</c:v>
                </c:pt>
                <c:pt idx="980">
                  <c:v>1.488162587251</c:v>
                </c:pt>
                <c:pt idx="981">
                  <c:v>3.8525488653670901</c:v>
                </c:pt>
                <c:pt idx="982">
                  <c:v>2.5826737509153999E-2</c:v>
                </c:pt>
                <c:pt idx="983">
                  <c:v>-0.16328364743478499</c:v>
                </c:pt>
                <c:pt idx="984">
                  <c:v>0.23778977370701901</c:v>
                </c:pt>
                <c:pt idx="985">
                  <c:v>-0.687782384756775</c:v>
                </c:pt>
                <c:pt idx="986">
                  <c:v>1.5004797927417699</c:v>
                </c:pt>
                <c:pt idx="987">
                  <c:v>-0.361632567424508</c:v>
                </c:pt>
                <c:pt idx="988">
                  <c:v>0.27473527249202601</c:v>
                </c:pt>
                <c:pt idx="989">
                  <c:v>-0.96256487541937297</c:v>
                </c:pt>
                <c:pt idx="990">
                  <c:v>-1.2581508922399001</c:v>
                </c:pt>
                <c:pt idx="991">
                  <c:v>-0.63069420280266297</c:v>
                </c:pt>
                <c:pt idx="992">
                  <c:v>0.71895229609691502</c:v>
                </c:pt>
                <c:pt idx="993">
                  <c:v>0.62962652913452199</c:v>
                </c:pt>
                <c:pt idx="994">
                  <c:v>1.07424583223097</c:v>
                </c:pt>
                <c:pt idx="995">
                  <c:v>-0.496494850339047</c:v>
                </c:pt>
                <c:pt idx="996">
                  <c:v>1.7103015461447799</c:v>
                </c:pt>
                <c:pt idx="997">
                  <c:v>-0.42971272130198701</c:v>
                </c:pt>
                <c:pt idx="998">
                  <c:v>-0.36901813634502101</c:v>
                </c:pt>
                <c:pt idx="999">
                  <c:v>-1.1157376016779901</c:v>
                </c:pt>
                <c:pt idx="1000">
                  <c:v>1.0178545454938499</c:v>
                </c:pt>
                <c:pt idx="1001">
                  <c:v>-2.0993458231908599</c:v>
                </c:pt>
                <c:pt idx="1002">
                  <c:v>2.3725726399940599</c:v>
                </c:pt>
                <c:pt idx="1003">
                  <c:v>2.7510568840427299</c:v>
                </c:pt>
                <c:pt idx="1004">
                  <c:v>1.5469774165060199</c:v>
                </c:pt>
                <c:pt idx="1005">
                  <c:v>3.3578593041710301</c:v>
                </c:pt>
                <c:pt idx="1006">
                  <c:v>3.1969813694594</c:v>
                </c:pt>
                <c:pt idx="1007">
                  <c:v>-2.6042064737954602</c:v>
                </c:pt>
                <c:pt idx="1008">
                  <c:v>3.1197782892709101</c:v>
                </c:pt>
                <c:pt idx="1009">
                  <c:v>-1.1944418559266099</c:v>
                </c:pt>
                <c:pt idx="1010">
                  <c:v>-1.4194402064360501</c:v>
                </c:pt>
                <c:pt idx="1011">
                  <c:v>0.96204701767241596</c:v>
                </c:pt>
                <c:pt idx="1012">
                  <c:v>-0.93967430086706205</c:v>
                </c:pt>
                <c:pt idx="1013">
                  <c:v>0.98438938990166003</c:v>
                </c:pt>
                <c:pt idx="1014">
                  <c:v>1.13478420583996</c:v>
                </c:pt>
                <c:pt idx="1015">
                  <c:v>2.50467973279101</c:v>
                </c:pt>
                <c:pt idx="1016">
                  <c:v>-1.89940601454559</c:v>
                </c:pt>
                <c:pt idx="1017">
                  <c:v>1.6030019591928</c:v>
                </c:pt>
                <c:pt idx="1018">
                  <c:v>-0.42129617383454399</c:v>
                </c:pt>
                <c:pt idx="1019">
                  <c:v>-0.20737975704001399</c:v>
                </c:pt>
                <c:pt idx="1020">
                  <c:v>2.62290667671828</c:v>
                </c:pt>
                <c:pt idx="1021">
                  <c:v>-4.1774661325265201E-2</c:v>
                </c:pt>
                <c:pt idx="1022">
                  <c:v>1.0160699664406201</c:v>
                </c:pt>
                <c:pt idx="1023">
                  <c:v>4.3505479468295496</c:v>
                </c:pt>
                <c:pt idx="1024">
                  <c:v>0.80659486223684596</c:v>
                </c:pt>
                <c:pt idx="1025">
                  <c:v>0.97414301334813802</c:v>
                </c:pt>
                <c:pt idx="1026">
                  <c:v>2.1875015055075999</c:v>
                </c:pt>
                <c:pt idx="1027">
                  <c:v>-0.64249280378989404</c:v>
                </c:pt>
                <c:pt idx="1028">
                  <c:v>2.5121113596844</c:v>
                </c:pt>
                <c:pt idx="1029">
                  <c:v>0.40936119315309599</c:v>
                </c:pt>
                <c:pt idx="1030">
                  <c:v>0.20570609703165299</c:v>
                </c:pt>
                <c:pt idx="1031">
                  <c:v>3.23593093803176</c:v>
                </c:pt>
                <c:pt idx="1032">
                  <c:v>-0.59544492153936901</c:v>
                </c:pt>
                <c:pt idx="1033">
                  <c:v>3.0928800940647299</c:v>
                </c:pt>
                <c:pt idx="1034">
                  <c:v>0.54979885864038003</c:v>
                </c:pt>
                <c:pt idx="1035">
                  <c:v>1.3588025195992799</c:v>
                </c:pt>
                <c:pt idx="1036">
                  <c:v>-0.202844839367953</c:v>
                </c:pt>
                <c:pt idx="1037">
                  <c:v>-4.1696312345657596</c:v>
                </c:pt>
                <c:pt idx="1038">
                  <c:v>0.616324359470525</c:v>
                </c:pt>
                <c:pt idx="1039">
                  <c:v>2.7617029841724898</c:v>
                </c:pt>
                <c:pt idx="1040">
                  <c:v>1.2340282968683101</c:v>
                </c:pt>
                <c:pt idx="1041">
                  <c:v>2.0896878442368401</c:v>
                </c:pt>
                <c:pt idx="1042">
                  <c:v>5.9720736671446399</c:v>
                </c:pt>
                <c:pt idx="1043">
                  <c:v>-1.0449402536821699</c:v>
                </c:pt>
                <c:pt idx="1044">
                  <c:v>-1.01274638388292</c:v>
                </c:pt>
                <c:pt idx="1045">
                  <c:v>-1.81348403757208</c:v>
                </c:pt>
                <c:pt idx="1046">
                  <c:v>-1.9957831923615701</c:v>
                </c:pt>
                <c:pt idx="1047">
                  <c:v>-1.2389523111209599</c:v>
                </c:pt>
                <c:pt idx="1048">
                  <c:v>-5.5400889075838204</c:v>
                </c:pt>
                <c:pt idx="1049">
                  <c:v>1.7596475648771299</c:v>
                </c:pt>
                <c:pt idx="1050">
                  <c:v>2.4010514508745699</c:v>
                </c:pt>
                <c:pt idx="1051">
                  <c:v>-0.863644886667427</c:v>
                </c:pt>
                <c:pt idx="1052">
                  <c:v>-0.53591211474758205</c:v>
                </c:pt>
                <c:pt idx="1053">
                  <c:v>1.2656762251732301</c:v>
                </c:pt>
                <c:pt idx="1054">
                  <c:v>-2.21845798335977</c:v>
                </c:pt>
                <c:pt idx="1055">
                  <c:v>-0.30445561719636199</c:v>
                </c:pt>
                <c:pt idx="1056">
                  <c:v>-0.85646819591691103</c:v>
                </c:pt>
                <c:pt idx="1057">
                  <c:v>-2.7056571940551999</c:v>
                </c:pt>
                <c:pt idx="1058">
                  <c:v>0.84094770279158104</c:v>
                </c:pt>
                <c:pt idx="1059">
                  <c:v>2.8413541316491102</c:v>
                </c:pt>
                <c:pt idx="1060">
                  <c:v>-3.2171556866039599</c:v>
                </c:pt>
                <c:pt idx="1061">
                  <c:v>1.9668059932458699</c:v>
                </c:pt>
                <c:pt idx="1062">
                  <c:v>1.3513288490702999</c:v>
                </c:pt>
                <c:pt idx="1063">
                  <c:v>-0.198114101370264</c:v>
                </c:pt>
                <c:pt idx="1064">
                  <c:v>0.76566622295856901</c:v>
                </c:pt>
                <c:pt idx="1065">
                  <c:v>1.11036087948805</c:v>
                </c:pt>
                <c:pt idx="1066">
                  <c:v>0.51845918010396697</c:v>
                </c:pt>
                <c:pt idx="1067">
                  <c:v>0.28089999350484302</c:v>
                </c:pt>
                <c:pt idx="1068">
                  <c:v>-1.66291596967554</c:v>
                </c:pt>
                <c:pt idx="1069">
                  <c:v>3.2722977418107</c:v>
                </c:pt>
                <c:pt idx="1070">
                  <c:v>8.1974290819693596E-2</c:v>
                </c:pt>
                <c:pt idx="1071">
                  <c:v>1.1623053998148101</c:v>
                </c:pt>
                <c:pt idx="1072">
                  <c:v>1.0105060682531299</c:v>
                </c:pt>
                <c:pt idx="1073">
                  <c:v>-2.3864435232382202</c:v>
                </c:pt>
                <c:pt idx="1074">
                  <c:v>0.64702150194820895</c:v>
                </c:pt>
                <c:pt idx="1075">
                  <c:v>-2.5363813089292702</c:v>
                </c:pt>
                <c:pt idx="1076">
                  <c:v>-0.135686532179637</c:v>
                </c:pt>
                <c:pt idx="1077">
                  <c:v>0.83950489194761102</c:v>
                </c:pt>
                <c:pt idx="1078">
                  <c:v>-0.38777523026279898</c:v>
                </c:pt>
                <c:pt idx="1079">
                  <c:v>-4.3409117516342598E-2</c:v>
                </c:pt>
                <c:pt idx="1080">
                  <c:v>0.91484892046787103</c:v>
                </c:pt>
                <c:pt idx="1081">
                  <c:v>-2.2335957870149099</c:v>
                </c:pt>
                <c:pt idx="1082">
                  <c:v>-1.1595026701165601</c:v>
                </c:pt>
                <c:pt idx="1083">
                  <c:v>2.5818005227976801</c:v>
                </c:pt>
                <c:pt idx="1084">
                  <c:v>0.67286622981404098</c:v>
                </c:pt>
                <c:pt idx="1085">
                  <c:v>-0.88134559440204496</c:v>
                </c:pt>
                <c:pt idx="1086">
                  <c:v>0.528793995221157</c:v>
                </c:pt>
                <c:pt idx="1087">
                  <c:v>0.83634604713457705</c:v>
                </c:pt>
                <c:pt idx="1088">
                  <c:v>-5.6256340165129898E-2</c:v>
                </c:pt>
                <c:pt idx="1089">
                  <c:v>-0.92825707783186895</c:v>
                </c:pt>
                <c:pt idx="1090">
                  <c:v>1.27455235145708</c:v>
                </c:pt>
                <c:pt idx="1091">
                  <c:v>2.7646820103449299</c:v>
                </c:pt>
                <c:pt idx="1092">
                  <c:v>-1.06430514896603</c:v>
                </c:pt>
                <c:pt idx="1093">
                  <c:v>3.0364780561134102</c:v>
                </c:pt>
                <c:pt idx="1094">
                  <c:v>0.57202024755565095</c:v>
                </c:pt>
                <c:pt idx="1095">
                  <c:v>-0.62759593776703704</c:v>
                </c:pt>
                <c:pt idx="1096">
                  <c:v>-0.56198934967478897</c:v>
                </c:pt>
                <c:pt idx="1097">
                  <c:v>0.55485736640505401</c:v>
                </c:pt>
                <c:pt idx="1098">
                  <c:v>1.4191391009932799</c:v>
                </c:pt>
                <c:pt idx="1099">
                  <c:v>3.0816135120295298</c:v>
                </c:pt>
                <c:pt idx="1100">
                  <c:v>-1.3951501895929099</c:v>
                </c:pt>
                <c:pt idx="1101">
                  <c:v>-1.6297222763297099</c:v>
                </c:pt>
                <c:pt idx="1102">
                  <c:v>-1.32899433378794</c:v>
                </c:pt>
                <c:pt idx="1103">
                  <c:v>1.7829923289207099</c:v>
                </c:pt>
                <c:pt idx="1104">
                  <c:v>1.0663812424185</c:v>
                </c:pt>
                <c:pt idx="1105">
                  <c:v>1.10074289452803</c:v>
                </c:pt>
                <c:pt idx="1106">
                  <c:v>-2.8729613710906299</c:v>
                </c:pt>
                <c:pt idx="1107">
                  <c:v>-1.60440792381046</c:v>
                </c:pt>
                <c:pt idx="1108">
                  <c:v>-0.44527538949460799</c:v>
                </c:pt>
                <c:pt idx="1109">
                  <c:v>-1.4304319676855199</c:v>
                </c:pt>
                <c:pt idx="1110">
                  <c:v>-2.6791569149069101</c:v>
                </c:pt>
                <c:pt idx="1111">
                  <c:v>-0.351589641968311</c:v>
                </c:pt>
                <c:pt idx="1112">
                  <c:v>-1.18729305676722</c:v>
                </c:pt>
                <c:pt idx="1113">
                  <c:v>-2.3475366880116599E-2</c:v>
                </c:pt>
                <c:pt idx="1114">
                  <c:v>0.41654299822670499</c:v>
                </c:pt>
                <c:pt idx="1115">
                  <c:v>-0.88203326924597802</c:v>
                </c:pt>
                <c:pt idx="1116">
                  <c:v>-1.64672442816665</c:v>
                </c:pt>
                <c:pt idx="1117">
                  <c:v>1.73029503894092</c:v>
                </c:pt>
                <c:pt idx="1118">
                  <c:v>-9.3864198368213095E-2</c:v>
                </c:pt>
                <c:pt idx="1119">
                  <c:v>-1.7894966795630001</c:v>
                </c:pt>
                <c:pt idx="1120">
                  <c:v>1.02635708419869</c:v>
                </c:pt>
                <c:pt idx="1121">
                  <c:v>-0.53132959725144002</c:v>
                </c:pt>
                <c:pt idx="1122">
                  <c:v>1.5207955773478801</c:v>
                </c:pt>
                <c:pt idx="1123">
                  <c:v>-0.80915034593739199</c:v>
                </c:pt>
                <c:pt idx="1124">
                  <c:v>1.1935576953200999</c:v>
                </c:pt>
                <c:pt idx="1125">
                  <c:v>-0.72197248719902596</c:v>
                </c:pt>
                <c:pt idx="1126">
                  <c:v>1.4545943011728799</c:v>
                </c:pt>
                <c:pt idx="1127">
                  <c:v>-0.53549543802507305</c:v>
                </c:pt>
                <c:pt idx="1128">
                  <c:v>-2.31381355498735</c:v>
                </c:pt>
                <c:pt idx="1129">
                  <c:v>-1.39422488813041</c:v>
                </c:pt>
                <c:pt idx="1130">
                  <c:v>-0.43009590133460501</c:v>
                </c:pt>
                <c:pt idx="1131">
                  <c:v>0.62267155709227395</c:v>
                </c:pt>
                <c:pt idx="1132">
                  <c:v>-0.705566501574178</c:v>
                </c:pt>
                <c:pt idx="1133">
                  <c:v>-0.70213485888207705</c:v>
                </c:pt>
                <c:pt idx="1134">
                  <c:v>-1.43829056805026</c:v>
                </c:pt>
                <c:pt idx="1135">
                  <c:v>-0.71029577674012001</c:v>
                </c:pt>
                <c:pt idx="1136">
                  <c:v>1.09249781195666</c:v>
                </c:pt>
                <c:pt idx="1137">
                  <c:v>1.7938204991083799</c:v>
                </c:pt>
                <c:pt idx="1138">
                  <c:v>2.5502622511500102</c:v>
                </c:pt>
                <c:pt idx="1139">
                  <c:v>-2.6299716156380599</c:v>
                </c:pt>
                <c:pt idx="1140">
                  <c:v>0.53759095482427899</c:v>
                </c:pt>
                <c:pt idx="1141">
                  <c:v>-0.263300867029301</c:v>
                </c:pt>
                <c:pt idx="1142">
                  <c:v>4.4632045201676096</c:v>
                </c:pt>
                <c:pt idx="1143">
                  <c:v>-0.55755862707041703</c:v>
                </c:pt>
                <c:pt idx="1144">
                  <c:v>1.3534432785313699</c:v>
                </c:pt>
                <c:pt idx="1145">
                  <c:v>0.628844229764419</c:v>
                </c:pt>
                <c:pt idx="1146">
                  <c:v>0.387674164597611</c:v>
                </c:pt>
                <c:pt idx="1147">
                  <c:v>-2.9683888057106702</c:v>
                </c:pt>
                <c:pt idx="1148">
                  <c:v>2.7098563475326101</c:v>
                </c:pt>
                <c:pt idx="1149">
                  <c:v>0.96961208452301895</c:v>
                </c:pt>
                <c:pt idx="1150">
                  <c:v>-0.49798259328442501</c:v>
                </c:pt>
                <c:pt idx="1151">
                  <c:v>-1.9019332106617699</c:v>
                </c:pt>
                <c:pt idx="1152">
                  <c:v>5.5923641717995496</c:v>
                </c:pt>
                <c:pt idx="1153">
                  <c:v>1.8131433206495999</c:v>
                </c:pt>
                <c:pt idx="1154">
                  <c:v>1.6310572961397101</c:v>
                </c:pt>
                <c:pt idx="1155">
                  <c:v>1.8668570610609201</c:v>
                </c:pt>
                <c:pt idx="1156">
                  <c:v>2.6691239058556699</c:v>
                </c:pt>
                <c:pt idx="1157">
                  <c:v>-0.84336253309400999</c:v>
                </c:pt>
                <c:pt idx="1158">
                  <c:v>-1.44711016327396</c:v>
                </c:pt>
                <c:pt idx="1159">
                  <c:v>-3.4234086108361699</c:v>
                </c:pt>
                <c:pt idx="1160">
                  <c:v>-1.4880316365278099</c:v>
                </c:pt>
                <c:pt idx="1161">
                  <c:v>-2.3038980325359799</c:v>
                </c:pt>
                <c:pt idx="1162">
                  <c:v>0.89147754493916198</c:v>
                </c:pt>
                <c:pt idx="1163">
                  <c:v>-1.2109001645356601</c:v>
                </c:pt>
                <c:pt idx="1164">
                  <c:v>-0.14462692727363599</c:v>
                </c:pt>
                <c:pt idx="1165">
                  <c:v>0.88452423231970201</c:v>
                </c:pt>
                <c:pt idx="1166">
                  <c:v>2.2214943427828202</c:v>
                </c:pt>
                <c:pt idx="1167">
                  <c:v>-4.6299798976266099E-2</c:v>
                </c:pt>
                <c:pt idx="1168">
                  <c:v>8.25413234692077E-2</c:v>
                </c:pt>
                <c:pt idx="1169">
                  <c:v>0.487186392977637</c:v>
                </c:pt>
                <c:pt idx="1170">
                  <c:v>-4.9469975540301103</c:v>
                </c:pt>
                <c:pt idx="1171">
                  <c:v>-1.59573101615835</c:v>
                </c:pt>
                <c:pt idx="1172">
                  <c:v>-0.47639903886369001</c:v>
                </c:pt>
                <c:pt idx="1173">
                  <c:v>-0.11088227478413</c:v>
                </c:pt>
                <c:pt idx="1174">
                  <c:v>-0.72085968419389301</c:v>
                </c:pt>
                <c:pt idx="1175">
                  <c:v>1.69195872739348</c:v>
                </c:pt>
                <c:pt idx="1176">
                  <c:v>4.5990108017278901</c:v>
                </c:pt>
                <c:pt idx="1177">
                  <c:v>-1.3387380805582101</c:v>
                </c:pt>
                <c:pt idx="1178">
                  <c:v>1.7761858881796799</c:v>
                </c:pt>
                <c:pt idx="1179">
                  <c:v>4.6365780897673998</c:v>
                </c:pt>
                <c:pt idx="1180">
                  <c:v>-0.688017915139296</c:v>
                </c:pt>
                <c:pt idx="1181">
                  <c:v>0.82846066313056399</c:v>
                </c:pt>
                <c:pt idx="1182">
                  <c:v>-0.87415728868870102</c:v>
                </c:pt>
                <c:pt idx="1183">
                  <c:v>1.56466778689459</c:v>
                </c:pt>
                <c:pt idx="1184">
                  <c:v>-3.6732353700805201E-2</c:v>
                </c:pt>
                <c:pt idx="1185">
                  <c:v>0.78909639099623297</c:v>
                </c:pt>
                <c:pt idx="1186">
                  <c:v>-0.182734810793095</c:v>
                </c:pt>
                <c:pt idx="1187">
                  <c:v>-1.01214393366522</c:v>
                </c:pt>
                <c:pt idx="1188">
                  <c:v>-1.05892137960788</c:v>
                </c:pt>
                <c:pt idx="1189">
                  <c:v>0.18075119570061601</c:v>
                </c:pt>
                <c:pt idx="1190">
                  <c:v>1.71382601546941</c:v>
                </c:pt>
                <c:pt idx="1191">
                  <c:v>-2.5278782297320102</c:v>
                </c:pt>
                <c:pt idx="1192">
                  <c:v>1.07676378689328</c:v>
                </c:pt>
                <c:pt idx="1193">
                  <c:v>1.4830084588941099</c:v>
                </c:pt>
                <c:pt idx="1194">
                  <c:v>-0.583199132341224</c:v>
                </c:pt>
                <c:pt idx="1195">
                  <c:v>0.53259846285691903</c:v>
                </c:pt>
                <c:pt idx="1196">
                  <c:v>2.98430642190129</c:v>
                </c:pt>
                <c:pt idx="1197">
                  <c:v>5.9365363980339403</c:v>
                </c:pt>
                <c:pt idx="1198">
                  <c:v>0.28607854740539701</c:v>
                </c:pt>
                <c:pt idx="1199">
                  <c:v>-1.6604775869308599</c:v>
                </c:pt>
                <c:pt idx="1200">
                  <c:v>0.92376231424821298</c:v>
                </c:pt>
                <c:pt idx="1201">
                  <c:v>0.458329884304219</c:v>
                </c:pt>
                <c:pt idx="1202">
                  <c:v>-3.2312498045382698</c:v>
                </c:pt>
                <c:pt idx="1203">
                  <c:v>-0.142370637931413</c:v>
                </c:pt>
                <c:pt idx="1204">
                  <c:v>0.12258678666988999</c:v>
                </c:pt>
                <c:pt idx="1205">
                  <c:v>1.12251233199455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83-4412-AE45-3091BFFF1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03950816"/>
        <c:axId val="1126689599"/>
      </c:scatterChart>
      <c:valAx>
        <c:axId val="14039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126689599"/>
        <c:crosses val="autoZero"/>
        <c:crossBetween val="midCat"/>
      </c:valAx>
      <c:valAx>
        <c:axId val="1126689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403950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pca_loadings_veronesi!$B$1</c:f>
              <c:strCache>
                <c:ptCount val="1"/>
                <c:pt idx="0">
                  <c:v>PC1_Level</c:v>
                </c:pt>
              </c:strCache>
            </c:strRef>
          </c:tx>
          <c:spPr>
            <a:ln w="28575" cap="rnd">
              <a:solidFill>
                <a:srgbClr val="074D1E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rgbClr val="074D1E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strRef>
              <c:f>pca_loadings_veronesi!$A$2:$A$7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3Y</c:v>
                </c:pt>
                <c:pt idx="3">
                  <c:v>5Y</c:v>
                </c:pt>
                <c:pt idx="4">
                  <c:v>10Y</c:v>
                </c:pt>
                <c:pt idx="5">
                  <c:v>20Y</c:v>
                </c:pt>
              </c:strCache>
            </c:strRef>
          </c:cat>
          <c:val>
            <c:numRef>
              <c:f>pca_loadings_veronesi!$B$2:$B$7</c:f>
              <c:numCache>
                <c:formatCode>General</c:formatCode>
                <c:ptCount val="6"/>
                <c:pt idx="0">
                  <c:v>-0.19489345468854799</c:v>
                </c:pt>
                <c:pt idx="1">
                  <c:v>-0.41495853612064998</c:v>
                </c:pt>
                <c:pt idx="2">
                  <c:v>-0.45887056315027502</c:v>
                </c:pt>
                <c:pt idx="3">
                  <c:v>-0.48492112570005003</c:v>
                </c:pt>
                <c:pt idx="4">
                  <c:v>-0.45232591522891002</c:v>
                </c:pt>
                <c:pt idx="5">
                  <c:v>-0.37351911484747602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68-478A-8AF0-B84B088377BA}"/>
            </c:ext>
          </c:extLst>
        </c:ser>
        <c:ser>
          <c:idx val="1"/>
          <c:order val="1"/>
          <c:tx>
            <c:strRef>
              <c:f>pca_loadings_veronesi!$C$1</c:f>
              <c:strCache>
                <c:ptCount val="1"/>
                <c:pt idx="0">
                  <c:v>PC2_Slope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strRef>
              <c:f>pca_loadings_veronesi!$A$2:$A$7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3Y</c:v>
                </c:pt>
                <c:pt idx="3">
                  <c:v>5Y</c:v>
                </c:pt>
                <c:pt idx="4">
                  <c:v>10Y</c:v>
                </c:pt>
                <c:pt idx="5">
                  <c:v>20Y</c:v>
                </c:pt>
              </c:strCache>
            </c:strRef>
          </c:cat>
          <c:val>
            <c:numRef>
              <c:f>pca_loadings_veronesi!$C$2:$C$7</c:f>
              <c:numCache>
                <c:formatCode>General</c:formatCode>
                <c:ptCount val="6"/>
                <c:pt idx="0">
                  <c:v>-0.25911899755164503</c:v>
                </c:pt>
                <c:pt idx="1">
                  <c:v>-0.477280760218459</c:v>
                </c:pt>
                <c:pt idx="2">
                  <c:v>-0.36732353700796799</c:v>
                </c:pt>
                <c:pt idx="3">
                  <c:v>-2.7859916020317399E-2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68-478A-8AF0-B84B088377BA}"/>
            </c:ext>
          </c:extLst>
        </c:ser>
        <c:ser>
          <c:idx val="2"/>
          <c:order val="2"/>
          <c:tx>
            <c:strRef>
              <c:f>pca_loadings_veronesi!$D$1</c:f>
              <c:strCache>
                <c:ptCount val="1"/>
                <c:pt idx="0">
                  <c:v>PC3_Curvature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3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strRef>
              <c:f>pca_loadings_veronesi!$A$2:$A$7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3Y</c:v>
                </c:pt>
                <c:pt idx="3">
                  <c:v>5Y</c:v>
                </c:pt>
                <c:pt idx="4">
                  <c:v>10Y</c:v>
                </c:pt>
                <c:pt idx="5">
                  <c:v>20Y</c:v>
                </c:pt>
              </c:strCache>
            </c:strRef>
          </c:cat>
          <c:val>
            <c:numRef>
              <c:f>pca_loadings_veronesi!$D$2:$D$7</c:f>
              <c:numCache>
                <c:formatCode>General</c:formatCode>
                <c:ptCount val="6"/>
                <c:pt idx="0">
                  <c:v>0</c:v>
                </c:pt>
                <c:pt idx="1">
                  <c:v>5.2784302496261801E-2</c:v>
                </c:pt>
                <c:pt idx="2">
                  <c:v>-0.25989154145090898</c:v>
                </c:pt>
                <c:pt idx="3">
                  <c:v>-0.28469810173030102</c:v>
                </c:pt>
                <c:pt idx="4">
                  <c:v>-0.116223260056424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68-478A-8AF0-B84B08837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2745871"/>
        <c:axId val="1102739631"/>
      </c:lineChart>
      <c:catAx>
        <c:axId val="1102745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102739631"/>
        <c:crosses val="autoZero"/>
        <c:auto val="1"/>
        <c:lblAlgn val="ctr"/>
        <c:lblOffset val="100"/>
        <c:noMultiLvlLbl val="0"/>
      </c:catAx>
      <c:valAx>
        <c:axId val="11027396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pPr>
            <a:endParaRPr lang="ko-KR"/>
          </a:p>
        </c:txPr>
        <c:crossAx val="1102745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10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580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90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9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20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0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39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01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38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10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982E0-07F0-463F-9E4E-9D71429EC4E1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BCEBF-A3CC-4C98-92B6-55A355723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59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F9D346-1510-B3A5-198F-3406C6788317}"/>
              </a:ext>
            </a:extLst>
          </p:cNvPr>
          <p:cNvSpPr/>
          <p:nvPr/>
        </p:nvSpPr>
        <p:spPr>
          <a:xfrm>
            <a:off x="617650" y="552098"/>
            <a:ext cx="4501507" cy="3118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chemeClr val="accent3">
                    <a:lumMod val="7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 Income</a:t>
            </a:r>
          </a:p>
          <a:p>
            <a:r>
              <a:rPr lang="en-US" altLang="ko-KR" sz="55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</a:t>
            </a:r>
            <a:r>
              <a:rPr lang="en-US" altLang="ko-KR" sz="45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rincipal</a:t>
            </a:r>
          </a:p>
          <a:p>
            <a:r>
              <a:rPr lang="en-US" altLang="ko-KR" sz="55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</a:t>
            </a:r>
            <a:r>
              <a:rPr lang="en-US" altLang="ko-KR" sz="45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omponent</a:t>
            </a:r>
          </a:p>
          <a:p>
            <a:r>
              <a:rPr lang="en-US" altLang="ko-KR" sz="55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</a:t>
            </a:r>
            <a:r>
              <a:rPr lang="en-US" altLang="ko-KR" sz="45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nalysis</a:t>
            </a:r>
            <a:endParaRPr lang="ko-KR" altLang="en-US" sz="450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C21721E-3E32-1577-D8C1-C3E2FB4701E3}"/>
              </a:ext>
            </a:extLst>
          </p:cNvPr>
          <p:cNvCxnSpPr>
            <a:cxnSpLocks/>
          </p:cNvCxnSpPr>
          <p:nvPr/>
        </p:nvCxnSpPr>
        <p:spPr>
          <a:xfrm>
            <a:off x="0" y="4149797"/>
            <a:ext cx="5760000" cy="0"/>
          </a:xfrm>
          <a:prstGeom prst="straightConnector1">
            <a:avLst/>
          </a:prstGeom>
          <a:ln w="444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146362F-9521-D77E-6A6E-3B1D522A9D97}"/>
              </a:ext>
            </a:extLst>
          </p:cNvPr>
          <p:cNvSpPr txBox="1"/>
          <p:nvPr/>
        </p:nvSpPr>
        <p:spPr>
          <a:xfrm>
            <a:off x="621874" y="4490751"/>
            <a:ext cx="4776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Course: 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 Securities, P.Veronesi</a:t>
            </a:r>
            <a:endParaRPr lang="ko-KR" altLang="en-US" sz="1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Task 4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PCA on Yield Curve</a:t>
            </a:r>
          </a:p>
          <a:p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Date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02.14.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</a:t>
            </a:r>
            <a:endParaRPr lang="en-US" altLang="ko-KR" sz="1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622C9E-F633-980D-AB56-9AAE3E04E3EB}"/>
              </a:ext>
            </a:extLst>
          </p:cNvPr>
          <p:cNvSpPr/>
          <p:nvPr/>
        </p:nvSpPr>
        <p:spPr>
          <a:xfrm>
            <a:off x="0" y="-5942"/>
            <a:ext cx="544080" cy="686394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2ABD79C-1A8A-8AF4-3503-7FC941C63004}"/>
              </a:ext>
            </a:extLst>
          </p:cNvPr>
          <p:cNvCxnSpPr>
            <a:cxnSpLocks/>
          </p:cNvCxnSpPr>
          <p:nvPr/>
        </p:nvCxnSpPr>
        <p:spPr>
          <a:xfrm>
            <a:off x="5724250" y="4149797"/>
            <a:ext cx="3419750" cy="0"/>
          </a:xfrm>
          <a:prstGeom prst="straightConnector1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972FEFD2-DE95-A9EF-2DCB-1DD68BBD992A}"/>
              </a:ext>
            </a:extLst>
          </p:cNvPr>
          <p:cNvSpPr/>
          <p:nvPr/>
        </p:nvSpPr>
        <p:spPr>
          <a:xfrm rot="16200000">
            <a:off x="8424000" y="6138000"/>
            <a:ext cx="720000" cy="7200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C79163A7-4968-A17D-7FD7-93BA9CA5E51B}"/>
              </a:ext>
            </a:extLst>
          </p:cNvPr>
          <p:cNvSpPr/>
          <p:nvPr/>
        </p:nvSpPr>
        <p:spPr>
          <a:xfrm rot="5400000" flipV="1">
            <a:off x="8422815" y="-12475"/>
            <a:ext cx="720000" cy="7200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A2021039-63D5-4136-CBF2-92B3B8A22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3813293"/>
              </p:ext>
            </p:extLst>
          </p:nvPr>
        </p:nvGraphicFramePr>
        <p:xfrm>
          <a:off x="4248150" y="549275"/>
          <a:ext cx="4645026" cy="3413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B78747B-F92E-6C5C-A0E1-5D05BB10008D}"/>
              </a:ext>
            </a:extLst>
          </p:cNvPr>
          <p:cNvCxnSpPr>
            <a:cxnSpLocks/>
          </p:cNvCxnSpPr>
          <p:nvPr/>
        </p:nvCxnSpPr>
        <p:spPr>
          <a:xfrm flipV="1">
            <a:off x="6883019" y="609600"/>
            <a:ext cx="0" cy="324104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A61D676-95F4-60C4-2F68-CB098743411E}"/>
              </a:ext>
            </a:extLst>
          </p:cNvPr>
          <p:cNvCxnSpPr>
            <a:cxnSpLocks/>
          </p:cNvCxnSpPr>
          <p:nvPr/>
        </p:nvCxnSpPr>
        <p:spPr>
          <a:xfrm flipH="1">
            <a:off x="4431792" y="2029833"/>
            <a:ext cx="4320000" cy="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975905-8B97-4A5D-6F64-C36CF56D9823}"/>
              </a:ext>
            </a:extLst>
          </p:cNvPr>
          <p:cNvSpPr/>
          <p:nvPr/>
        </p:nvSpPr>
        <p:spPr>
          <a:xfrm>
            <a:off x="4367677" y="1711466"/>
            <a:ext cx="914400" cy="31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PC1</a:t>
            </a:r>
            <a:endParaRPr lang="ko-KR" altLang="en-US" sz="1500" b="1">
              <a:solidFill>
                <a:srgbClr val="0020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F92422-3793-EAB4-2B7E-BAF1678985CF}"/>
              </a:ext>
            </a:extLst>
          </p:cNvPr>
          <p:cNvSpPr/>
          <p:nvPr/>
        </p:nvSpPr>
        <p:spPr>
          <a:xfrm>
            <a:off x="6903006" y="697365"/>
            <a:ext cx="914400" cy="31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PC2</a:t>
            </a:r>
            <a:endParaRPr lang="ko-KR" altLang="en-US" sz="1500" b="1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48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765B63F-57E7-8777-F050-4AABA4A209E7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F00A31-DE57-3572-A6CE-B8215F71315B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B803BD-B810-1977-B2BC-1E6EF69B169B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4459FD-C28B-E519-0C2D-BEE8C5B9FAFB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8C2FE5-CC45-6ECC-BC99-CA9494FE3FC1}"/>
              </a:ext>
            </a:extLst>
          </p:cNvPr>
          <p:cNvSpPr/>
          <p:nvPr/>
        </p:nvSpPr>
        <p:spPr>
          <a:xfrm>
            <a:off x="548544" y="1618592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Nelson-Siegel(Svensson) Model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811B-7571-C1C1-5EFF-2D2E4E15EA6D}"/>
              </a:ext>
            </a:extLst>
          </p:cNvPr>
          <p:cNvSpPr/>
          <p:nvPr/>
        </p:nvSpPr>
        <p:spPr>
          <a:xfrm>
            <a:off x="4966247" y="1618591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NS(S)</a:t>
            </a:r>
            <a:r>
              <a:rPr lang="ko-KR" altLang="en-US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한계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9733AE98-DD95-B089-F796-431A9731DA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9752420"/>
              </p:ext>
            </p:extLst>
          </p:nvPr>
        </p:nvGraphicFramePr>
        <p:xfrm>
          <a:off x="250825" y="2274501"/>
          <a:ext cx="4320000" cy="2882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3B747E-0E49-3CBC-E32B-557CF7742442}"/>
              </a:ext>
            </a:extLst>
          </p:cNvPr>
          <p:cNvSpPr/>
          <p:nvPr/>
        </p:nvSpPr>
        <p:spPr>
          <a:xfrm>
            <a:off x="3026979" y="4454631"/>
            <a:ext cx="1202848" cy="378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0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로그선형보간</a:t>
            </a:r>
            <a:endParaRPr lang="en-US" altLang="ko-KR" sz="10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r"/>
            <a:r>
              <a:rPr lang="en-US" altLang="ko-KR" sz="10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</a:t>
            </a:r>
          </a:p>
          <a:p>
            <a:pPr algn="r"/>
            <a:r>
              <a:rPr lang="en-US" altLang="ko-KR" sz="10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16297E-DAE3-BBFC-6D97-323C4C897BF4}"/>
                  </a:ext>
                </a:extLst>
              </p:cNvPr>
              <p:cNvSpPr txBox="1"/>
              <p:nvPr/>
            </p:nvSpPr>
            <p:spPr>
              <a:xfrm>
                <a:off x="603823" y="2262241"/>
                <a:ext cx="3638003" cy="336374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(0,</m:t>
                        </m:r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00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Sup>
                              <m:sSubSupPr>
                                <m:ctrlPr>
                                  <a:rPr lang="en-US" altLang="ko-KR" sz="1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ko-KR" altLang="en-US" sz="100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ko-KR" sz="10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/>
                            </m:sSubSup>
                          </m:sup>
                        </m:sSup>
                      </m:num>
                      <m:den>
                        <m:f>
                          <m:fPr>
                            <m:type m:val="skw"/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00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ko-KR" sz="100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00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type m:val="lin"/>
                                <m:ctrlPr>
                                  <a:rPr lang="en-US" altLang="ko-KR" sz="1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sz="100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00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0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ko-KR" sz="100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1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00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ko-KR" sz="1000"/>
                  <a:t>)</a:t>
                </a:r>
                <a14:m>
                  <m:oMath xmlns:m="http://schemas.openxmlformats.org/officeDocument/2006/math">
                    <m:r>
                      <a:rPr lang="en-US" altLang="ko-KR" sz="1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00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type m:val="lin"/>
                                <m:ctrlP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ko-KR" altLang="en-US" sz="10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0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ko-KR" sz="10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0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ko-KR" sz="100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1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ko-KR" altLang="en-US" sz="10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16297E-DAE3-BBFC-6D97-323C4C897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23" y="2262241"/>
                <a:ext cx="3638003" cy="336374"/>
              </a:xfrm>
              <a:prstGeom prst="rect">
                <a:avLst/>
              </a:prstGeom>
              <a:blipFill>
                <a:blip r:embed="rId3"/>
                <a:stretch>
                  <a:fillRect t="-28070" b="-103509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553B02-E5FC-62E8-AC8D-E31D7BC034F9}"/>
              </a:ext>
            </a:extLst>
          </p:cNvPr>
          <p:cNvSpPr/>
          <p:nvPr/>
        </p:nvSpPr>
        <p:spPr>
          <a:xfrm>
            <a:off x="330156" y="2010675"/>
            <a:ext cx="914400" cy="31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NSS</a:t>
            </a:r>
            <a:endParaRPr lang="ko-KR" altLang="en-US" sz="1500" b="1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22CDA3B-0FE9-03BF-A9B6-EBC5C0E805C4}"/>
              </a:ext>
            </a:extLst>
          </p:cNvPr>
          <p:cNvSpPr/>
          <p:nvPr/>
        </p:nvSpPr>
        <p:spPr>
          <a:xfrm flipH="1">
            <a:off x="3271520" y="4424303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ABA9238-FB68-6ED2-CDE6-BC4D7E19CD06}"/>
              </a:ext>
            </a:extLst>
          </p:cNvPr>
          <p:cNvCxnSpPr>
            <a:cxnSpLocks/>
          </p:cNvCxnSpPr>
          <p:nvPr/>
        </p:nvCxnSpPr>
        <p:spPr>
          <a:xfrm>
            <a:off x="3271520" y="4668057"/>
            <a:ext cx="575853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2F0E8FF-7B8C-2420-AEC2-84F7423ED5D2}"/>
              </a:ext>
            </a:extLst>
          </p:cNvPr>
          <p:cNvCxnSpPr>
            <a:cxnSpLocks/>
          </p:cNvCxnSpPr>
          <p:nvPr/>
        </p:nvCxnSpPr>
        <p:spPr>
          <a:xfrm>
            <a:off x="3271520" y="4803811"/>
            <a:ext cx="575853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3F81EF-7C1B-3C45-A604-043188A0DDF0}"/>
                  </a:ext>
                </a:extLst>
              </p:cNvPr>
              <p:cNvSpPr txBox="1"/>
              <p:nvPr/>
            </p:nvSpPr>
            <p:spPr>
              <a:xfrm>
                <a:off x="1978972" y="3673281"/>
                <a:ext cx="2250855" cy="284693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(0, </m:t>
                        </m:r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00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0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</m:num>
                      <m:den>
                        <m:f>
                          <m:fPr>
                            <m:type m:val="skw"/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ko-KR" altLang="en-US" sz="100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ko-KR" sz="100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00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0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10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00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ko-KR" sz="1000"/>
                  <a:t>)</a:t>
                </a:r>
                <a:endParaRPr lang="ko-KR" altLang="en-US" sz="10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3F81EF-7C1B-3C45-A604-043188A0D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972" y="3673281"/>
                <a:ext cx="2250855" cy="284693"/>
              </a:xfrm>
              <a:prstGeom prst="rect">
                <a:avLst/>
              </a:prstGeom>
              <a:blipFill>
                <a:blip r:embed="rId4"/>
                <a:stretch>
                  <a:fillRect b="-91667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>
            <a:extLst>
              <a:ext uri="{FF2B5EF4-FFF2-40B4-BE49-F238E27FC236}">
                <a16:creationId xmlns:a16="http://schemas.microsoft.com/office/drawing/2014/main" id="{AE9F0005-741C-F90B-A2B4-CAA18FD47C69}"/>
              </a:ext>
            </a:extLst>
          </p:cNvPr>
          <p:cNvSpPr/>
          <p:nvPr/>
        </p:nvSpPr>
        <p:spPr>
          <a:xfrm>
            <a:off x="1961814" y="3354183"/>
            <a:ext cx="914400" cy="313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>
                <a:solidFill>
                  <a:schemeClr val="accent6">
                    <a:lumMod val="60000"/>
                    <a:lumOff val="4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</a:t>
            </a:r>
            <a:endParaRPr lang="ko-KR" altLang="en-US" sz="1500" b="1">
              <a:solidFill>
                <a:schemeClr val="accent6">
                  <a:lumMod val="60000"/>
                  <a:lumOff val="4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DC8777A-D227-6895-F78E-7AF80C78E215}"/>
              </a:ext>
            </a:extLst>
          </p:cNvPr>
          <p:cNvSpPr/>
          <p:nvPr/>
        </p:nvSpPr>
        <p:spPr>
          <a:xfrm>
            <a:off x="548544" y="5394325"/>
            <a:ext cx="3700902" cy="914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NS(S)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관측된 수익률을 부드러운 함수 형태의 곡선으로 근사하여 임의의 만기에 대한 금리 추정 가능</a:t>
            </a:r>
            <a:endParaRPr lang="en-US" altLang="ko-KR" sz="13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3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곡선 적합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(fitting)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성능 우수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C853B7A-B2AE-06A2-5E7E-75CEAFB774F2}"/>
              </a:ext>
            </a:extLst>
          </p:cNvPr>
          <p:cNvSpPr/>
          <p:nvPr/>
        </p:nvSpPr>
        <p:spPr>
          <a:xfrm>
            <a:off x="4895850" y="2100212"/>
            <a:ext cx="858102" cy="10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모수의</a:t>
            </a:r>
            <a:endParaRPr lang="en-US" altLang="ko-KR" sz="15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5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74403CB-6692-E8C6-D589-C15C830B6E7E}"/>
              </a:ext>
            </a:extLst>
          </p:cNvPr>
          <p:cNvSpPr/>
          <p:nvPr/>
        </p:nvSpPr>
        <p:spPr>
          <a:xfrm>
            <a:off x="4895850" y="3186948"/>
            <a:ext cx="858102" cy="10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</a:t>
            </a:r>
            <a:endParaRPr lang="en-US" altLang="ko-KR" sz="15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5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공선성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FDF088-2AF2-F258-4B55-D3FA9C5924BC}"/>
              </a:ext>
            </a:extLst>
          </p:cNvPr>
          <p:cNvSpPr/>
          <p:nvPr/>
        </p:nvSpPr>
        <p:spPr>
          <a:xfrm>
            <a:off x="4895850" y="4273685"/>
            <a:ext cx="858102" cy="10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설명력의</a:t>
            </a:r>
            <a:endParaRPr lang="en-US" altLang="ko-KR" sz="15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5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25C10C5-368F-90A4-A324-A151698DD6D4}"/>
              </a:ext>
            </a:extLst>
          </p:cNvPr>
          <p:cNvSpPr/>
          <p:nvPr/>
        </p:nvSpPr>
        <p:spPr>
          <a:xfrm>
            <a:off x="5821680" y="2100212"/>
            <a:ext cx="2782569" cy="10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β0​,β1​,β2​,β3​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곡선 형태를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설명하는 계수</a:t>
            </a:r>
            <a:endParaRPr lang="en-US" altLang="ko-KR" sz="11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시간에 따른 변동 구조를 직접 설명하지는 않음</a:t>
            </a:r>
            <a:endParaRPr lang="en-US" altLang="ko-KR" sz="11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 “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β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변했다” ≠ “금리의 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어떤 요인이 변했다”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2E7E80C-D0F4-C202-2780-DFC8A7569110}"/>
              </a:ext>
            </a:extLst>
          </p:cNvPr>
          <p:cNvSpPr/>
          <p:nvPr/>
        </p:nvSpPr>
        <p:spPr>
          <a:xfrm>
            <a:off x="5821680" y="3186948"/>
            <a:ext cx="2782569" cy="10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NS(S) 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파라미터들은 서로 독립적이지 않음</a:t>
            </a:r>
            <a:endParaRPr lang="en-US" altLang="ko-KR" sz="11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β₁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β₂, β₂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β₃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함께 움직이는 경우 존재</a:t>
            </a:r>
            <a:endParaRPr lang="en-US" altLang="ko-KR" sz="11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요인 분해로 쓰기 어려움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1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2325E4-EB67-55DC-18E3-4DAB7CE2C807}"/>
              </a:ext>
            </a:extLst>
          </p:cNvPr>
          <p:cNvSpPr/>
          <p:nvPr/>
        </p:nvSpPr>
        <p:spPr>
          <a:xfrm>
            <a:off x="5821680" y="4273685"/>
            <a:ext cx="2782569" cy="10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NS(S)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얼마나 잘 맞췄는가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?’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말할 수 있어도 “이 요인이 전체 변동의 몇 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%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설명하는가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?”</a:t>
            </a:r>
            <a:r>
              <a:rPr lang="ko-KR" altLang="en-US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답하지 못함</a:t>
            </a:r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1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43D21E-7F25-DD69-D017-7F06993738DE}"/>
              </a:ext>
            </a:extLst>
          </p:cNvPr>
          <p:cNvSpPr txBox="1"/>
          <p:nvPr/>
        </p:nvSpPr>
        <p:spPr>
          <a:xfrm>
            <a:off x="539750" y="812394"/>
            <a:ext cx="8064500" cy="369332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NSS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는 수익률곡선을 그리는 데 강하지만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곡선이 왜 움직였는지를 설명하지는 못한다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C5CD7DB-DC4E-3A0C-EF91-C1A12988BE27}"/>
              </a:ext>
            </a:extLst>
          </p:cNvPr>
          <p:cNvSpPr/>
          <p:nvPr/>
        </p:nvSpPr>
        <p:spPr>
          <a:xfrm>
            <a:off x="4895850" y="5394325"/>
            <a:ext cx="3700902" cy="914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따라서 변동에 대한 요인별 설명을 </a:t>
            </a:r>
            <a:endParaRPr lang="en-US" altLang="ko-KR" sz="13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알기 위해서는 새로운 방법이 요구됨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8E1E432-721E-05B2-F3E2-F005D2E2DD57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457891-2D34-DD6A-D36F-7BE76540FBD6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5109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40FEC-BD98-AF34-D2DB-1BBD22A2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85CADB3-E530-8DB3-C907-067CFAD618EE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5A5D07-862B-CA1A-3991-07D515C58C44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6C2CD0-E1FE-3A93-6A2C-30CB9F3AC94A}"/>
              </a:ext>
            </a:extLst>
          </p:cNvPr>
          <p:cNvSpPr txBox="1"/>
          <p:nvPr/>
        </p:nvSpPr>
        <p:spPr>
          <a:xfrm>
            <a:off x="539750" y="812394"/>
            <a:ext cx="8064500" cy="369332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채권 만기별 금리는 독립적으로 움직이지 않고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공통 요인에 의해 함께 변동한다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660EAA82-21FA-9B39-CEB6-9EE9029D7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1991681"/>
              </p:ext>
            </p:extLst>
          </p:nvPr>
        </p:nvGraphicFramePr>
        <p:xfrm>
          <a:off x="539749" y="2168076"/>
          <a:ext cx="8064501" cy="3385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D79CFF-775E-DEB0-A43D-A38C0EF0408D}"/>
              </a:ext>
            </a:extLst>
          </p:cNvPr>
          <p:cNvSpPr/>
          <p:nvPr/>
        </p:nvSpPr>
        <p:spPr>
          <a:xfrm>
            <a:off x="539750" y="1618592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일별 국내 국고채 만기별 수익률</a:t>
            </a:r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상관관계 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5351FD-A366-CDF9-DB57-9BF5411E610C}"/>
              </a:ext>
            </a:extLst>
          </p:cNvPr>
          <p:cNvSpPr/>
          <p:nvPr/>
        </p:nvSpPr>
        <p:spPr>
          <a:xfrm>
            <a:off x="891793" y="2004974"/>
            <a:ext cx="557009" cy="2218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YTM(%)</a:t>
            </a:r>
            <a:endParaRPr lang="ko-KR" altLang="en-US" sz="8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FEE1EAC-3142-A0FB-EB55-2C84239F6B1E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CDD4FC-0A37-C915-40D3-387326ED6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908745"/>
              </p:ext>
            </p:extLst>
          </p:nvPr>
        </p:nvGraphicFramePr>
        <p:xfrm>
          <a:off x="3142753" y="3737714"/>
          <a:ext cx="5025881" cy="117261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17983">
                  <a:extLst>
                    <a:ext uri="{9D8B030D-6E8A-4147-A177-3AD203B41FA5}">
                      <a16:colId xmlns:a16="http://schemas.microsoft.com/office/drawing/2014/main" val="2667160452"/>
                    </a:ext>
                  </a:extLst>
                </a:gridCol>
                <a:gridCol w="717983">
                  <a:extLst>
                    <a:ext uri="{9D8B030D-6E8A-4147-A177-3AD203B41FA5}">
                      <a16:colId xmlns:a16="http://schemas.microsoft.com/office/drawing/2014/main" val="4089150937"/>
                    </a:ext>
                  </a:extLst>
                </a:gridCol>
                <a:gridCol w="717983">
                  <a:extLst>
                    <a:ext uri="{9D8B030D-6E8A-4147-A177-3AD203B41FA5}">
                      <a16:colId xmlns:a16="http://schemas.microsoft.com/office/drawing/2014/main" val="3650489051"/>
                    </a:ext>
                  </a:extLst>
                </a:gridCol>
                <a:gridCol w="717983">
                  <a:extLst>
                    <a:ext uri="{9D8B030D-6E8A-4147-A177-3AD203B41FA5}">
                      <a16:colId xmlns:a16="http://schemas.microsoft.com/office/drawing/2014/main" val="216856702"/>
                    </a:ext>
                  </a:extLst>
                </a:gridCol>
                <a:gridCol w="717983">
                  <a:extLst>
                    <a:ext uri="{9D8B030D-6E8A-4147-A177-3AD203B41FA5}">
                      <a16:colId xmlns:a16="http://schemas.microsoft.com/office/drawing/2014/main" val="2825002515"/>
                    </a:ext>
                  </a:extLst>
                </a:gridCol>
                <a:gridCol w="717983">
                  <a:extLst>
                    <a:ext uri="{9D8B030D-6E8A-4147-A177-3AD203B41FA5}">
                      <a16:colId xmlns:a16="http://schemas.microsoft.com/office/drawing/2014/main" val="2890009078"/>
                    </a:ext>
                  </a:extLst>
                </a:gridCol>
                <a:gridCol w="717983">
                  <a:extLst>
                    <a:ext uri="{9D8B030D-6E8A-4147-A177-3AD203B41FA5}">
                      <a16:colId xmlns:a16="http://schemas.microsoft.com/office/drawing/2014/main" val="273941397"/>
                    </a:ext>
                  </a:extLst>
                </a:gridCol>
              </a:tblGrid>
              <a:tr h="2124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Correlation</a:t>
                      </a:r>
                      <a:endParaRPr lang="ko-KR" alt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513140"/>
                  </a:ext>
                </a:extLst>
              </a:tr>
              <a:tr h="153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0.89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72779"/>
                  </a:ext>
                </a:extLst>
              </a:tr>
              <a:tr h="153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286394"/>
                  </a:ext>
                </a:extLst>
              </a:tr>
              <a:tr h="153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176897"/>
                  </a:ext>
                </a:extLst>
              </a:tr>
              <a:tr h="153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599221"/>
                  </a:ext>
                </a:extLst>
              </a:tr>
              <a:tr h="153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41637"/>
                  </a:ext>
                </a:extLst>
              </a:tr>
              <a:tr h="1539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20Y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0.89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59982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26600F2-82AC-D2FB-48C1-133F3F0740BA}"/>
              </a:ext>
            </a:extLst>
          </p:cNvPr>
          <p:cNvSpPr/>
          <p:nvPr/>
        </p:nvSpPr>
        <p:spPr>
          <a:xfrm>
            <a:off x="252000" y="5597006"/>
            <a:ext cx="8640000" cy="54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높은 상관관계로부터 금리 움직임을 소수의 요인으로 설명할 수 있지 않을까</a:t>
            </a:r>
            <a:r>
              <a:rPr lang="en-US" altLang="ko-KR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5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E16BB6-223A-AEA7-9D96-5AABB171C327}"/>
              </a:ext>
            </a:extLst>
          </p:cNvPr>
          <p:cNvSpPr/>
          <p:nvPr/>
        </p:nvSpPr>
        <p:spPr>
          <a:xfrm>
            <a:off x="3142753" y="2226814"/>
            <a:ext cx="3638005" cy="1388979"/>
          </a:xfrm>
          <a:prstGeom prst="rect">
            <a:avLst/>
          </a:prstGeom>
          <a:noFill/>
          <a:ln w="3175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3722DC-F9E5-E3DA-B060-D6D9DED0B5D3}"/>
              </a:ext>
            </a:extLst>
          </p:cNvPr>
          <p:cNvSpPr/>
          <p:nvPr/>
        </p:nvSpPr>
        <p:spPr>
          <a:xfrm>
            <a:off x="6620978" y="2079738"/>
            <a:ext cx="169879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accent3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High</a:t>
            </a:r>
          </a:p>
          <a:p>
            <a:pPr algn="ctr"/>
            <a:r>
              <a:rPr lang="en-US" altLang="ko-KR" sz="1500" b="1">
                <a:solidFill>
                  <a:schemeClr val="accent3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Co-movement</a:t>
            </a:r>
            <a:endParaRPr lang="ko-KR" altLang="en-US" sz="1500" b="1">
              <a:solidFill>
                <a:schemeClr val="accent3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310C5B-FD84-91F3-6321-863D2E33F88B}"/>
              </a:ext>
            </a:extLst>
          </p:cNvPr>
          <p:cNvSpPr/>
          <p:nvPr/>
        </p:nvSpPr>
        <p:spPr>
          <a:xfrm>
            <a:off x="7611628" y="5041107"/>
            <a:ext cx="557009" cy="2218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Date</a:t>
            </a:r>
            <a:endParaRPr lang="ko-KR" altLang="en-US" sz="8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7A5E62-22FC-2619-E3F5-F2D16AD8DADA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6E5CE2-2DA6-B0CA-62EC-9957103C9D93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6E096E-C919-668D-0340-4394202C8D53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23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A311-41D9-D72B-8FAC-B0DA41BE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E8D2099-18D3-651A-BAE9-F4D3B61E6C6E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714FD4-B7C0-1DC0-E7B8-B0F17C383FEA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D56080-2B7C-F51D-028B-460C81EE3914}"/>
              </a:ext>
            </a:extLst>
          </p:cNvPr>
          <p:cNvSpPr txBox="1"/>
          <p:nvPr/>
        </p:nvSpPr>
        <p:spPr>
          <a:xfrm>
            <a:off x="539750" y="812394"/>
            <a:ext cx="8064500" cy="646331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수익률곡선은 시간에 따라 모양이 변하며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</a:p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그 변화는 몇 가지 전형적인 패턴으로 요약된다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EAB5BA-8EDF-168E-108B-8DDBB6A43555}"/>
              </a:ext>
            </a:extLst>
          </p:cNvPr>
          <p:cNvSpPr/>
          <p:nvPr/>
        </p:nvSpPr>
        <p:spPr>
          <a:xfrm>
            <a:off x="539750" y="1618592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Snapshot(2023.07.10 -2023.09.05) 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5B39E55-7FC3-8214-CE81-4800B62ACCB6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120551A1-4A36-BD53-3BE3-C2CFDD4CF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050025"/>
              </p:ext>
            </p:extLst>
          </p:nvPr>
        </p:nvGraphicFramePr>
        <p:xfrm>
          <a:off x="255971" y="2168076"/>
          <a:ext cx="4316030" cy="3385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61E7A-FEAC-4A59-9A73-D796C7BB7216}"/>
              </a:ext>
            </a:extLst>
          </p:cNvPr>
          <p:cNvSpPr/>
          <p:nvPr/>
        </p:nvSpPr>
        <p:spPr>
          <a:xfrm>
            <a:off x="665245" y="2217533"/>
            <a:ext cx="3304400" cy="48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 이동과 국소 변형이 동시에 관찰됨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A0C940-9A18-9393-5CDA-A347DC69CD48}"/>
              </a:ext>
            </a:extLst>
          </p:cNvPr>
          <p:cNvSpPr/>
          <p:nvPr/>
        </p:nvSpPr>
        <p:spPr>
          <a:xfrm>
            <a:off x="882969" y="4571037"/>
            <a:ext cx="3102102" cy="48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8C987FB-15D0-8F14-8341-CC5464C0945F}"/>
              </a:ext>
            </a:extLst>
          </p:cNvPr>
          <p:cNvCxnSpPr/>
          <p:nvPr/>
        </p:nvCxnSpPr>
        <p:spPr>
          <a:xfrm>
            <a:off x="2685159" y="3396234"/>
            <a:ext cx="0" cy="905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4B3BB35-A1D7-B1AF-190A-146C9EE221BC}"/>
              </a:ext>
            </a:extLst>
          </p:cNvPr>
          <p:cNvCxnSpPr>
            <a:cxnSpLocks/>
          </p:cNvCxnSpPr>
          <p:nvPr/>
        </p:nvCxnSpPr>
        <p:spPr>
          <a:xfrm>
            <a:off x="2050131" y="3662680"/>
            <a:ext cx="0" cy="6721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2F8B7C2-29BF-9E94-C29B-C0E1F5EA83A4}"/>
              </a:ext>
            </a:extLst>
          </p:cNvPr>
          <p:cNvCxnSpPr>
            <a:cxnSpLocks/>
          </p:cNvCxnSpPr>
          <p:nvPr/>
        </p:nvCxnSpPr>
        <p:spPr>
          <a:xfrm>
            <a:off x="3409863" y="3291840"/>
            <a:ext cx="0" cy="838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7D8D4DA-1B11-0C7A-0BBE-AE4BE2E66389}"/>
              </a:ext>
            </a:extLst>
          </p:cNvPr>
          <p:cNvCxnSpPr>
            <a:cxnSpLocks/>
          </p:cNvCxnSpPr>
          <p:nvPr/>
        </p:nvCxnSpPr>
        <p:spPr>
          <a:xfrm>
            <a:off x="3988501" y="3009900"/>
            <a:ext cx="0" cy="72771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9E3011-6FFA-8551-DF8C-05CD72C38701}"/>
              </a:ext>
            </a:extLst>
          </p:cNvPr>
          <p:cNvSpPr/>
          <p:nvPr/>
        </p:nvSpPr>
        <p:spPr>
          <a:xfrm>
            <a:off x="282197" y="2004974"/>
            <a:ext cx="557009" cy="2218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YTM(%)</a:t>
            </a:r>
            <a:endParaRPr lang="ko-KR" altLang="en-US" sz="8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3BC98-638C-B457-B71B-08FF4141411E}"/>
              </a:ext>
            </a:extLst>
          </p:cNvPr>
          <p:cNvSpPr/>
          <p:nvPr/>
        </p:nvSpPr>
        <p:spPr>
          <a:xfrm>
            <a:off x="3969645" y="5041107"/>
            <a:ext cx="557009" cy="2218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Date</a:t>
            </a:r>
            <a:endParaRPr lang="ko-KR" altLang="en-US" sz="8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16C45D9-E36E-93BB-8671-6AADB910DF3B}"/>
              </a:ext>
            </a:extLst>
          </p:cNvPr>
          <p:cNvSpPr/>
          <p:nvPr/>
        </p:nvSpPr>
        <p:spPr>
          <a:xfrm>
            <a:off x="4895850" y="1618591"/>
            <a:ext cx="3708400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수익률곡선 변형 패턴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4C10D14-3EF8-C934-65E2-BA6F6FED1703}"/>
              </a:ext>
            </a:extLst>
          </p:cNvPr>
          <p:cNvSpPr/>
          <p:nvPr/>
        </p:nvSpPr>
        <p:spPr>
          <a:xfrm>
            <a:off x="4895850" y="2100212"/>
            <a:ext cx="858102" cy="10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Level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8AE445E-B54D-0AE6-89DF-6AF4F0B91938}"/>
              </a:ext>
            </a:extLst>
          </p:cNvPr>
          <p:cNvSpPr/>
          <p:nvPr/>
        </p:nvSpPr>
        <p:spPr>
          <a:xfrm>
            <a:off x="4895850" y="3186948"/>
            <a:ext cx="858102" cy="10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Slope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E49D12-F2B0-6C27-6055-682300B306C6}"/>
              </a:ext>
            </a:extLst>
          </p:cNvPr>
          <p:cNvSpPr/>
          <p:nvPr/>
        </p:nvSpPr>
        <p:spPr>
          <a:xfrm>
            <a:off x="4895850" y="4273685"/>
            <a:ext cx="858102" cy="100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Curva-ture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52" name="차트 51">
            <a:extLst>
              <a:ext uri="{FF2B5EF4-FFF2-40B4-BE49-F238E27FC236}">
                <a16:creationId xmlns:a16="http://schemas.microsoft.com/office/drawing/2014/main" id="{9F9CABDD-4C3D-BA97-36DD-0D534C4E7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3861972"/>
              </p:ext>
            </p:extLst>
          </p:nvPr>
        </p:nvGraphicFramePr>
        <p:xfrm>
          <a:off x="5740946" y="2108418"/>
          <a:ext cx="3139223" cy="1039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3" name="차트 52">
            <a:extLst>
              <a:ext uri="{FF2B5EF4-FFF2-40B4-BE49-F238E27FC236}">
                <a16:creationId xmlns:a16="http://schemas.microsoft.com/office/drawing/2014/main" id="{0CFB171D-CCBE-D719-0937-EA82B70656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529561"/>
              </p:ext>
            </p:extLst>
          </p:nvPr>
        </p:nvGraphicFramePr>
        <p:xfrm>
          <a:off x="5740946" y="3163128"/>
          <a:ext cx="3139200" cy="104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" name="차트 54">
            <a:extLst>
              <a:ext uri="{FF2B5EF4-FFF2-40B4-BE49-F238E27FC236}">
                <a16:creationId xmlns:a16="http://schemas.microsoft.com/office/drawing/2014/main" id="{BE0E06F7-907F-EDF4-A58E-37A5BCE00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633886"/>
              </p:ext>
            </p:extLst>
          </p:nvPr>
        </p:nvGraphicFramePr>
        <p:xfrm>
          <a:off x="5740946" y="4259288"/>
          <a:ext cx="3139200" cy="104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2D686A87-609D-5D1A-6A36-440CE564660E}"/>
              </a:ext>
            </a:extLst>
          </p:cNvPr>
          <p:cNvSpPr txBox="1"/>
          <p:nvPr/>
        </p:nvSpPr>
        <p:spPr>
          <a:xfrm>
            <a:off x="6006935" y="2138641"/>
            <a:ext cx="26072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Parallel shift (All maturities move together)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CB5BE0-A69A-330D-DC6B-C27EDB3A6C27}"/>
              </a:ext>
            </a:extLst>
          </p:cNvPr>
          <p:cNvSpPr txBox="1"/>
          <p:nvPr/>
        </p:nvSpPr>
        <p:spPr>
          <a:xfrm>
            <a:off x="6006934" y="3173143"/>
            <a:ext cx="25173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Steepening / Flattening (Short vs Long movement)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C58884-2F8B-D27E-EA19-2EA2F368EC0A}"/>
              </a:ext>
            </a:extLst>
          </p:cNvPr>
          <p:cNvSpPr txBox="1"/>
          <p:nvPr/>
        </p:nvSpPr>
        <p:spPr>
          <a:xfrm>
            <a:off x="6006934" y="4207645"/>
            <a:ext cx="25973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Curvature change (Middle maturity moves differently)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EDBB7AF-64EC-6865-F5A5-D607AE89D6EB}"/>
              </a:ext>
            </a:extLst>
          </p:cNvPr>
          <p:cNvSpPr/>
          <p:nvPr/>
        </p:nvSpPr>
        <p:spPr>
          <a:xfrm>
            <a:off x="252000" y="5597006"/>
            <a:ext cx="8640000" cy="54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높은 동조성과 변형 패턴은 수익률 곡선</a:t>
            </a:r>
            <a:r>
              <a:rPr lang="en-US" altLang="ko-KR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움직임이 소수의 공통 요인으로 설명될 수 있음을 시사한다</a:t>
            </a:r>
            <a:r>
              <a:rPr lang="en-US" altLang="ko-KR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FB61D73-4A93-B8BD-09E6-D84EB70D3D9A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A407D3C-BDB6-9411-A598-1316C8FC3EF1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AF9C873-C745-CB36-84EF-F2018B0E2FEC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82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F619-104C-25A5-04B7-93F9AA19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75DBC271-88A5-E833-F295-18DE78ACEA15}"/>
              </a:ext>
            </a:extLst>
          </p:cNvPr>
          <p:cNvSpPr/>
          <p:nvPr/>
        </p:nvSpPr>
        <p:spPr>
          <a:xfrm>
            <a:off x="4173858" y="1458724"/>
            <a:ext cx="796284" cy="4852203"/>
          </a:xfrm>
          <a:prstGeom prst="downArrow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41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1C0411E-3946-B1EF-DE25-4205A60369E3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21F21D-6F1D-886F-4518-1CED0435BA58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EE8877-D93E-A2A4-1F21-CF9DF4F16A3F}"/>
              </a:ext>
            </a:extLst>
          </p:cNvPr>
          <p:cNvSpPr txBox="1"/>
          <p:nvPr/>
        </p:nvSpPr>
        <p:spPr>
          <a:xfrm>
            <a:off x="539750" y="812394"/>
            <a:ext cx="8064500" cy="369332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PCA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는 변동성이 가장 큰 방향을 순차적으로 찾는 과정이다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724E5C-E8B8-4FD1-BA7C-803E3572AF45}"/>
              </a:ext>
            </a:extLst>
          </p:cNvPr>
          <p:cNvSpPr/>
          <p:nvPr/>
        </p:nvSpPr>
        <p:spPr>
          <a:xfrm>
            <a:off x="262756" y="1639083"/>
            <a:ext cx="1800000" cy="46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253096-2264-E74A-0D63-98EA51AAD7D5}"/>
              </a:ext>
            </a:extLst>
          </p:cNvPr>
          <p:cNvSpPr/>
          <p:nvPr/>
        </p:nvSpPr>
        <p:spPr>
          <a:xfrm>
            <a:off x="262756" y="2872203"/>
            <a:ext cx="1800000" cy="46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공분산</a:t>
            </a:r>
            <a:r>
              <a:rPr lang="en-US" altLang="ko-KR"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</a:t>
            </a:r>
            <a:r>
              <a:rPr lang="ko-KR" altLang="en-US"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행렬 계산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56CDB1-D9DE-36C7-C7BB-C686BA16B018}"/>
              </a:ext>
            </a:extLst>
          </p:cNvPr>
          <p:cNvSpPr/>
          <p:nvPr/>
        </p:nvSpPr>
        <p:spPr>
          <a:xfrm>
            <a:off x="262756" y="4105323"/>
            <a:ext cx="1800000" cy="46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주성분 정의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50352C-00E6-5A74-A37B-76BEF5E55141}"/>
              </a:ext>
            </a:extLst>
          </p:cNvPr>
          <p:cNvSpPr/>
          <p:nvPr/>
        </p:nvSpPr>
        <p:spPr>
          <a:xfrm>
            <a:off x="262756" y="2255643"/>
            <a:ext cx="1800000" cy="46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전처리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2B9FD7-8A24-6DDA-02CF-B5C2A4D85FFE}"/>
              </a:ext>
            </a:extLst>
          </p:cNvPr>
          <p:cNvSpPr/>
          <p:nvPr/>
        </p:nvSpPr>
        <p:spPr>
          <a:xfrm>
            <a:off x="262756" y="3488763"/>
            <a:ext cx="1800000" cy="46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고유값</a:t>
            </a:r>
            <a:r>
              <a:rPr lang="en-US" altLang="ko-KR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**</a:t>
            </a:r>
            <a:r>
              <a:rPr lang="ko-KR" altLang="en-US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49D242-30DE-5297-3098-BA7526B5B865}"/>
              </a:ext>
            </a:extLst>
          </p:cNvPr>
          <p:cNvSpPr/>
          <p:nvPr/>
        </p:nvSpPr>
        <p:spPr>
          <a:xfrm>
            <a:off x="262756" y="4721883"/>
            <a:ext cx="1800000" cy="46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분산 설명력 평가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5431A6-1DB0-F2E3-52E2-902E5586FC3A}"/>
              </a:ext>
            </a:extLst>
          </p:cNvPr>
          <p:cNvSpPr/>
          <p:nvPr/>
        </p:nvSpPr>
        <p:spPr>
          <a:xfrm>
            <a:off x="262756" y="5338445"/>
            <a:ext cx="1800000" cy="468000"/>
          </a:xfrm>
          <a:prstGeom prst="rect">
            <a:avLst/>
          </a:prstGeom>
          <a:solidFill>
            <a:srgbClr val="042A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해석 수행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899BAA-58E3-C92C-29E3-51234FE87A46}"/>
              </a:ext>
            </a:extLst>
          </p:cNvPr>
          <p:cNvSpPr/>
          <p:nvPr/>
        </p:nvSpPr>
        <p:spPr>
          <a:xfrm>
            <a:off x="2171464" y="1639083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만기별 수익률 시계열 데이터를 구성하고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 변화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(ΔYTM)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분석 대상으로 설정한다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338B0F-76F1-F262-9A4B-AA279D025A80}"/>
              </a:ext>
            </a:extLst>
          </p:cNvPr>
          <p:cNvSpPr/>
          <p:nvPr/>
        </p:nvSpPr>
        <p:spPr>
          <a:xfrm>
            <a:off x="2171464" y="2872203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서로 다른 만기 금리가 함께 어떻게 움직이는지 만기별 금리의 공변화를 공분산 구조로 요약한다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C83EFB-1FE5-FBCC-1282-4CD5C8A50AD3}"/>
              </a:ext>
            </a:extLst>
          </p:cNvPr>
          <p:cNvSpPr/>
          <p:nvPr/>
        </p:nvSpPr>
        <p:spPr>
          <a:xfrm>
            <a:off x="2171464" y="4105323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고유벡터를 기반으로 서로 직교하는 주성분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(PC)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구성한다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1F3175-A374-E384-465E-4AE6A4692111}"/>
              </a:ext>
            </a:extLst>
          </p:cNvPr>
          <p:cNvSpPr/>
          <p:nvPr/>
        </p:nvSpPr>
        <p:spPr>
          <a:xfrm>
            <a:off x="2171464" y="2255643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시계열에서 평균을 제거하여 변동성 중심의 분석이 가능하도록 정규화한다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612B42-5B16-AFD3-00F8-4B6C7AAB998B}"/>
              </a:ext>
            </a:extLst>
          </p:cNvPr>
          <p:cNvSpPr/>
          <p:nvPr/>
        </p:nvSpPr>
        <p:spPr>
          <a:xfrm>
            <a:off x="2171464" y="4721883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주성분이 전체 변동성 중 얼마를 설명하는지 평가한다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FE5C1C-2D7C-BDA7-11B0-93B3B6EE4160}"/>
              </a:ext>
            </a:extLst>
          </p:cNvPr>
          <p:cNvSpPr/>
          <p:nvPr/>
        </p:nvSpPr>
        <p:spPr>
          <a:xfrm>
            <a:off x="2171464" y="5338445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주성분을 수익률 곡선의 대표적인 형태 변화로 해석한다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PC1 → Level 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평행 이동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PC2 → Slope 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기울기 변화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PC3 → Curvature 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곡률 변화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E8678AF-4C33-4793-CA2A-76FD3D995662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B95D94-BC3D-C85A-FD47-80F97AEEB38B}"/>
              </a:ext>
            </a:extLst>
          </p:cNvPr>
          <p:cNvSpPr/>
          <p:nvPr/>
        </p:nvSpPr>
        <p:spPr>
          <a:xfrm>
            <a:off x="2171464" y="3488761"/>
            <a:ext cx="64327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공분산 행렬을 고유값과 고유벡터로 분해하여 변동성이 큰 방향부터 순서대로 찾는다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λ1 &gt; λ2 &gt; λ3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순서로 정렬되어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가장 중요한 변동 방향부터 선택된다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8082FF-9D4D-D219-960C-E98E40C2249E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EAE70D-8253-04D7-7062-B17B05D56969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3CB5A0-389E-280C-236D-D37F331378BE}"/>
                  </a:ext>
                </a:extLst>
              </p:cNvPr>
              <p:cNvSpPr txBox="1"/>
              <p:nvPr/>
            </p:nvSpPr>
            <p:spPr>
              <a:xfrm>
                <a:off x="266480" y="6342968"/>
                <a:ext cx="6008196" cy="404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공분산</a:t>
                </a:r>
                <a:r>
                  <a:rPr lang="en-US" altLang="ko-KR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1000" i="1" smtClean="0"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type m:val="lin"/>
                            <m:ctrlPr>
                              <a:rPr lang="en-US" altLang="ko-KR" sz="100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1000" b="0" i="1" smtClean="0">
                                    <a:latin typeface="Cambria Math" panose="02040503050406030204" pitchFamily="18" charset="0"/>
                                    <a:ea typeface="Pretendard Light" panose="02000403000000020004" pitchFamily="50" charset="-127"/>
                                    <a:cs typeface="Pretendard Light" panose="02000403000000020004" pitchFamily="50" charset="-127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  <a:ea typeface="Pretendard Light" panose="02000403000000020004" pitchFamily="50" charset="-127"/>
                                    <a:cs typeface="Pretendard Light" panose="02000403000000020004" pitchFamily="50" charset="-127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−</m:t>
                            </m:r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𝑋</m:t>
                            </m:r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)(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1000" b="0" i="1" smtClean="0">
                                    <a:latin typeface="Cambria Math" panose="02040503050406030204" pitchFamily="18" charset="0"/>
                                    <a:ea typeface="Pretendard Light" panose="02000403000000020004" pitchFamily="50" charset="-127"/>
                                    <a:cs typeface="Pretendard Light" panose="02000403000000020004" pitchFamily="50" charset="-127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  <a:ea typeface="Pretendard Light" panose="02000403000000020004" pitchFamily="50" charset="-127"/>
                                    <a:cs typeface="Pretendard Light" panose="02000403000000020004" pitchFamily="50" charset="-127"/>
                                  </a:rPr>
                                  <m:t>𝑌</m:t>
                                </m:r>
                              </m:e>
                            </m:acc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−</m:t>
                            </m:r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𝑌</m:t>
                            </m:r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𝑁</m:t>
                            </m:r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  <a:ea typeface="Pretendard Light" panose="02000403000000020004" pitchFamily="50" charset="-127"/>
                                <a:cs typeface="Pretendard Light" panose="02000403000000020004" pitchFamily="50" charset="-127"/>
                              </a:rPr>
                              <m:t>−2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sz="100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r>
                  <a:rPr lang="ko-KR" altLang="en-US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고유값</a:t>
                </a:r>
                <a:r>
                  <a:rPr lang="en-US" altLang="ko-KR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(Eigenvalue): </a:t>
                </a:r>
                <a:r>
                  <a:rPr lang="ko-KR" altLang="en-US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공분산 행렬에서 해당 고유벡터 방향의 분산 크기</a:t>
                </a:r>
                <a:r>
                  <a:rPr lang="en-US" altLang="ko-KR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,  PCA</a:t>
                </a:r>
                <a:r>
                  <a:rPr lang="ko-KR" altLang="en-US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에서는 주성분의 설명력을 나타낸다</a:t>
                </a:r>
                <a:r>
                  <a:rPr lang="en-US" altLang="ko-KR" sz="100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.</a:t>
                </a:r>
                <a:endParaRPr lang="ko-KR" altLang="en-US" sz="100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3CB5A0-389E-280C-236D-D37F33137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80" y="6342968"/>
                <a:ext cx="6008196" cy="404278"/>
              </a:xfrm>
              <a:prstGeom prst="rect">
                <a:avLst/>
              </a:prstGeom>
              <a:blipFill>
                <a:blip r:embed="rId2"/>
                <a:stretch>
                  <a:fillRect t="-51515" b="-515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6A8DF2-78A8-C01D-8EE7-E55346EA2F84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56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3F73-B17B-3C22-2AAF-D32774E6C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BF50FC3-CACE-CA71-C872-975D45EEFA0C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A87BA0-BE3A-EB24-5508-716BE4DDA0C9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56A573-AE87-90A1-DB82-F50E54D02BDF}"/>
              </a:ext>
            </a:extLst>
          </p:cNvPr>
          <p:cNvSpPr txBox="1"/>
          <p:nvPr/>
        </p:nvSpPr>
        <p:spPr>
          <a:xfrm>
            <a:off x="539750" y="812394"/>
            <a:ext cx="8064500" cy="646331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금리 움직임은 무작위가 아니라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전체 수준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(Level)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과 기울기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(Slope)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라는 </a:t>
            </a:r>
            <a:endParaRPr lang="en-US" altLang="ko-KR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축 위에서 파악할 수 있다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7CA0B2C-F3F5-CC1D-B82F-D82B2D23323B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0FEE8A-E911-DEC4-B16C-39C497C502EB}"/>
              </a:ext>
            </a:extLst>
          </p:cNvPr>
          <p:cNvSpPr/>
          <p:nvPr/>
        </p:nvSpPr>
        <p:spPr>
          <a:xfrm>
            <a:off x="539750" y="1618592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주성분 산점도</a:t>
            </a:r>
          </a:p>
        </p:txBody>
      </p:sp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CBBA462C-6C05-2509-32B4-A4D19E03CA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566470"/>
              </p:ext>
            </p:extLst>
          </p:nvPr>
        </p:nvGraphicFramePr>
        <p:xfrm>
          <a:off x="255771" y="2042701"/>
          <a:ext cx="4316229" cy="3413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5460B2-B47D-E505-3627-6038C344E004}"/>
              </a:ext>
            </a:extLst>
          </p:cNvPr>
          <p:cNvCxnSpPr>
            <a:cxnSpLocks/>
          </p:cNvCxnSpPr>
          <p:nvPr/>
        </p:nvCxnSpPr>
        <p:spPr>
          <a:xfrm flipV="1">
            <a:off x="2701805" y="2103026"/>
            <a:ext cx="0" cy="324104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3F4C3CF-4820-C22F-8866-92CDCF327C99}"/>
              </a:ext>
            </a:extLst>
          </p:cNvPr>
          <p:cNvCxnSpPr>
            <a:cxnSpLocks/>
          </p:cNvCxnSpPr>
          <p:nvPr/>
        </p:nvCxnSpPr>
        <p:spPr>
          <a:xfrm flipH="1">
            <a:off x="439413" y="3523259"/>
            <a:ext cx="3960000" cy="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02B407-A1AF-E282-42C2-880B631B3BFF}"/>
              </a:ext>
            </a:extLst>
          </p:cNvPr>
          <p:cNvSpPr/>
          <p:nvPr/>
        </p:nvSpPr>
        <p:spPr>
          <a:xfrm>
            <a:off x="2731951" y="2214889"/>
            <a:ext cx="1267125" cy="279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Steepening</a:t>
            </a:r>
            <a:endParaRPr lang="ko-KR" altLang="en-US" sz="1300" b="1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294ADE-75F4-AB1E-F086-CD4F09318CF7}"/>
              </a:ext>
            </a:extLst>
          </p:cNvPr>
          <p:cNvSpPr/>
          <p:nvPr/>
        </p:nvSpPr>
        <p:spPr>
          <a:xfrm>
            <a:off x="2731951" y="5064747"/>
            <a:ext cx="1267125" cy="279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Flattening</a:t>
            </a:r>
            <a:endParaRPr lang="ko-KR" altLang="en-US" sz="1300" b="1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0BA638E-31C0-7186-E2FB-2185C01576FE}"/>
              </a:ext>
            </a:extLst>
          </p:cNvPr>
          <p:cNvSpPr/>
          <p:nvPr/>
        </p:nvSpPr>
        <p:spPr>
          <a:xfrm>
            <a:off x="3241881" y="3710674"/>
            <a:ext cx="1267125" cy="279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300" b="1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High Level</a:t>
            </a:r>
            <a:endParaRPr lang="ko-KR" altLang="en-US" sz="1300" b="1">
              <a:solidFill>
                <a:srgbClr val="0020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9408A27-3E16-9206-A15C-E521E9744B27}"/>
              </a:ext>
            </a:extLst>
          </p:cNvPr>
          <p:cNvSpPr/>
          <p:nvPr/>
        </p:nvSpPr>
        <p:spPr>
          <a:xfrm>
            <a:off x="302253" y="3723546"/>
            <a:ext cx="1267125" cy="279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b="1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Low Level</a:t>
            </a:r>
            <a:endParaRPr lang="ko-KR" altLang="en-US" sz="1300" b="1">
              <a:solidFill>
                <a:srgbClr val="0020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79F89E1-B20F-8C69-7873-C8BBDDB90196}"/>
              </a:ext>
            </a:extLst>
          </p:cNvPr>
          <p:cNvCxnSpPr>
            <a:cxnSpLocks/>
          </p:cNvCxnSpPr>
          <p:nvPr/>
        </p:nvCxnSpPr>
        <p:spPr>
          <a:xfrm>
            <a:off x="3441460" y="4805331"/>
            <a:ext cx="592367" cy="0"/>
          </a:xfrm>
          <a:prstGeom prst="straightConnector1">
            <a:avLst/>
          </a:prstGeom>
          <a:ln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142D936-2925-95E1-6E91-BF581256A5D1}"/>
              </a:ext>
            </a:extLst>
          </p:cNvPr>
          <p:cNvCxnSpPr>
            <a:cxnSpLocks/>
          </p:cNvCxnSpPr>
          <p:nvPr/>
        </p:nvCxnSpPr>
        <p:spPr>
          <a:xfrm>
            <a:off x="3441460" y="5008867"/>
            <a:ext cx="592367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07576CE-F991-8AF7-AE19-3D37DD3FF0E9}"/>
              </a:ext>
            </a:extLst>
          </p:cNvPr>
          <p:cNvSpPr/>
          <p:nvPr/>
        </p:nvSpPr>
        <p:spPr>
          <a:xfrm>
            <a:off x="4063967" y="4651989"/>
            <a:ext cx="504000" cy="279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PC1</a:t>
            </a:r>
            <a:endParaRPr lang="ko-KR" altLang="en-US" sz="1000" b="1">
              <a:solidFill>
                <a:srgbClr val="0020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4781F2-2F88-1B38-332B-F20360C8D447}"/>
              </a:ext>
            </a:extLst>
          </p:cNvPr>
          <p:cNvSpPr/>
          <p:nvPr/>
        </p:nvSpPr>
        <p:spPr>
          <a:xfrm>
            <a:off x="4063967" y="4880033"/>
            <a:ext cx="504000" cy="279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PC2</a:t>
            </a:r>
            <a:endParaRPr lang="ko-KR" altLang="en-US" sz="1000" b="1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8930A0-BDBA-8CBF-74B2-9DA8262BAFA3}"/>
              </a:ext>
            </a:extLst>
          </p:cNvPr>
          <p:cNvSpPr/>
          <p:nvPr/>
        </p:nvSpPr>
        <p:spPr>
          <a:xfrm>
            <a:off x="252000" y="5597006"/>
            <a:ext cx="4320000" cy="54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점은 특정 시점의 수익률 곡선</a:t>
            </a:r>
            <a:r>
              <a:rPr lang="en-US" altLang="ko-KR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상태를 의미한다</a:t>
            </a:r>
            <a:r>
              <a:rPr lang="en-US" altLang="ko-KR" sz="1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D38F9DE-7AD1-D278-8A4A-A9F73D6046CD}"/>
              </a:ext>
            </a:extLst>
          </p:cNvPr>
          <p:cNvSpPr/>
          <p:nvPr/>
        </p:nvSpPr>
        <p:spPr>
          <a:xfrm>
            <a:off x="4895850" y="1618591"/>
            <a:ext cx="3708400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PCA</a:t>
            </a:r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해석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74C272-0DEA-14CC-6078-761796515555}"/>
              </a:ext>
            </a:extLst>
          </p:cNvPr>
          <p:cNvSpPr/>
          <p:nvPr/>
        </p:nvSpPr>
        <p:spPr>
          <a:xfrm>
            <a:off x="4895850" y="2042701"/>
            <a:ext cx="858102" cy="126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산점도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F050112-6EE3-E984-32F6-5739B08B6085}"/>
              </a:ext>
            </a:extLst>
          </p:cNvPr>
          <p:cNvSpPr/>
          <p:nvPr/>
        </p:nvSpPr>
        <p:spPr>
          <a:xfrm>
            <a:off x="4895850" y="3459853"/>
            <a:ext cx="858102" cy="126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 1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FCD8FAF-9D89-3EB6-93BD-7F2B5F401C04}"/>
              </a:ext>
            </a:extLst>
          </p:cNvPr>
          <p:cNvSpPr/>
          <p:nvPr/>
        </p:nvSpPr>
        <p:spPr>
          <a:xfrm>
            <a:off x="4895850" y="4877006"/>
            <a:ext cx="858102" cy="126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 2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8E177FD-0954-18EA-36B8-44BCD724299E}"/>
              </a:ext>
            </a:extLst>
          </p:cNvPr>
          <p:cNvSpPr/>
          <p:nvPr/>
        </p:nvSpPr>
        <p:spPr>
          <a:xfrm>
            <a:off x="5821680" y="2042701"/>
            <a:ext cx="2782569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산점도에서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점 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시점의 </a:t>
            </a:r>
            <a:b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yield curve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거리 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금리 구조 변화 정도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DC65D9-DD15-B694-D34D-F6B1CD1D9036}"/>
              </a:ext>
            </a:extLst>
          </p:cNvPr>
          <p:cNvSpPr/>
          <p:nvPr/>
        </p:nvSpPr>
        <p:spPr>
          <a:xfrm>
            <a:off x="5821680" y="3459853"/>
            <a:ext cx="2782569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금리 수준 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(Parallel shift)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오른쪽 이동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금리 상승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왼쪽 이동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금리 하락 환경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B157633-8F79-B2A7-DDE4-35C28207594D}"/>
              </a:ext>
            </a:extLst>
          </p:cNvPr>
          <p:cNvSpPr/>
          <p:nvPr/>
        </p:nvSpPr>
        <p:spPr>
          <a:xfrm>
            <a:off x="5821680" y="4877006"/>
            <a:ext cx="2782569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 곡선 기울기 변화</a:t>
            </a:r>
            <a:endParaRPr lang="en-US" altLang="ko-KR" sz="13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위쪽 이동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스티프닝 </a:t>
            </a:r>
            <a:b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장단기 스프레드 확대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아래 이동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플래트닝</a:t>
            </a:r>
            <a:b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장단기 스프레드 축소</a:t>
            </a:r>
            <a:r>
              <a:rPr lang="en-US" altLang="ko-KR" sz="13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3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ACE869A-E018-46EF-BB90-1222C2556FCE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9FFBAE5-D137-C011-9B15-AA9DED76C046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06844B4-0AFD-DF0D-0F44-80F3B9AAEFF3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47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C778-B4B6-C667-4B7E-E0862D6A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8CB13FF-D794-99FA-F585-01C53E11B014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230D7E-DF14-688D-0BC7-F5B76191ADDF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699328-F057-87F8-F1E0-7FF16F8B7999}"/>
              </a:ext>
            </a:extLst>
          </p:cNvPr>
          <p:cNvSpPr txBox="1"/>
          <p:nvPr/>
        </p:nvSpPr>
        <p:spPr>
          <a:xfrm>
            <a:off x="539750" y="812394"/>
            <a:ext cx="8064500" cy="646331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PCA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 통해 단 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개의 요인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(Level, Slope, Curvature)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만으로</a:t>
            </a:r>
          </a:p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수익률곡선 변동의 대부분을 설명할 수 있다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00D04D-B5CF-116A-7643-9EAE729AC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71045"/>
              </p:ext>
            </p:extLst>
          </p:nvPr>
        </p:nvGraphicFramePr>
        <p:xfrm>
          <a:off x="4248150" y="2203668"/>
          <a:ext cx="4645024" cy="1386840"/>
        </p:xfrm>
        <a:graphic>
          <a:graphicData uri="http://schemas.openxmlformats.org/drawingml/2006/table">
            <a:tbl>
              <a:tblPr/>
              <a:tblGrid>
                <a:gridCol w="1161256">
                  <a:extLst>
                    <a:ext uri="{9D8B030D-6E8A-4147-A177-3AD203B41FA5}">
                      <a16:colId xmlns:a16="http://schemas.microsoft.com/office/drawing/2014/main" val="488290947"/>
                    </a:ext>
                  </a:extLst>
                </a:gridCol>
                <a:gridCol w="1161256">
                  <a:extLst>
                    <a:ext uri="{9D8B030D-6E8A-4147-A177-3AD203B41FA5}">
                      <a16:colId xmlns:a16="http://schemas.microsoft.com/office/drawing/2014/main" val="584746954"/>
                    </a:ext>
                  </a:extLst>
                </a:gridCol>
                <a:gridCol w="1161256">
                  <a:extLst>
                    <a:ext uri="{9D8B030D-6E8A-4147-A177-3AD203B41FA5}">
                      <a16:colId xmlns:a16="http://schemas.microsoft.com/office/drawing/2014/main" val="2209708389"/>
                    </a:ext>
                  </a:extLst>
                </a:gridCol>
                <a:gridCol w="1161256">
                  <a:extLst>
                    <a:ext uri="{9D8B030D-6E8A-4147-A177-3AD203B41FA5}">
                      <a16:colId xmlns:a16="http://schemas.microsoft.com/office/drawing/2014/main" val="244703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</a:rPr>
                        <a:t>Maturity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>
                          <a:solidFill>
                            <a:schemeClr val="bg1"/>
                          </a:solidFill>
                          <a:effectLst/>
                        </a:rPr>
                        <a:t>PC1 (Level)</a:t>
                      </a:r>
                      <a:endParaRPr lang="en-US" sz="1300" b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>
                          <a:solidFill>
                            <a:schemeClr val="bg1"/>
                          </a:solidFill>
                          <a:effectLst/>
                        </a:rPr>
                        <a:t>PC2 (Slope)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>
                          <a:solidFill>
                            <a:schemeClr val="bg1"/>
                          </a:solidFill>
                          <a:effectLst/>
                        </a:rPr>
                        <a:t>PC3 (Curvature)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8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1Y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-0.1948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-0.2591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0.8539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1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2Y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-0.4149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-0.4772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0.0527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8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3Y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-0.4588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-0.3673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-0.2598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07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5Y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-0.4849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-0.0278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-0.2846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35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10Y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-0.4523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0.4548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-0.1162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438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20Y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-0.3735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0.6020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0.3254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93277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96324E-D275-627D-EEB4-B4AC32C40779}"/>
              </a:ext>
            </a:extLst>
          </p:cNvPr>
          <p:cNvSpPr/>
          <p:nvPr/>
        </p:nvSpPr>
        <p:spPr>
          <a:xfrm>
            <a:off x="4260403" y="1618592"/>
            <a:ext cx="1620000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만기별 주성분 값</a:t>
            </a:r>
            <a:r>
              <a:rPr lang="en-US" altLang="ko-KR" sz="10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</a:t>
            </a:r>
            <a:endParaRPr lang="ko-KR" altLang="en-US" sz="10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64628A16-73B0-3E53-F514-5F566CCFD6FD}"/>
                  </a:ext>
                </a:extLst>
              </p:cNvPr>
              <p:cNvSpPr/>
              <p:nvPr/>
            </p:nvSpPr>
            <p:spPr>
              <a:xfrm>
                <a:off x="4260403" y="3806255"/>
                <a:ext cx="1618960" cy="369329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주성분별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5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pPr>
                      <m:e>
                        <m:r>
                          <a:rPr lang="en-US" altLang="ko-KR" sz="15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𝑹</m:t>
                        </m:r>
                      </m:e>
                      <m:sup>
                        <m:r>
                          <a:rPr lang="en-US" altLang="ko-KR" sz="15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𝟐</m:t>
                        </m:r>
                        <m:r>
                          <a:rPr lang="en-US" altLang="ko-KR" sz="15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ko-KR" altLang="en-US" sz="1500" b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표</a:t>
                </a: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64628A16-73B0-3E53-F514-5F566CCFD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403" y="3806255"/>
                <a:ext cx="1618960" cy="369329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85D7F12-60C8-324D-2A76-1303C4ACF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178993"/>
              </p:ext>
            </p:extLst>
          </p:nvPr>
        </p:nvGraphicFramePr>
        <p:xfrm>
          <a:off x="4242640" y="4391331"/>
          <a:ext cx="4638604" cy="1775151"/>
        </p:xfrm>
        <a:graphic>
          <a:graphicData uri="http://schemas.openxmlformats.org/drawingml/2006/table">
            <a:tbl>
              <a:tblPr/>
              <a:tblGrid>
                <a:gridCol w="1159651">
                  <a:extLst>
                    <a:ext uri="{9D8B030D-6E8A-4147-A177-3AD203B41FA5}">
                      <a16:colId xmlns:a16="http://schemas.microsoft.com/office/drawing/2014/main" val="2379659034"/>
                    </a:ext>
                  </a:extLst>
                </a:gridCol>
                <a:gridCol w="1159651">
                  <a:extLst>
                    <a:ext uri="{9D8B030D-6E8A-4147-A177-3AD203B41FA5}">
                      <a16:colId xmlns:a16="http://schemas.microsoft.com/office/drawing/2014/main" val="978099717"/>
                    </a:ext>
                  </a:extLst>
                </a:gridCol>
                <a:gridCol w="1159651">
                  <a:extLst>
                    <a:ext uri="{9D8B030D-6E8A-4147-A177-3AD203B41FA5}">
                      <a16:colId xmlns:a16="http://schemas.microsoft.com/office/drawing/2014/main" val="4151558043"/>
                    </a:ext>
                  </a:extLst>
                </a:gridCol>
                <a:gridCol w="1159651">
                  <a:extLst>
                    <a:ext uri="{9D8B030D-6E8A-4147-A177-3AD203B41FA5}">
                      <a16:colId xmlns:a16="http://schemas.microsoft.com/office/drawing/2014/main" val="4099453347"/>
                    </a:ext>
                  </a:extLst>
                </a:gridCol>
              </a:tblGrid>
              <a:tr h="253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</a:rPr>
                        <a:t>Maturity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</a:rPr>
                        <a:t>PC1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</a:rPr>
                        <a:t>PC1+PC2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>
                          <a:solidFill>
                            <a:schemeClr val="bg1"/>
                          </a:solidFill>
                          <a:effectLst/>
                        </a:rPr>
                        <a:t>PC1+PC2+PC3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962500"/>
                  </a:ext>
                </a:extLst>
              </a:tr>
              <a:tr h="253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1Y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0.641766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0.717181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u="sng">
                          <a:solidFill>
                            <a:schemeClr val="bg1"/>
                          </a:solidFill>
                          <a:effectLst/>
                        </a:rPr>
                        <a:t>0.963062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42474"/>
                  </a:ext>
                </a:extLst>
              </a:tr>
              <a:tr h="253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2Y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0.888054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0.966155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u="sng">
                          <a:solidFill>
                            <a:schemeClr val="bg1"/>
                          </a:solidFill>
                          <a:effectLst/>
                        </a:rPr>
                        <a:t>0.966442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109"/>
                  </a:ext>
                </a:extLst>
              </a:tr>
              <a:tr h="253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3Y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0.935706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0.975565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u="sng">
                          <a:solidFill>
                            <a:schemeClr val="bg1"/>
                          </a:solidFill>
                          <a:effectLst/>
                        </a:rPr>
                        <a:t>0.981556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4207"/>
                  </a:ext>
                </a:extLst>
              </a:tr>
              <a:tr h="253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5Y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0.972963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0.973177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u="sng">
                          <a:solidFill>
                            <a:schemeClr val="bg1"/>
                          </a:solidFill>
                          <a:effectLst/>
                        </a:rPr>
                        <a:t>0.979870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79362"/>
                  </a:ext>
                </a:extLst>
              </a:tr>
              <a:tr h="253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10Y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0.912378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0.973705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u="sng">
                          <a:solidFill>
                            <a:schemeClr val="bg1"/>
                          </a:solidFill>
                          <a:effectLst/>
                        </a:rPr>
                        <a:t>0.974907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545938"/>
                  </a:ext>
                </a:extLst>
              </a:tr>
              <a:tr h="253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>
                          <a:effectLst/>
                        </a:rPr>
                        <a:t>20Y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0.818535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>
                          <a:effectLst/>
                        </a:rPr>
                        <a:t>0.959912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b="1" u="sng">
                          <a:solidFill>
                            <a:schemeClr val="bg1"/>
                          </a:solidFill>
                          <a:effectLst/>
                        </a:rPr>
                        <a:t>0.972312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419161"/>
                  </a:ext>
                </a:extLst>
              </a:tr>
            </a:tbl>
          </a:graphicData>
        </a:graphic>
      </p:graphicFrame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90BA3A7-7234-CC34-71D4-BD3B166ADFEB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3D85D3-158F-3602-D592-CD49829D724A}"/>
              </a:ext>
            </a:extLst>
          </p:cNvPr>
          <p:cNvSpPr/>
          <p:nvPr/>
        </p:nvSpPr>
        <p:spPr>
          <a:xfrm>
            <a:off x="7672551" y="4285966"/>
            <a:ext cx="1224493" cy="1978723"/>
          </a:xfrm>
          <a:prstGeom prst="rect">
            <a:avLst/>
          </a:prstGeom>
          <a:noFill/>
          <a:ln w="44450">
            <a:solidFill>
              <a:srgbClr val="074D1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F2691B-9845-009C-2C58-713B16C53635}"/>
              </a:ext>
            </a:extLst>
          </p:cNvPr>
          <p:cNvSpPr/>
          <p:nvPr/>
        </p:nvSpPr>
        <p:spPr>
          <a:xfrm>
            <a:off x="5842434" y="3818279"/>
            <a:ext cx="3638002" cy="369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PCA factor 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수가 증가할수록 설명력 증가</a:t>
            </a:r>
            <a:endParaRPr lang="en-US" altLang="ko-KR" sz="13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주성분 </a:t>
            </a:r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만으로 변동의 </a:t>
            </a:r>
            <a:r>
              <a:rPr lang="en-US" altLang="ko-KR" sz="13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96% </a:t>
            </a:r>
            <a:r>
              <a:rPr lang="ko-KR" altLang="en-US" sz="13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F1A28A9-6126-7C54-37E5-F962B083A02F}"/>
                  </a:ext>
                </a:extLst>
              </p:cNvPr>
              <p:cNvSpPr/>
              <p:nvPr/>
            </p:nvSpPr>
            <p:spPr>
              <a:xfrm>
                <a:off x="4253762" y="6360755"/>
                <a:ext cx="3708400" cy="4779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</m:ctrlPr>
                      </m:sSupPr>
                      <m:e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  <m:t>𝑅</m:t>
                        </m:r>
                      </m:e>
                      <m:sup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 Light" panose="02000403000000020004" pitchFamily="50" charset="-127"/>
                            <a:cs typeface="Pretendard Light" panose="02000403000000020004" pitchFamily="50" charset="-127"/>
                          </a:rPr>
                          <m:t>2∗∗</m:t>
                        </m:r>
                      </m:sup>
                    </m:sSup>
                    <m:r>
                      <a:rPr lang="en-US" altLang="ko-KR" sz="1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 Light" panose="02000403000000020004" pitchFamily="50" charset="-127"/>
                        <a:cs typeface="Pretendard Light" panose="02000403000000020004" pitchFamily="50" charset="-127"/>
                      </a:rPr>
                      <m:t>= </m:t>
                    </m:r>
                  </m:oMath>
                </a14:m>
                <a:r>
                  <a:rPr lang="en-US" altLang="ko-KR" sz="1000">
                    <a:solidFill>
                      <a:schemeClr val="tx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SSR/SST</a:t>
                </a:r>
                <a:endParaRPr lang="ko-KR" altLang="en-US" sz="1000">
                  <a:solidFill>
                    <a:schemeClr val="tx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F1A28A9-6126-7C54-37E5-F962B083A0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762" y="6360755"/>
                <a:ext cx="3708400" cy="477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41B90E-E714-206E-6CB9-993DB5741B1A}"/>
              </a:ext>
            </a:extLst>
          </p:cNvPr>
          <p:cNvSpPr/>
          <p:nvPr/>
        </p:nvSpPr>
        <p:spPr>
          <a:xfrm>
            <a:off x="5842434" y="1403983"/>
            <a:ext cx="4032251" cy="1664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PC1: 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수익률곡선의 평행 이동을 의미</a:t>
            </a:r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PC2: 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수익률곡선의 플래트닝</a:t>
            </a:r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스티프닝</a:t>
            </a:r>
            <a:endParaRPr lang="en-US" altLang="ko-KR" sz="13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PC3: 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 구간 중심의 상대적 움직임</a:t>
            </a:r>
            <a:r>
              <a:rPr lang="en-US" altLang="ko-KR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3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볼록성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95F482-2049-AD9E-20FC-3E97B011B410}"/>
              </a:ext>
            </a:extLst>
          </p:cNvPr>
          <p:cNvSpPr txBox="1"/>
          <p:nvPr/>
        </p:nvSpPr>
        <p:spPr>
          <a:xfrm>
            <a:off x="255972" y="6342968"/>
            <a:ext cx="1786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값의 크기</a:t>
            </a:r>
            <a:r>
              <a:rPr lang="en-US" altLang="ko-KR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해당 만기의 민감도</a:t>
            </a:r>
          </a:p>
          <a:p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값의 부호</a:t>
            </a:r>
            <a:r>
              <a:rPr lang="en-US" altLang="ko-KR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금리 움직임 방향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3ED29C-A244-F6DA-1278-9A28E003C365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0641B7-78AC-981E-2DFC-4549BCD9BA0A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2D5F69-1476-F7D8-A031-FA43F0D5F7DF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2FCD0694-C739-FB9F-0258-1F214D6A78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4740970"/>
              </p:ext>
            </p:extLst>
          </p:nvPr>
        </p:nvGraphicFramePr>
        <p:xfrm>
          <a:off x="261053" y="2203668"/>
          <a:ext cx="3965788" cy="3962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DFFDF8-0720-88D5-799C-D9403494FFBB}"/>
              </a:ext>
            </a:extLst>
          </p:cNvPr>
          <p:cNvSpPr/>
          <p:nvPr/>
        </p:nvSpPr>
        <p:spPr>
          <a:xfrm>
            <a:off x="539750" y="1618592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주성분별 계수</a:t>
            </a:r>
          </a:p>
        </p:txBody>
      </p:sp>
    </p:spTree>
    <p:extLst>
      <p:ext uri="{BB962C8B-B14F-4D97-AF65-F5344CB8AC3E}">
        <p14:creationId xmlns:p14="http://schemas.microsoft.com/office/powerpoint/2010/main" val="1622615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0AA7-4C82-2BB6-87EE-8C91CA6C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1A53668-86FD-1262-8AE3-EF2479325554}"/>
              </a:ext>
            </a:extLst>
          </p:cNvPr>
          <p:cNvCxnSpPr>
            <a:cxnSpLocks/>
          </p:cNvCxnSpPr>
          <p:nvPr/>
        </p:nvCxnSpPr>
        <p:spPr>
          <a:xfrm>
            <a:off x="0" y="536392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720E6B-5ED5-585A-A8F1-B2D9FC3F1C47}"/>
              </a:ext>
            </a:extLst>
          </p:cNvPr>
          <p:cNvSpPr/>
          <p:nvPr/>
        </p:nvSpPr>
        <p:spPr>
          <a:xfrm>
            <a:off x="262756" y="800100"/>
            <a:ext cx="72000" cy="72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67E377-39D7-A819-DE1A-A79C1F14B50D}"/>
              </a:ext>
            </a:extLst>
          </p:cNvPr>
          <p:cNvSpPr txBox="1"/>
          <p:nvPr/>
        </p:nvSpPr>
        <p:spPr>
          <a:xfrm>
            <a:off x="539750" y="812394"/>
            <a:ext cx="8064500" cy="646331"/>
          </a:xfrm>
          <a:prstGeom prst="rect">
            <a:avLst/>
          </a:prstGeom>
          <a:noFill/>
        </p:spPr>
        <p:txBody>
          <a:bodyPr wrap="square" lIns="3600">
            <a:spAutoFit/>
          </a:bodyPr>
          <a:lstStyle/>
          <a:p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제공된 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CSV 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데이터셋을 사용해 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Python(Colab)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으로 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PCA 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분석을 수행하고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과제 제출 마감은 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21</a:t>
            </a:r>
            <a:r>
              <a:rPr lang="ko-KR" altLang="en-US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일 정규 세미나 이전까지</a:t>
            </a:r>
            <a:r>
              <a:rPr lang="en-US" altLang="ko-KR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B025D0-E668-8019-E0BC-756F1B41D5D5}"/>
              </a:ext>
            </a:extLst>
          </p:cNvPr>
          <p:cNvSpPr/>
          <p:nvPr/>
        </p:nvSpPr>
        <p:spPr>
          <a:xfrm>
            <a:off x="591824" y="1618592"/>
            <a:ext cx="3638003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RawData_PCA (.csv)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5E34CF-DB80-97AE-D45E-B6C63A4C8B29}"/>
              </a:ext>
            </a:extLst>
          </p:cNvPr>
          <p:cNvSpPr/>
          <p:nvPr/>
        </p:nvSpPr>
        <p:spPr>
          <a:xfrm>
            <a:off x="4895851" y="1618591"/>
            <a:ext cx="3708400" cy="36932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 Tool</a:t>
            </a:r>
            <a:endParaRPr lang="ko-KR" altLang="en-US" sz="15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8633BE-4833-FF3A-4ACC-517CE95EA5B3}"/>
              </a:ext>
            </a:extLst>
          </p:cNvPr>
          <p:cNvSpPr/>
          <p:nvPr/>
        </p:nvSpPr>
        <p:spPr>
          <a:xfrm>
            <a:off x="4895850" y="2098040"/>
            <a:ext cx="3708400" cy="2772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1AA451-C5E2-E785-9217-25E553DF0962}"/>
              </a:ext>
            </a:extLst>
          </p:cNvPr>
          <p:cNvSpPr/>
          <p:nvPr/>
        </p:nvSpPr>
        <p:spPr>
          <a:xfrm>
            <a:off x="548544" y="5110480"/>
            <a:ext cx="3700902" cy="1198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 곡선 움직임을 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PCA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분해하여 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Level / Slope / Curvature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 확인</a:t>
            </a:r>
            <a:endParaRPr lang="en-US" altLang="ko-KR" sz="12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자산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대한민국 국고채</a:t>
            </a:r>
            <a:endParaRPr lang="en-US" altLang="ko-KR" sz="12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지표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만기별 수익률 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(%)</a:t>
            </a:r>
          </a:p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만기 구조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(1y, 2y, 3y, 5y, 10y, 20y)</a:t>
            </a:r>
          </a:p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기간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2021-03-10 ~ 2026-01-30 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일별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1,207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0" name="그림 19" descr="상징, 폰트, 그래픽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460BE5-E398-CE32-97CC-59E8BFA4A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448" y="2643476"/>
            <a:ext cx="1390760" cy="1390760"/>
          </a:xfrm>
          <a:prstGeom prst="rect">
            <a:avLst/>
          </a:prstGeom>
        </p:spPr>
      </p:pic>
      <p:pic>
        <p:nvPicPr>
          <p:cNvPr id="22" name="그림 21" descr="원, 그래픽, 호박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54886A-6010-6B94-C776-4EA9BA158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004" y="2362229"/>
            <a:ext cx="3284996" cy="2024892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2650D6-D103-A1F6-E53B-8D536B450DFB}"/>
              </a:ext>
            </a:extLst>
          </p:cNvPr>
          <p:cNvSpPr/>
          <p:nvPr/>
        </p:nvSpPr>
        <p:spPr>
          <a:xfrm>
            <a:off x="4903348" y="5110479"/>
            <a:ext cx="3700902" cy="1198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언어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Python 3/ 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 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Google Colab</a:t>
            </a:r>
          </a:p>
          <a:p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라이브러리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</a:p>
          <a:p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pandas(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데이터프레임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numpy(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연산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sklearn (PCA)</a:t>
            </a:r>
          </a:p>
          <a:p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matplotlib(</a:t>
            </a:r>
            <a:r>
              <a:rPr lang="ko-KR" altLang="en-US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시각화</a:t>
            </a:r>
            <a:r>
              <a:rPr lang="en-US" altLang="ko-KR"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1883E8E-7750-2831-7863-8A7BE4A04FA0}"/>
              </a:ext>
            </a:extLst>
          </p:cNvPr>
          <p:cNvCxnSpPr>
            <a:cxnSpLocks/>
          </p:cNvCxnSpPr>
          <p:nvPr/>
        </p:nvCxnSpPr>
        <p:spPr>
          <a:xfrm>
            <a:off x="-1175" y="6316797"/>
            <a:ext cx="914400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17441AB-9A81-3428-0416-9997D90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4772"/>
              </p:ext>
            </p:extLst>
          </p:nvPr>
        </p:nvGraphicFramePr>
        <p:xfrm>
          <a:off x="591823" y="2122163"/>
          <a:ext cx="3638006" cy="2747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892">
                  <a:extLst>
                    <a:ext uri="{9D8B030D-6E8A-4147-A177-3AD203B41FA5}">
                      <a16:colId xmlns:a16="http://schemas.microsoft.com/office/drawing/2014/main" val="2569296823"/>
                    </a:ext>
                  </a:extLst>
                </a:gridCol>
                <a:gridCol w="463019">
                  <a:extLst>
                    <a:ext uri="{9D8B030D-6E8A-4147-A177-3AD203B41FA5}">
                      <a16:colId xmlns:a16="http://schemas.microsoft.com/office/drawing/2014/main" val="3896003186"/>
                    </a:ext>
                  </a:extLst>
                </a:gridCol>
                <a:gridCol w="463019">
                  <a:extLst>
                    <a:ext uri="{9D8B030D-6E8A-4147-A177-3AD203B41FA5}">
                      <a16:colId xmlns:a16="http://schemas.microsoft.com/office/drawing/2014/main" val="3997002926"/>
                    </a:ext>
                  </a:extLst>
                </a:gridCol>
                <a:gridCol w="463019">
                  <a:extLst>
                    <a:ext uri="{9D8B030D-6E8A-4147-A177-3AD203B41FA5}">
                      <a16:colId xmlns:a16="http://schemas.microsoft.com/office/drawing/2014/main" val="986265542"/>
                    </a:ext>
                  </a:extLst>
                </a:gridCol>
                <a:gridCol w="463019">
                  <a:extLst>
                    <a:ext uri="{9D8B030D-6E8A-4147-A177-3AD203B41FA5}">
                      <a16:colId xmlns:a16="http://schemas.microsoft.com/office/drawing/2014/main" val="2163599840"/>
                    </a:ext>
                  </a:extLst>
                </a:gridCol>
                <a:gridCol w="463019">
                  <a:extLst>
                    <a:ext uri="{9D8B030D-6E8A-4147-A177-3AD203B41FA5}">
                      <a16:colId xmlns:a16="http://schemas.microsoft.com/office/drawing/2014/main" val="974028743"/>
                    </a:ext>
                  </a:extLst>
                </a:gridCol>
                <a:gridCol w="463019">
                  <a:extLst>
                    <a:ext uri="{9D8B030D-6E8A-4147-A177-3AD203B41FA5}">
                      <a16:colId xmlns:a16="http://schemas.microsoft.com/office/drawing/2014/main" val="2711176465"/>
                    </a:ext>
                  </a:extLst>
                </a:gridCol>
              </a:tblGrid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Date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1Y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2Y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3Y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5Y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10Y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20Y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722537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2021-03-10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0.689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1.013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1.182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1.566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2.036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2.119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99832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2021-03-11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1.179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1.525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2.027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2.108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011319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2021-03-12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0.688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1.223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1.596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2.092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2.164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52429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2021-03-15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0.691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0.983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1.238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1.621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2.152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2.19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09379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2021-03-16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0.685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0.904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1.177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1.602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2.098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2.158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152875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…</a:t>
                      </a:r>
                    </a:p>
                  </a:txBody>
                  <a:tcPr marL="7620" marR="7620" marT="7620" marB="0" vert="eaVert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751802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2026-01-23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2.615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3.137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474489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2026-01-26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2.614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2.877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3.096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3.382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768514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2026-01-27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2.647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2.885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3.094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3.377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450810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2026-01-28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2.672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2.866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3.067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3.357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877139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2026-01-29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2.906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3.106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32060"/>
                  </a:ext>
                </a:extLst>
              </a:tr>
              <a:tr h="2113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2026-01-30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2.694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2.933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3.138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3.436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3.607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3.599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01796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4F1E01-E153-C997-24CE-EAC06F92ADC1}"/>
              </a:ext>
            </a:extLst>
          </p:cNvPr>
          <p:cNvSpPr/>
          <p:nvPr/>
        </p:nvSpPr>
        <p:spPr>
          <a:xfrm>
            <a:off x="6001244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Fixed Income; Principal Component Analysis</a:t>
            </a:r>
            <a:endParaRPr lang="ko-KR" altLang="en-US" sz="1000" b="1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7E1469-F1BD-1919-33A7-8057BA4A6CCD}"/>
              </a:ext>
            </a:extLst>
          </p:cNvPr>
          <p:cNvSpPr/>
          <p:nvPr/>
        </p:nvSpPr>
        <p:spPr>
          <a:xfrm>
            <a:off x="262756" y="252432"/>
            <a:ext cx="2880000" cy="18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>
                <a:solidFill>
                  <a:schemeClr val="accent6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  <a:endParaRPr lang="ko-KR" altLang="en-US" sz="1000">
              <a:solidFill>
                <a:schemeClr val="accent6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424CC0-1A8F-CEE2-76E4-C71CF292ABE8}"/>
              </a:ext>
            </a:extLst>
          </p:cNvPr>
          <p:cNvSpPr/>
          <p:nvPr/>
        </p:nvSpPr>
        <p:spPr>
          <a:xfrm>
            <a:off x="8583230" y="6336388"/>
            <a:ext cx="395902" cy="313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</a:t>
            </a:r>
            <a:endParaRPr lang="ko-KR" altLang="en-US" sz="100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46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144175-5566-554A-BAE8-2A66B12AA9CE}"/>
              </a:ext>
            </a:extLst>
          </p:cNvPr>
          <p:cNvSpPr/>
          <p:nvPr/>
        </p:nvSpPr>
        <p:spPr>
          <a:xfrm>
            <a:off x="0" y="-5942"/>
            <a:ext cx="544080" cy="686394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D37878-1518-EBA5-ECA1-CB5CB98F29E8}"/>
              </a:ext>
            </a:extLst>
          </p:cNvPr>
          <p:cNvSpPr/>
          <p:nvPr/>
        </p:nvSpPr>
        <p:spPr>
          <a:xfrm>
            <a:off x="545060" y="4722297"/>
            <a:ext cx="8599920" cy="432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84C53D-7AF2-2BED-5FB1-56284DEB7F8A}"/>
              </a:ext>
            </a:extLst>
          </p:cNvPr>
          <p:cNvSpPr/>
          <p:nvPr/>
        </p:nvSpPr>
        <p:spPr>
          <a:xfrm>
            <a:off x="545060" y="5153571"/>
            <a:ext cx="7920000" cy="43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202E11-D148-975B-16A2-13AE2077324E}"/>
              </a:ext>
            </a:extLst>
          </p:cNvPr>
          <p:cNvSpPr/>
          <p:nvPr/>
        </p:nvSpPr>
        <p:spPr>
          <a:xfrm>
            <a:off x="545060" y="5584845"/>
            <a:ext cx="7200000" cy="43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C26633-4954-60D1-DB42-EF5A2540772D}"/>
              </a:ext>
            </a:extLst>
          </p:cNvPr>
          <p:cNvSpPr/>
          <p:nvPr/>
        </p:nvSpPr>
        <p:spPr>
          <a:xfrm>
            <a:off x="545060" y="6005959"/>
            <a:ext cx="6480000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74B03A-6FF0-61ED-6623-893A2B1B94EC}"/>
              </a:ext>
            </a:extLst>
          </p:cNvPr>
          <p:cNvSpPr/>
          <p:nvPr/>
        </p:nvSpPr>
        <p:spPr>
          <a:xfrm>
            <a:off x="545060" y="6427074"/>
            <a:ext cx="5760000" cy="43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E499E1-2200-03AE-794E-A08499771413}"/>
              </a:ext>
            </a:extLst>
          </p:cNvPr>
          <p:cNvSpPr/>
          <p:nvPr/>
        </p:nvSpPr>
        <p:spPr>
          <a:xfrm>
            <a:off x="804038" y="800100"/>
            <a:ext cx="7288924" cy="2628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50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</a:p>
          <a:p>
            <a:r>
              <a:rPr lang="en-US" altLang="ko-KR" sz="35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of</a:t>
            </a:r>
          </a:p>
          <a:p>
            <a:r>
              <a:rPr lang="en-US" altLang="ko-KR" sz="50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Document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CB781E-A7BD-09C5-C5CE-7E7F9B8E0A13}"/>
              </a:ext>
            </a:extLst>
          </p:cNvPr>
          <p:cNvSpPr/>
          <p:nvPr/>
        </p:nvSpPr>
        <p:spPr>
          <a:xfrm>
            <a:off x="804038" y="4104640"/>
            <a:ext cx="7200000" cy="618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University Financial Engineering Association</a:t>
            </a:r>
          </a:p>
          <a:p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U.FE.A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2002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 창립되었으며 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300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명에 달하는 인재를  여의도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명동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나아가 세계에 배출한 금융공학 명가입니다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Contact : u.fe.a@hotmail.com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965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10171</TotalTime>
  <Words>1147</Words>
  <Application>Microsoft Office PowerPoint</Application>
  <PresentationFormat>화면 슬라이드 쇼(4:3)</PresentationFormat>
  <Paragraphs>349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Pretendard ExtraBold</vt:lpstr>
      <vt:lpstr>Pretendard Light</vt:lpstr>
      <vt:lpstr>Arial</vt:lpstr>
      <vt:lpstr>Pretendard</vt:lpstr>
      <vt:lpstr>Aptos Display</vt:lpstr>
      <vt:lpstr>Aptos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정상원</dc:creator>
  <cp:lastModifiedBy>수린 김</cp:lastModifiedBy>
  <cp:revision>49</cp:revision>
  <dcterms:created xsi:type="dcterms:W3CDTF">2026-02-01T10:13:29Z</dcterms:created>
  <dcterms:modified xsi:type="dcterms:W3CDTF">2026-05-31T04:24:38Z</dcterms:modified>
</cp:coreProperties>
</file>